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237" r:id="rId1"/>
  </p:sldMasterIdLst>
  <p:notesMasterIdLst>
    <p:notesMasterId r:id="rId8"/>
  </p:notesMasterIdLst>
  <p:sldIdLst>
    <p:sldId id="1824" r:id="rId2"/>
    <p:sldId id="1825" r:id="rId3"/>
    <p:sldId id="2727" r:id="rId4"/>
    <p:sldId id="2729" r:id="rId5"/>
    <p:sldId id="2737" r:id="rId6"/>
    <p:sldId id="2741" r:id="rId7"/>
  </p:sldIdLst>
  <p:sldSz cx="12192000" cy="6858000"/>
  <p:notesSz cx="6858000" cy="9144000"/>
  <p:embeddedFontLst>
    <p:embeddedFont>
      <p:font typeface="Arial Black" panose="020B0A04020102020204" pitchFamily="34" charset="0"/>
      <p:bold r:id="rId9"/>
    </p:embeddedFont>
    <p:embeddedFont>
      <p:font typeface="Century Gothic" panose="020B0502020202020204" pitchFamily="34" charset="0"/>
      <p:regular r:id="rId10"/>
      <p:bold r:id="rId11"/>
      <p:italic r:id="rId12"/>
      <p:boldItalic r:id="rId13"/>
    </p:embeddedFont>
    <p:embeddedFont>
      <p:font typeface="微软雅黑" panose="020B0503020204020204" pitchFamily="34" charset="-122"/>
      <p:regular r:id="rId14"/>
      <p:bold r:id="rId15"/>
    </p:embeddedFont>
  </p:embeddedFont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A44"/>
    <a:srgbClr val="A2A2A2"/>
    <a:srgbClr val="A64A12"/>
    <a:srgbClr val="AC450C"/>
    <a:srgbClr val="A13F0B"/>
    <a:srgbClr val="954416"/>
    <a:srgbClr val="873D24"/>
    <a:srgbClr val="883A1E"/>
    <a:srgbClr val="006C39"/>
    <a:srgbClr val="B5D2C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1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76123E4-4C7F-4FE4-BE3C-67F6514FFE8D}" type="datetimeFigureOut">
              <a:rPr lang="zh-CN" altLang="en-US" smtClean="0"/>
              <a:pPr>
                <a:defRPr/>
              </a:pPr>
              <a:t>2026/9/19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6543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0504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61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6464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8983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8327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封面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AA2A92EB-946A-4CFB-B3A0-3BB1AFFDC26E}"/>
              </a:ext>
            </a:extLst>
          </p:cNvPr>
          <p:cNvSpPr/>
          <p:nvPr/>
        </p:nvSpPr>
        <p:spPr>
          <a:xfrm>
            <a:off x="9408870" y="2124635"/>
            <a:ext cx="1066800" cy="484788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pc="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EFEFB9-3D34-4B69-939A-EE051A277A9B}"/>
              </a:ext>
            </a:extLst>
          </p:cNvPr>
          <p:cNvSpPr txBox="1"/>
          <p:nvPr/>
        </p:nvSpPr>
        <p:spPr>
          <a:xfrm>
            <a:off x="1716331" y="2905105"/>
            <a:ext cx="8759339" cy="1047791"/>
          </a:xfrm>
          <a:custGeom>
            <a:avLst/>
            <a:gdLst>
              <a:gd name="connsiteX0" fmla="*/ 56131 w 8759339"/>
              <a:gd name="connsiteY0" fmla="*/ 976688 h 1047791"/>
              <a:gd name="connsiteX1" fmla="*/ 56131 w 8759339"/>
              <a:gd name="connsiteY1" fmla="*/ 1009840 h 1047791"/>
              <a:gd name="connsiteX2" fmla="*/ 81916 w 8759339"/>
              <a:gd name="connsiteY2" fmla="*/ 1009840 h 1047791"/>
              <a:gd name="connsiteX3" fmla="*/ 100333 w 8759339"/>
              <a:gd name="connsiteY3" fmla="*/ 1005207 h 1047791"/>
              <a:gd name="connsiteX4" fmla="*/ 105691 w 8759339"/>
              <a:gd name="connsiteY4" fmla="*/ 992762 h 1047791"/>
              <a:gd name="connsiteX5" fmla="*/ 100389 w 8759339"/>
              <a:gd name="connsiteY5" fmla="*/ 981097 h 1047791"/>
              <a:gd name="connsiteX6" fmla="*/ 81804 w 8759339"/>
              <a:gd name="connsiteY6" fmla="*/ 976688 h 1047791"/>
              <a:gd name="connsiteX7" fmla="*/ 8030435 w 8759339"/>
              <a:gd name="connsiteY7" fmla="*/ 923780 h 1047791"/>
              <a:gd name="connsiteX8" fmla="*/ 8012563 w 8759339"/>
              <a:gd name="connsiteY8" fmla="*/ 982604 h 1047791"/>
              <a:gd name="connsiteX9" fmla="*/ 8048500 w 8759339"/>
              <a:gd name="connsiteY9" fmla="*/ 982604 h 1047791"/>
              <a:gd name="connsiteX10" fmla="*/ 7030309 w 8759339"/>
              <a:gd name="connsiteY10" fmla="*/ 923780 h 1047791"/>
              <a:gd name="connsiteX11" fmla="*/ 7012438 w 8759339"/>
              <a:gd name="connsiteY11" fmla="*/ 982604 h 1047791"/>
              <a:gd name="connsiteX12" fmla="*/ 7048375 w 8759339"/>
              <a:gd name="connsiteY12" fmla="*/ 982604 h 1047791"/>
              <a:gd name="connsiteX13" fmla="*/ 4740757 w 8759339"/>
              <a:gd name="connsiteY13" fmla="*/ 916859 h 1047791"/>
              <a:gd name="connsiteX14" fmla="*/ 4716200 w 8759339"/>
              <a:gd name="connsiteY14" fmla="*/ 927686 h 1047791"/>
              <a:gd name="connsiteX15" fmla="*/ 4706935 w 8759339"/>
              <a:gd name="connsiteY15" fmla="*/ 963517 h 1047791"/>
              <a:gd name="connsiteX16" fmla="*/ 4716144 w 8759339"/>
              <a:gd name="connsiteY16" fmla="*/ 999124 h 1047791"/>
              <a:gd name="connsiteX17" fmla="*/ 4741203 w 8759339"/>
              <a:gd name="connsiteY17" fmla="*/ 1009951 h 1047791"/>
              <a:gd name="connsiteX18" fmla="*/ 4766429 w 8759339"/>
              <a:gd name="connsiteY18" fmla="*/ 999347 h 1047791"/>
              <a:gd name="connsiteX19" fmla="*/ 4775359 w 8759339"/>
              <a:gd name="connsiteY19" fmla="*/ 961284 h 1047791"/>
              <a:gd name="connsiteX20" fmla="*/ 4766039 w 8759339"/>
              <a:gd name="connsiteY20" fmla="*/ 927519 h 1047791"/>
              <a:gd name="connsiteX21" fmla="*/ 4740757 w 8759339"/>
              <a:gd name="connsiteY21" fmla="*/ 916859 h 1047791"/>
              <a:gd name="connsiteX22" fmla="*/ 4378807 w 8759339"/>
              <a:gd name="connsiteY22" fmla="*/ 916859 h 1047791"/>
              <a:gd name="connsiteX23" fmla="*/ 4354250 w 8759339"/>
              <a:gd name="connsiteY23" fmla="*/ 927686 h 1047791"/>
              <a:gd name="connsiteX24" fmla="*/ 4344985 w 8759339"/>
              <a:gd name="connsiteY24" fmla="*/ 963517 h 1047791"/>
              <a:gd name="connsiteX25" fmla="*/ 4354194 w 8759339"/>
              <a:gd name="connsiteY25" fmla="*/ 999124 h 1047791"/>
              <a:gd name="connsiteX26" fmla="*/ 4379253 w 8759339"/>
              <a:gd name="connsiteY26" fmla="*/ 1009951 h 1047791"/>
              <a:gd name="connsiteX27" fmla="*/ 4404479 w 8759339"/>
              <a:gd name="connsiteY27" fmla="*/ 999347 h 1047791"/>
              <a:gd name="connsiteX28" fmla="*/ 4413409 w 8759339"/>
              <a:gd name="connsiteY28" fmla="*/ 961284 h 1047791"/>
              <a:gd name="connsiteX29" fmla="*/ 4404089 w 8759339"/>
              <a:gd name="connsiteY29" fmla="*/ 927519 h 1047791"/>
              <a:gd name="connsiteX30" fmla="*/ 4378807 w 8759339"/>
              <a:gd name="connsiteY30" fmla="*/ 916859 h 1047791"/>
              <a:gd name="connsiteX31" fmla="*/ 2950056 w 8759339"/>
              <a:gd name="connsiteY31" fmla="*/ 916859 h 1047791"/>
              <a:gd name="connsiteX32" fmla="*/ 2925500 w 8759339"/>
              <a:gd name="connsiteY32" fmla="*/ 927686 h 1047791"/>
              <a:gd name="connsiteX33" fmla="*/ 2916235 w 8759339"/>
              <a:gd name="connsiteY33" fmla="*/ 963517 h 1047791"/>
              <a:gd name="connsiteX34" fmla="*/ 2925444 w 8759339"/>
              <a:gd name="connsiteY34" fmla="*/ 999124 h 1047791"/>
              <a:gd name="connsiteX35" fmla="*/ 2950503 w 8759339"/>
              <a:gd name="connsiteY35" fmla="*/ 1009951 h 1047791"/>
              <a:gd name="connsiteX36" fmla="*/ 2975729 w 8759339"/>
              <a:gd name="connsiteY36" fmla="*/ 999347 h 1047791"/>
              <a:gd name="connsiteX37" fmla="*/ 2984659 w 8759339"/>
              <a:gd name="connsiteY37" fmla="*/ 961284 h 1047791"/>
              <a:gd name="connsiteX38" fmla="*/ 2975339 w 8759339"/>
              <a:gd name="connsiteY38" fmla="*/ 927519 h 1047791"/>
              <a:gd name="connsiteX39" fmla="*/ 2950056 w 8759339"/>
              <a:gd name="connsiteY39" fmla="*/ 916859 h 1047791"/>
              <a:gd name="connsiteX40" fmla="*/ 6675447 w 8759339"/>
              <a:gd name="connsiteY40" fmla="*/ 914627 h 1047791"/>
              <a:gd name="connsiteX41" fmla="*/ 6675447 w 8759339"/>
              <a:gd name="connsiteY41" fmla="*/ 951127 h 1047791"/>
              <a:gd name="connsiteX42" fmla="*/ 6687837 w 8759339"/>
              <a:gd name="connsiteY42" fmla="*/ 951127 h 1047791"/>
              <a:gd name="connsiteX43" fmla="*/ 6708375 w 8759339"/>
              <a:gd name="connsiteY43" fmla="*/ 946048 h 1047791"/>
              <a:gd name="connsiteX44" fmla="*/ 6714291 w 8759339"/>
              <a:gd name="connsiteY44" fmla="*/ 933044 h 1047791"/>
              <a:gd name="connsiteX45" fmla="*/ 6709157 w 8759339"/>
              <a:gd name="connsiteY45" fmla="*/ 919985 h 1047791"/>
              <a:gd name="connsiteX46" fmla="*/ 6689847 w 8759339"/>
              <a:gd name="connsiteY46" fmla="*/ 914627 h 1047791"/>
              <a:gd name="connsiteX47" fmla="*/ 5618173 w 8759339"/>
              <a:gd name="connsiteY47" fmla="*/ 914627 h 1047791"/>
              <a:gd name="connsiteX48" fmla="*/ 5618173 w 8759339"/>
              <a:gd name="connsiteY48" fmla="*/ 951127 h 1047791"/>
              <a:gd name="connsiteX49" fmla="*/ 5630563 w 8759339"/>
              <a:gd name="connsiteY49" fmla="*/ 951127 h 1047791"/>
              <a:gd name="connsiteX50" fmla="*/ 5651101 w 8759339"/>
              <a:gd name="connsiteY50" fmla="*/ 946048 h 1047791"/>
              <a:gd name="connsiteX51" fmla="*/ 5657017 w 8759339"/>
              <a:gd name="connsiteY51" fmla="*/ 933044 h 1047791"/>
              <a:gd name="connsiteX52" fmla="*/ 5651882 w 8759339"/>
              <a:gd name="connsiteY52" fmla="*/ 919985 h 1047791"/>
              <a:gd name="connsiteX53" fmla="*/ 5632572 w 8759339"/>
              <a:gd name="connsiteY53" fmla="*/ 914627 h 1047791"/>
              <a:gd name="connsiteX54" fmla="*/ 5437198 w 8759339"/>
              <a:gd name="connsiteY54" fmla="*/ 914627 h 1047791"/>
              <a:gd name="connsiteX55" fmla="*/ 5437198 w 8759339"/>
              <a:gd name="connsiteY55" fmla="*/ 951127 h 1047791"/>
              <a:gd name="connsiteX56" fmla="*/ 5449588 w 8759339"/>
              <a:gd name="connsiteY56" fmla="*/ 951127 h 1047791"/>
              <a:gd name="connsiteX57" fmla="*/ 5470126 w 8759339"/>
              <a:gd name="connsiteY57" fmla="*/ 946048 h 1047791"/>
              <a:gd name="connsiteX58" fmla="*/ 5476042 w 8759339"/>
              <a:gd name="connsiteY58" fmla="*/ 933044 h 1047791"/>
              <a:gd name="connsiteX59" fmla="*/ 5470907 w 8759339"/>
              <a:gd name="connsiteY59" fmla="*/ 919985 h 1047791"/>
              <a:gd name="connsiteX60" fmla="*/ 5451597 w 8759339"/>
              <a:gd name="connsiteY60" fmla="*/ 914627 h 1047791"/>
              <a:gd name="connsiteX61" fmla="*/ 56131 w 8759339"/>
              <a:gd name="connsiteY61" fmla="*/ 914515 h 1047791"/>
              <a:gd name="connsiteX62" fmla="*/ 56131 w 8759339"/>
              <a:gd name="connsiteY62" fmla="*/ 945546 h 1047791"/>
              <a:gd name="connsiteX63" fmla="*/ 78121 w 8759339"/>
              <a:gd name="connsiteY63" fmla="*/ 945546 h 1047791"/>
              <a:gd name="connsiteX64" fmla="*/ 94585 w 8759339"/>
              <a:gd name="connsiteY64" fmla="*/ 941472 h 1047791"/>
              <a:gd name="connsiteX65" fmla="*/ 99217 w 8759339"/>
              <a:gd name="connsiteY65" fmla="*/ 929696 h 1047791"/>
              <a:gd name="connsiteX66" fmla="*/ 94585 w 8759339"/>
              <a:gd name="connsiteY66" fmla="*/ 918533 h 1047791"/>
              <a:gd name="connsiteX67" fmla="*/ 78456 w 8759339"/>
              <a:gd name="connsiteY67" fmla="*/ 914515 h 1047791"/>
              <a:gd name="connsiteX68" fmla="*/ 8512842 w 8759339"/>
              <a:gd name="connsiteY68" fmla="*/ 881364 h 1047791"/>
              <a:gd name="connsiteX69" fmla="*/ 8563518 w 8759339"/>
              <a:gd name="connsiteY69" fmla="*/ 881364 h 1047791"/>
              <a:gd name="connsiteX70" fmla="*/ 8563518 w 8759339"/>
              <a:gd name="connsiteY70" fmla="*/ 1045000 h 1047791"/>
              <a:gd name="connsiteX71" fmla="*/ 8512842 w 8759339"/>
              <a:gd name="connsiteY71" fmla="*/ 1045000 h 1047791"/>
              <a:gd name="connsiteX72" fmla="*/ 8003477 w 8759339"/>
              <a:gd name="connsiteY72" fmla="*/ 881364 h 1047791"/>
              <a:gd name="connsiteX73" fmla="*/ 8058631 w 8759339"/>
              <a:gd name="connsiteY73" fmla="*/ 881364 h 1047791"/>
              <a:gd name="connsiteX74" fmla="*/ 8120122 w 8759339"/>
              <a:gd name="connsiteY74" fmla="*/ 1045000 h 1047791"/>
              <a:gd name="connsiteX75" fmla="*/ 8067173 w 8759339"/>
              <a:gd name="connsiteY75" fmla="*/ 1045000 h 1047791"/>
              <a:gd name="connsiteX76" fmla="*/ 8058989 w 8759339"/>
              <a:gd name="connsiteY76" fmla="*/ 1017988 h 1047791"/>
              <a:gd name="connsiteX77" fmla="*/ 8001581 w 8759339"/>
              <a:gd name="connsiteY77" fmla="*/ 1017988 h 1047791"/>
              <a:gd name="connsiteX78" fmla="*/ 7993605 w 8759339"/>
              <a:gd name="connsiteY78" fmla="*/ 1045000 h 1047791"/>
              <a:gd name="connsiteX79" fmla="*/ 7941975 w 8759339"/>
              <a:gd name="connsiteY79" fmla="*/ 1045000 h 1047791"/>
              <a:gd name="connsiteX80" fmla="*/ 7796458 w 8759339"/>
              <a:gd name="connsiteY80" fmla="*/ 881364 h 1047791"/>
              <a:gd name="connsiteX81" fmla="*/ 7847023 w 8759339"/>
              <a:gd name="connsiteY81" fmla="*/ 881364 h 1047791"/>
              <a:gd name="connsiteX82" fmla="*/ 7847023 w 8759339"/>
              <a:gd name="connsiteY82" fmla="*/ 1004705 h 1047791"/>
              <a:gd name="connsiteX83" fmla="*/ 7925939 w 8759339"/>
              <a:gd name="connsiteY83" fmla="*/ 1004705 h 1047791"/>
              <a:gd name="connsiteX84" fmla="*/ 7925939 w 8759339"/>
              <a:gd name="connsiteY84" fmla="*/ 1045000 h 1047791"/>
              <a:gd name="connsiteX85" fmla="*/ 7796458 w 8759339"/>
              <a:gd name="connsiteY85" fmla="*/ 1045000 h 1047791"/>
              <a:gd name="connsiteX86" fmla="*/ 7310571 w 8759339"/>
              <a:gd name="connsiteY86" fmla="*/ 881364 h 1047791"/>
              <a:gd name="connsiteX87" fmla="*/ 7446079 w 8759339"/>
              <a:gd name="connsiteY87" fmla="*/ 881364 h 1047791"/>
              <a:gd name="connsiteX88" fmla="*/ 7446079 w 8759339"/>
              <a:gd name="connsiteY88" fmla="*/ 916301 h 1047791"/>
              <a:gd name="connsiteX89" fmla="*/ 7361247 w 8759339"/>
              <a:gd name="connsiteY89" fmla="*/ 916301 h 1047791"/>
              <a:gd name="connsiteX90" fmla="*/ 7361247 w 8759339"/>
              <a:gd name="connsiteY90" fmla="*/ 942309 h 1047791"/>
              <a:gd name="connsiteX91" fmla="*/ 7439941 w 8759339"/>
              <a:gd name="connsiteY91" fmla="*/ 942309 h 1047791"/>
              <a:gd name="connsiteX92" fmla="*/ 7439941 w 8759339"/>
              <a:gd name="connsiteY92" fmla="*/ 975684 h 1047791"/>
              <a:gd name="connsiteX93" fmla="*/ 7361247 w 8759339"/>
              <a:gd name="connsiteY93" fmla="*/ 975684 h 1047791"/>
              <a:gd name="connsiteX94" fmla="*/ 7361247 w 8759339"/>
              <a:gd name="connsiteY94" fmla="*/ 1007942 h 1047791"/>
              <a:gd name="connsiteX95" fmla="*/ 7448535 w 8759339"/>
              <a:gd name="connsiteY95" fmla="*/ 1007942 h 1047791"/>
              <a:gd name="connsiteX96" fmla="*/ 7448535 w 8759339"/>
              <a:gd name="connsiteY96" fmla="*/ 1045000 h 1047791"/>
              <a:gd name="connsiteX97" fmla="*/ 7310571 w 8759339"/>
              <a:gd name="connsiteY97" fmla="*/ 1045000 h 1047791"/>
              <a:gd name="connsiteX98" fmla="*/ 7127736 w 8759339"/>
              <a:gd name="connsiteY98" fmla="*/ 881364 h 1047791"/>
              <a:gd name="connsiteX99" fmla="*/ 7281439 w 8759339"/>
              <a:gd name="connsiteY99" fmla="*/ 881364 h 1047791"/>
              <a:gd name="connsiteX100" fmla="*/ 7281439 w 8759339"/>
              <a:gd name="connsiteY100" fmla="*/ 921770 h 1047791"/>
              <a:gd name="connsiteX101" fmla="*/ 7229869 w 8759339"/>
              <a:gd name="connsiteY101" fmla="*/ 921770 h 1047791"/>
              <a:gd name="connsiteX102" fmla="*/ 7229869 w 8759339"/>
              <a:gd name="connsiteY102" fmla="*/ 1045000 h 1047791"/>
              <a:gd name="connsiteX103" fmla="*/ 7179305 w 8759339"/>
              <a:gd name="connsiteY103" fmla="*/ 1045000 h 1047791"/>
              <a:gd name="connsiteX104" fmla="*/ 7179305 w 8759339"/>
              <a:gd name="connsiteY104" fmla="*/ 921770 h 1047791"/>
              <a:gd name="connsiteX105" fmla="*/ 7127736 w 8759339"/>
              <a:gd name="connsiteY105" fmla="*/ 921770 h 1047791"/>
              <a:gd name="connsiteX106" fmla="*/ 7003351 w 8759339"/>
              <a:gd name="connsiteY106" fmla="*/ 881364 h 1047791"/>
              <a:gd name="connsiteX107" fmla="*/ 7058506 w 8759339"/>
              <a:gd name="connsiteY107" fmla="*/ 881364 h 1047791"/>
              <a:gd name="connsiteX108" fmla="*/ 7119997 w 8759339"/>
              <a:gd name="connsiteY108" fmla="*/ 1045000 h 1047791"/>
              <a:gd name="connsiteX109" fmla="*/ 7067049 w 8759339"/>
              <a:gd name="connsiteY109" fmla="*/ 1045000 h 1047791"/>
              <a:gd name="connsiteX110" fmla="*/ 7058863 w 8759339"/>
              <a:gd name="connsiteY110" fmla="*/ 1017988 h 1047791"/>
              <a:gd name="connsiteX111" fmla="*/ 7001455 w 8759339"/>
              <a:gd name="connsiteY111" fmla="*/ 1017988 h 1047791"/>
              <a:gd name="connsiteX112" fmla="*/ 6993480 w 8759339"/>
              <a:gd name="connsiteY112" fmla="*/ 1045000 h 1047791"/>
              <a:gd name="connsiteX113" fmla="*/ 6941850 w 8759339"/>
              <a:gd name="connsiteY113" fmla="*/ 1045000 h 1047791"/>
              <a:gd name="connsiteX114" fmla="*/ 6796333 w 8759339"/>
              <a:gd name="connsiteY114" fmla="*/ 881364 h 1047791"/>
              <a:gd name="connsiteX115" fmla="*/ 6846897 w 8759339"/>
              <a:gd name="connsiteY115" fmla="*/ 881364 h 1047791"/>
              <a:gd name="connsiteX116" fmla="*/ 6846897 w 8759339"/>
              <a:gd name="connsiteY116" fmla="*/ 1004705 h 1047791"/>
              <a:gd name="connsiteX117" fmla="*/ 6925813 w 8759339"/>
              <a:gd name="connsiteY117" fmla="*/ 1004705 h 1047791"/>
              <a:gd name="connsiteX118" fmla="*/ 6925813 w 8759339"/>
              <a:gd name="connsiteY118" fmla="*/ 1045000 h 1047791"/>
              <a:gd name="connsiteX119" fmla="*/ 6796333 w 8759339"/>
              <a:gd name="connsiteY119" fmla="*/ 1045000 h 1047791"/>
              <a:gd name="connsiteX120" fmla="*/ 6624660 w 8759339"/>
              <a:gd name="connsiteY120" fmla="*/ 881364 h 1047791"/>
              <a:gd name="connsiteX121" fmla="*/ 6708711 w 8759339"/>
              <a:gd name="connsiteY121" fmla="*/ 881364 h 1047791"/>
              <a:gd name="connsiteX122" fmla="*/ 6749843 w 8759339"/>
              <a:gd name="connsiteY122" fmla="*/ 894423 h 1047791"/>
              <a:gd name="connsiteX123" fmla="*/ 6763517 w 8759339"/>
              <a:gd name="connsiteY123" fmla="*/ 931593 h 1047791"/>
              <a:gd name="connsiteX124" fmla="*/ 6748615 w 8759339"/>
              <a:gd name="connsiteY124" fmla="*/ 970326 h 1047791"/>
              <a:gd name="connsiteX125" fmla="*/ 6703129 w 8759339"/>
              <a:gd name="connsiteY125" fmla="*/ 984278 h 1047791"/>
              <a:gd name="connsiteX126" fmla="*/ 6675447 w 8759339"/>
              <a:gd name="connsiteY126" fmla="*/ 984278 h 1047791"/>
              <a:gd name="connsiteX127" fmla="*/ 6675447 w 8759339"/>
              <a:gd name="connsiteY127" fmla="*/ 1045000 h 1047791"/>
              <a:gd name="connsiteX128" fmla="*/ 6624660 w 8759339"/>
              <a:gd name="connsiteY128" fmla="*/ 1045000 h 1047791"/>
              <a:gd name="connsiteX129" fmla="*/ 6386200 w 8759339"/>
              <a:gd name="connsiteY129" fmla="*/ 881364 h 1047791"/>
              <a:gd name="connsiteX130" fmla="*/ 6452699 w 8759339"/>
              <a:gd name="connsiteY130" fmla="*/ 881364 h 1047791"/>
              <a:gd name="connsiteX131" fmla="*/ 6478344 w 8759339"/>
              <a:gd name="connsiteY131" fmla="*/ 980930 h 1047791"/>
              <a:gd name="connsiteX132" fmla="*/ 6503805 w 8759339"/>
              <a:gd name="connsiteY132" fmla="*/ 881364 h 1047791"/>
              <a:gd name="connsiteX133" fmla="*/ 6570263 w 8759339"/>
              <a:gd name="connsiteY133" fmla="*/ 881364 h 1047791"/>
              <a:gd name="connsiteX134" fmla="*/ 6570263 w 8759339"/>
              <a:gd name="connsiteY134" fmla="*/ 1045000 h 1047791"/>
              <a:gd name="connsiteX135" fmla="*/ 6528852 w 8759339"/>
              <a:gd name="connsiteY135" fmla="*/ 1045000 h 1047791"/>
              <a:gd name="connsiteX136" fmla="*/ 6528852 w 8759339"/>
              <a:gd name="connsiteY136" fmla="*/ 920208 h 1047791"/>
              <a:gd name="connsiteX137" fmla="*/ 6496944 w 8759339"/>
              <a:gd name="connsiteY137" fmla="*/ 1045000 h 1047791"/>
              <a:gd name="connsiteX138" fmla="*/ 6459462 w 8759339"/>
              <a:gd name="connsiteY138" fmla="*/ 1045000 h 1047791"/>
              <a:gd name="connsiteX139" fmla="*/ 6427612 w 8759339"/>
              <a:gd name="connsiteY139" fmla="*/ 920208 h 1047791"/>
              <a:gd name="connsiteX140" fmla="*/ 6427612 w 8759339"/>
              <a:gd name="connsiteY140" fmla="*/ 1045000 h 1047791"/>
              <a:gd name="connsiteX141" fmla="*/ 6386200 w 8759339"/>
              <a:gd name="connsiteY141" fmla="*/ 1045000 h 1047791"/>
              <a:gd name="connsiteX142" fmla="*/ 6215197 w 8759339"/>
              <a:gd name="connsiteY142" fmla="*/ 881364 h 1047791"/>
              <a:gd name="connsiteX143" fmla="*/ 6350705 w 8759339"/>
              <a:gd name="connsiteY143" fmla="*/ 881364 h 1047791"/>
              <a:gd name="connsiteX144" fmla="*/ 6350705 w 8759339"/>
              <a:gd name="connsiteY144" fmla="*/ 916301 h 1047791"/>
              <a:gd name="connsiteX145" fmla="*/ 6265873 w 8759339"/>
              <a:gd name="connsiteY145" fmla="*/ 916301 h 1047791"/>
              <a:gd name="connsiteX146" fmla="*/ 6265873 w 8759339"/>
              <a:gd name="connsiteY146" fmla="*/ 942309 h 1047791"/>
              <a:gd name="connsiteX147" fmla="*/ 6344566 w 8759339"/>
              <a:gd name="connsiteY147" fmla="*/ 942309 h 1047791"/>
              <a:gd name="connsiteX148" fmla="*/ 6344566 w 8759339"/>
              <a:gd name="connsiteY148" fmla="*/ 975684 h 1047791"/>
              <a:gd name="connsiteX149" fmla="*/ 6265873 w 8759339"/>
              <a:gd name="connsiteY149" fmla="*/ 975684 h 1047791"/>
              <a:gd name="connsiteX150" fmla="*/ 6265873 w 8759339"/>
              <a:gd name="connsiteY150" fmla="*/ 1007942 h 1047791"/>
              <a:gd name="connsiteX151" fmla="*/ 6353160 w 8759339"/>
              <a:gd name="connsiteY151" fmla="*/ 1007942 h 1047791"/>
              <a:gd name="connsiteX152" fmla="*/ 6353160 w 8759339"/>
              <a:gd name="connsiteY152" fmla="*/ 1045000 h 1047791"/>
              <a:gd name="connsiteX153" fmla="*/ 6215197 w 8759339"/>
              <a:gd name="connsiteY153" fmla="*/ 1045000 h 1047791"/>
              <a:gd name="connsiteX154" fmla="*/ 6032361 w 8759339"/>
              <a:gd name="connsiteY154" fmla="*/ 881364 h 1047791"/>
              <a:gd name="connsiteX155" fmla="*/ 6186064 w 8759339"/>
              <a:gd name="connsiteY155" fmla="*/ 881364 h 1047791"/>
              <a:gd name="connsiteX156" fmla="*/ 6186064 w 8759339"/>
              <a:gd name="connsiteY156" fmla="*/ 921770 h 1047791"/>
              <a:gd name="connsiteX157" fmla="*/ 6134495 w 8759339"/>
              <a:gd name="connsiteY157" fmla="*/ 921770 h 1047791"/>
              <a:gd name="connsiteX158" fmla="*/ 6134495 w 8759339"/>
              <a:gd name="connsiteY158" fmla="*/ 1045000 h 1047791"/>
              <a:gd name="connsiteX159" fmla="*/ 6083930 w 8759339"/>
              <a:gd name="connsiteY159" fmla="*/ 1045000 h 1047791"/>
              <a:gd name="connsiteX160" fmla="*/ 6083930 w 8759339"/>
              <a:gd name="connsiteY160" fmla="*/ 921770 h 1047791"/>
              <a:gd name="connsiteX161" fmla="*/ 6032361 w 8759339"/>
              <a:gd name="connsiteY161" fmla="*/ 921770 h 1047791"/>
              <a:gd name="connsiteX162" fmla="*/ 5727561 w 8759339"/>
              <a:gd name="connsiteY162" fmla="*/ 881364 h 1047791"/>
              <a:gd name="connsiteX163" fmla="*/ 5881264 w 8759339"/>
              <a:gd name="connsiteY163" fmla="*/ 881364 h 1047791"/>
              <a:gd name="connsiteX164" fmla="*/ 5881264 w 8759339"/>
              <a:gd name="connsiteY164" fmla="*/ 921770 h 1047791"/>
              <a:gd name="connsiteX165" fmla="*/ 5829695 w 8759339"/>
              <a:gd name="connsiteY165" fmla="*/ 921770 h 1047791"/>
              <a:gd name="connsiteX166" fmla="*/ 5829695 w 8759339"/>
              <a:gd name="connsiteY166" fmla="*/ 1045000 h 1047791"/>
              <a:gd name="connsiteX167" fmla="*/ 5779130 w 8759339"/>
              <a:gd name="connsiteY167" fmla="*/ 1045000 h 1047791"/>
              <a:gd name="connsiteX168" fmla="*/ 5779130 w 8759339"/>
              <a:gd name="connsiteY168" fmla="*/ 921770 h 1047791"/>
              <a:gd name="connsiteX169" fmla="*/ 5727561 w 8759339"/>
              <a:gd name="connsiteY169" fmla="*/ 921770 h 1047791"/>
              <a:gd name="connsiteX170" fmla="*/ 5567385 w 8759339"/>
              <a:gd name="connsiteY170" fmla="*/ 881364 h 1047791"/>
              <a:gd name="connsiteX171" fmla="*/ 5651436 w 8759339"/>
              <a:gd name="connsiteY171" fmla="*/ 881364 h 1047791"/>
              <a:gd name="connsiteX172" fmla="*/ 5692568 w 8759339"/>
              <a:gd name="connsiteY172" fmla="*/ 894423 h 1047791"/>
              <a:gd name="connsiteX173" fmla="*/ 5706242 w 8759339"/>
              <a:gd name="connsiteY173" fmla="*/ 931593 h 1047791"/>
              <a:gd name="connsiteX174" fmla="*/ 5691340 w 8759339"/>
              <a:gd name="connsiteY174" fmla="*/ 970326 h 1047791"/>
              <a:gd name="connsiteX175" fmla="*/ 5645855 w 8759339"/>
              <a:gd name="connsiteY175" fmla="*/ 984278 h 1047791"/>
              <a:gd name="connsiteX176" fmla="*/ 5618173 w 8759339"/>
              <a:gd name="connsiteY176" fmla="*/ 984278 h 1047791"/>
              <a:gd name="connsiteX177" fmla="*/ 5618173 w 8759339"/>
              <a:gd name="connsiteY177" fmla="*/ 1045000 h 1047791"/>
              <a:gd name="connsiteX178" fmla="*/ 5567385 w 8759339"/>
              <a:gd name="connsiteY178" fmla="*/ 1045000 h 1047791"/>
              <a:gd name="connsiteX179" fmla="*/ 5386410 w 8759339"/>
              <a:gd name="connsiteY179" fmla="*/ 881364 h 1047791"/>
              <a:gd name="connsiteX180" fmla="*/ 5470461 w 8759339"/>
              <a:gd name="connsiteY180" fmla="*/ 881364 h 1047791"/>
              <a:gd name="connsiteX181" fmla="*/ 5511593 w 8759339"/>
              <a:gd name="connsiteY181" fmla="*/ 894423 h 1047791"/>
              <a:gd name="connsiteX182" fmla="*/ 5525267 w 8759339"/>
              <a:gd name="connsiteY182" fmla="*/ 931593 h 1047791"/>
              <a:gd name="connsiteX183" fmla="*/ 5510365 w 8759339"/>
              <a:gd name="connsiteY183" fmla="*/ 970326 h 1047791"/>
              <a:gd name="connsiteX184" fmla="*/ 5464880 w 8759339"/>
              <a:gd name="connsiteY184" fmla="*/ 984278 h 1047791"/>
              <a:gd name="connsiteX185" fmla="*/ 5437198 w 8759339"/>
              <a:gd name="connsiteY185" fmla="*/ 984278 h 1047791"/>
              <a:gd name="connsiteX186" fmla="*/ 5437198 w 8759339"/>
              <a:gd name="connsiteY186" fmla="*/ 1045000 h 1047791"/>
              <a:gd name="connsiteX187" fmla="*/ 5386410 w 8759339"/>
              <a:gd name="connsiteY187" fmla="*/ 1045000 h 1047791"/>
              <a:gd name="connsiteX188" fmla="*/ 5055788 w 8759339"/>
              <a:gd name="connsiteY188" fmla="*/ 881364 h 1047791"/>
              <a:gd name="connsiteX189" fmla="*/ 5111953 w 8759339"/>
              <a:gd name="connsiteY189" fmla="*/ 881364 h 1047791"/>
              <a:gd name="connsiteX190" fmla="*/ 5144925 w 8759339"/>
              <a:gd name="connsiteY190" fmla="*/ 936565 h 1047791"/>
              <a:gd name="connsiteX191" fmla="*/ 5177960 w 8759339"/>
              <a:gd name="connsiteY191" fmla="*/ 881364 h 1047791"/>
              <a:gd name="connsiteX192" fmla="*/ 5233824 w 8759339"/>
              <a:gd name="connsiteY192" fmla="*/ 881364 h 1047791"/>
              <a:gd name="connsiteX193" fmla="*/ 5170200 w 8759339"/>
              <a:gd name="connsiteY193" fmla="*/ 976465 h 1047791"/>
              <a:gd name="connsiteX194" fmla="*/ 5170200 w 8759339"/>
              <a:gd name="connsiteY194" fmla="*/ 1045000 h 1047791"/>
              <a:gd name="connsiteX195" fmla="*/ 5119524 w 8759339"/>
              <a:gd name="connsiteY195" fmla="*/ 1045000 h 1047791"/>
              <a:gd name="connsiteX196" fmla="*/ 5119524 w 8759339"/>
              <a:gd name="connsiteY196" fmla="*/ 976465 h 1047791"/>
              <a:gd name="connsiteX197" fmla="*/ 4500808 w 8759339"/>
              <a:gd name="connsiteY197" fmla="*/ 881364 h 1047791"/>
              <a:gd name="connsiteX198" fmla="*/ 4551373 w 8759339"/>
              <a:gd name="connsiteY198" fmla="*/ 881364 h 1047791"/>
              <a:gd name="connsiteX199" fmla="*/ 4551373 w 8759339"/>
              <a:gd name="connsiteY199" fmla="*/ 1004705 h 1047791"/>
              <a:gd name="connsiteX200" fmla="*/ 4630289 w 8759339"/>
              <a:gd name="connsiteY200" fmla="*/ 1004705 h 1047791"/>
              <a:gd name="connsiteX201" fmla="*/ 4630289 w 8759339"/>
              <a:gd name="connsiteY201" fmla="*/ 1045000 h 1047791"/>
              <a:gd name="connsiteX202" fmla="*/ 4500808 w 8759339"/>
              <a:gd name="connsiteY202" fmla="*/ 1045000 h 1047791"/>
              <a:gd name="connsiteX203" fmla="*/ 4101093 w 8759339"/>
              <a:gd name="connsiteY203" fmla="*/ 881364 h 1047791"/>
              <a:gd name="connsiteX204" fmla="*/ 4148309 w 8759339"/>
              <a:gd name="connsiteY204" fmla="*/ 881364 h 1047791"/>
              <a:gd name="connsiteX205" fmla="*/ 4209924 w 8759339"/>
              <a:gd name="connsiteY205" fmla="*/ 971895 h 1047791"/>
              <a:gd name="connsiteX206" fmla="*/ 4209924 w 8759339"/>
              <a:gd name="connsiteY206" fmla="*/ 881364 h 1047791"/>
              <a:gd name="connsiteX207" fmla="*/ 4257586 w 8759339"/>
              <a:gd name="connsiteY207" fmla="*/ 881364 h 1047791"/>
              <a:gd name="connsiteX208" fmla="*/ 4257586 w 8759339"/>
              <a:gd name="connsiteY208" fmla="*/ 1045000 h 1047791"/>
              <a:gd name="connsiteX209" fmla="*/ 4209924 w 8759339"/>
              <a:gd name="connsiteY209" fmla="*/ 1045000 h 1047791"/>
              <a:gd name="connsiteX210" fmla="*/ 4148644 w 8759339"/>
              <a:gd name="connsiteY210" fmla="*/ 955152 h 1047791"/>
              <a:gd name="connsiteX211" fmla="*/ 4148644 w 8759339"/>
              <a:gd name="connsiteY211" fmla="*/ 1045000 h 1047791"/>
              <a:gd name="connsiteX212" fmla="*/ 4101093 w 8759339"/>
              <a:gd name="connsiteY212" fmla="*/ 1045000 h 1047791"/>
              <a:gd name="connsiteX213" fmla="*/ 3900957 w 8759339"/>
              <a:gd name="connsiteY213" fmla="*/ 881364 h 1047791"/>
              <a:gd name="connsiteX214" fmla="*/ 3951521 w 8759339"/>
              <a:gd name="connsiteY214" fmla="*/ 881364 h 1047791"/>
              <a:gd name="connsiteX215" fmla="*/ 3951521 w 8759339"/>
              <a:gd name="connsiteY215" fmla="*/ 938625 h 1047791"/>
              <a:gd name="connsiteX216" fmla="*/ 4006773 w 8759339"/>
              <a:gd name="connsiteY216" fmla="*/ 938625 h 1047791"/>
              <a:gd name="connsiteX217" fmla="*/ 4006773 w 8759339"/>
              <a:gd name="connsiteY217" fmla="*/ 881364 h 1047791"/>
              <a:gd name="connsiteX218" fmla="*/ 4057561 w 8759339"/>
              <a:gd name="connsiteY218" fmla="*/ 881364 h 1047791"/>
              <a:gd name="connsiteX219" fmla="*/ 4057561 w 8759339"/>
              <a:gd name="connsiteY219" fmla="*/ 1045000 h 1047791"/>
              <a:gd name="connsiteX220" fmla="*/ 4006773 w 8759339"/>
              <a:gd name="connsiteY220" fmla="*/ 1045000 h 1047791"/>
              <a:gd name="connsiteX221" fmla="*/ 4006773 w 8759339"/>
              <a:gd name="connsiteY221" fmla="*/ 978809 h 1047791"/>
              <a:gd name="connsiteX222" fmla="*/ 3951521 w 8759339"/>
              <a:gd name="connsiteY222" fmla="*/ 978809 h 1047791"/>
              <a:gd name="connsiteX223" fmla="*/ 3951521 w 8759339"/>
              <a:gd name="connsiteY223" fmla="*/ 1045000 h 1047791"/>
              <a:gd name="connsiteX224" fmla="*/ 3900957 w 8759339"/>
              <a:gd name="connsiteY224" fmla="*/ 1045000 h 1047791"/>
              <a:gd name="connsiteX225" fmla="*/ 3538672 w 8759339"/>
              <a:gd name="connsiteY225" fmla="*/ 881364 h 1047791"/>
              <a:gd name="connsiteX226" fmla="*/ 3674180 w 8759339"/>
              <a:gd name="connsiteY226" fmla="*/ 881364 h 1047791"/>
              <a:gd name="connsiteX227" fmla="*/ 3674180 w 8759339"/>
              <a:gd name="connsiteY227" fmla="*/ 916301 h 1047791"/>
              <a:gd name="connsiteX228" fmla="*/ 3589348 w 8759339"/>
              <a:gd name="connsiteY228" fmla="*/ 916301 h 1047791"/>
              <a:gd name="connsiteX229" fmla="*/ 3589348 w 8759339"/>
              <a:gd name="connsiteY229" fmla="*/ 942309 h 1047791"/>
              <a:gd name="connsiteX230" fmla="*/ 3668041 w 8759339"/>
              <a:gd name="connsiteY230" fmla="*/ 942309 h 1047791"/>
              <a:gd name="connsiteX231" fmla="*/ 3668041 w 8759339"/>
              <a:gd name="connsiteY231" fmla="*/ 975684 h 1047791"/>
              <a:gd name="connsiteX232" fmla="*/ 3589348 w 8759339"/>
              <a:gd name="connsiteY232" fmla="*/ 975684 h 1047791"/>
              <a:gd name="connsiteX233" fmla="*/ 3589348 w 8759339"/>
              <a:gd name="connsiteY233" fmla="*/ 1007942 h 1047791"/>
              <a:gd name="connsiteX234" fmla="*/ 3676635 w 8759339"/>
              <a:gd name="connsiteY234" fmla="*/ 1007942 h 1047791"/>
              <a:gd name="connsiteX235" fmla="*/ 3676635 w 8759339"/>
              <a:gd name="connsiteY235" fmla="*/ 1045000 h 1047791"/>
              <a:gd name="connsiteX236" fmla="*/ 3538672 w 8759339"/>
              <a:gd name="connsiteY236" fmla="*/ 1045000 h 1047791"/>
              <a:gd name="connsiteX237" fmla="*/ 3346311 w 8759339"/>
              <a:gd name="connsiteY237" fmla="*/ 881364 h 1047791"/>
              <a:gd name="connsiteX238" fmla="*/ 3500014 w 8759339"/>
              <a:gd name="connsiteY238" fmla="*/ 881364 h 1047791"/>
              <a:gd name="connsiteX239" fmla="*/ 3500014 w 8759339"/>
              <a:gd name="connsiteY239" fmla="*/ 921770 h 1047791"/>
              <a:gd name="connsiteX240" fmla="*/ 3448445 w 8759339"/>
              <a:gd name="connsiteY240" fmla="*/ 921770 h 1047791"/>
              <a:gd name="connsiteX241" fmla="*/ 3448445 w 8759339"/>
              <a:gd name="connsiteY241" fmla="*/ 1045000 h 1047791"/>
              <a:gd name="connsiteX242" fmla="*/ 3397880 w 8759339"/>
              <a:gd name="connsiteY242" fmla="*/ 1045000 h 1047791"/>
              <a:gd name="connsiteX243" fmla="*/ 3397880 w 8759339"/>
              <a:gd name="connsiteY243" fmla="*/ 921770 h 1047791"/>
              <a:gd name="connsiteX244" fmla="*/ 3346311 w 8759339"/>
              <a:gd name="connsiteY244" fmla="*/ 921770 h 1047791"/>
              <a:gd name="connsiteX245" fmla="*/ 3072282 w 8759339"/>
              <a:gd name="connsiteY245" fmla="*/ 881364 h 1047791"/>
              <a:gd name="connsiteX246" fmla="*/ 3197297 w 8759339"/>
              <a:gd name="connsiteY246" fmla="*/ 881364 h 1047791"/>
              <a:gd name="connsiteX247" fmla="*/ 3197297 w 8759339"/>
              <a:gd name="connsiteY247" fmla="*/ 916524 h 1047791"/>
              <a:gd name="connsiteX248" fmla="*/ 3123069 w 8759339"/>
              <a:gd name="connsiteY248" fmla="*/ 916524 h 1047791"/>
              <a:gd name="connsiteX249" fmla="*/ 3123069 w 8759339"/>
              <a:gd name="connsiteY249" fmla="*/ 945099 h 1047791"/>
              <a:gd name="connsiteX250" fmla="*/ 3186470 w 8759339"/>
              <a:gd name="connsiteY250" fmla="*/ 945099 h 1047791"/>
              <a:gd name="connsiteX251" fmla="*/ 3186470 w 8759339"/>
              <a:gd name="connsiteY251" fmla="*/ 978139 h 1047791"/>
              <a:gd name="connsiteX252" fmla="*/ 3123069 w 8759339"/>
              <a:gd name="connsiteY252" fmla="*/ 978139 h 1047791"/>
              <a:gd name="connsiteX253" fmla="*/ 3123069 w 8759339"/>
              <a:gd name="connsiteY253" fmla="*/ 1045000 h 1047791"/>
              <a:gd name="connsiteX254" fmla="*/ 3072282 w 8759339"/>
              <a:gd name="connsiteY254" fmla="*/ 1045000 h 1047791"/>
              <a:gd name="connsiteX255" fmla="*/ 2567122 w 8759339"/>
              <a:gd name="connsiteY255" fmla="*/ 881364 h 1047791"/>
              <a:gd name="connsiteX256" fmla="*/ 2702630 w 8759339"/>
              <a:gd name="connsiteY256" fmla="*/ 881364 h 1047791"/>
              <a:gd name="connsiteX257" fmla="*/ 2702630 w 8759339"/>
              <a:gd name="connsiteY257" fmla="*/ 916301 h 1047791"/>
              <a:gd name="connsiteX258" fmla="*/ 2617798 w 8759339"/>
              <a:gd name="connsiteY258" fmla="*/ 916301 h 1047791"/>
              <a:gd name="connsiteX259" fmla="*/ 2617798 w 8759339"/>
              <a:gd name="connsiteY259" fmla="*/ 942309 h 1047791"/>
              <a:gd name="connsiteX260" fmla="*/ 2696491 w 8759339"/>
              <a:gd name="connsiteY260" fmla="*/ 942309 h 1047791"/>
              <a:gd name="connsiteX261" fmla="*/ 2696491 w 8759339"/>
              <a:gd name="connsiteY261" fmla="*/ 975684 h 1047791"/>
              <a:gd name="connsiteX262" fmla="*/ 2617798 w 8759339"/>
              <a:gd name="connsiteY262" fmla="*/ 975684 h 1047791"/>
              <a:gd name="connsiteX263" fmla="*/ 2617798 w 8759339"/>
              <a:gd name="connsiteY263" fmla="*/ 1007942 h 1047791"/>
              <a:gd name="connsiteX264" fmla="*/ 2705085 w 8759339"/>
              <a:gd name="connsiteY264" fmla="*/ 1007942 h 1047791"/>
              <a:gd name="connsiteX265" fmla="*/ 2705085 w 8759339"/>
              <a:gd name="connsiteY265" fmla="*/ 1045000 h 1047791"/>
              <a:gd name="connsiteX266" fmla="*/ 2567122 w 8759339"/>
              <a:gd name="connsiteY266" fmla="*/ 1045000 h 1047791"/>
              <a:gd name="connsiteX267" fmla="*/ 2384287 w 8759339"/>
              <a:gd name="connsiteY267" fmla="*/ 881364 h 1047791"/>
              <a:gd name="connsiteX268" fmla="*/ 2537989 w 8759339"/>
              <a:gd name="connsiteY268" fmla="*/ 881364 h 1047791"/>
              <a:gd name="connsiteX269" fmla="*/ 2537989 w 8759339"/>
              <a:gd name="connsiteY269" fmla="*/ 921770 h 1047791"/>
              <a:gd name="connsiteX270" fmla="*/ 2486420 w 8759339"/>
              <a:gd name="connsiteY270" fmla="*/ 921770 h 1047791"/>
              <a:gd name="connsiteX271" fmla="*/ 2486420 w 8759339"/>
              <a:gd name="connsiteY271" fmla="*/ 1045000 h 1047791"/>
              <a:gd name="connsiteX272" fmla="*/ 2435856 w 8759339"/>
              <a:gd name="connsiteY272" fmla="*/ 1045000 h 1047791"/>
              <a:gd name="connsiteX273" fmla="*/ 2435856 w 8759339"/>
              <a:gd name="connsiteY273" fmla="*/ 921770 h 1047791"/>
              <a:gd name="connsiteX274" fmla="*/ 2384287 w 8759339"/>
              <a:gd name="connsiteY274" fmla="*/ 921770 h 1047791"/>
              <a:gd name="connsiteX275" fmla="*/ 2186345 w 8759339"/>
              <a:gd name="connsiteY275" fmla="*/ 881364 h 1047791"/>
              <a:gd name="connsiteX276" fmla="*/ 2236799 w 8759339"/>
              <a:gd name="connsiteY276" fmla="*/ 881364 h 1047791"/>
              <a:gd name="connsiteX277" fmla="*/ 2236799 w 8759339"/>
              <a:gd name="connsiteY277" fmla="*/ 981177 h 1047791"/>
              <a:gd name="connsiteX278" fmla="*/ 2244221 w 8759339"/>
              <a:gd name="connsiteY278" fmla="*/ 1002089 h 1047791"/>
              <a:gd name="connsiteX279" fmla="*/ 2264815 w 8759339"/>
              <a:gd name="connsiteY279" fmla="*/ 1009616 h 1047791"/>
              <a:gd name="connsiteX280" fmla="*/ 2285298 w 8759339"/>
              <a:gd name="connsiteY280" fmla="*/ 1002200 h 1047791"/>
              <a:gd name="connsiteX281" fmla="*/ 2292720 w 8759339"/>
              <a:gd name="connsiteY281" fmla="*/ 981177 h 1047791"/>
              <a:gd name="connsiteX282" fmla="*/ 2292720 w 8759339"/>
              <a:gd name="connsiteY282" fmla="*/ 881364 h 1047791"/>
              <a:gd name="connsiteX283" fmla="*/ 2343173 w 8759339"/>
              <a:gd name="connsiteY283" fmla="*/ 881364 h 1047791"/>
              <a:gd name="connsiteX284" fmla="*/ 2343173 w 8759339"/>
              <a:gd name="connsiteY284" fmla="*/ 978856 h 1047791"/>
              <a:gd name="connsiteX285" fmla="*/ 2338652 w 8759339"/>
              <a:gd name="connsiteY285" fmla="*/ 1006240 h 1047791"/>
              <a:gd name="connsiteX286" fmla="*/ 2324476 w 8759339"/>
              <a:gd name="connsiteY286" fmla="*/ 1028772 h 1047791"/>
              <a:gd name="connsiteX287" fmla="*/ 2304217 w 8759339"/>
              <a:gd name="connsiteY287" fmla="*/ 1042325 h 1047791"/>
              <a:gd name="connsiteX288" fmla="*/ 2268833 w 8759339"/>
              <a:gd name="connsiteY288" fmla="*/ 1047791 h 1047791"/>
              <a:gd name="connsiteX289" fmla="*/ 2242770 w 8759339"/>
              <a:gd name="connsiteY289" fmla="*/ 1046117 h 1047791"/>
              <a:gd name="connsiteX290" fmla="*/ 2219162 w 8759339"/>
              <a:gd name="connsiteY290" fmla="*/ 1039480 h 1047791"/>
              <a:gd name="connsiteX291" fmla="*/ 2201805 w 8759339"/>
              <a:gd name="connsiteY291" fmla="*/ 1025370 h 1047791"/>
              <a:gd name="connsiteX292" fmla="*/ 2191033 w 8759339"/>
              <a:gd name="connsiteY292" fmla="*/ 1006519 h 1047791"/>
              <a:gd name="connsiteX293" fmla="*/ 2186345 w 8759339"/>
              <a:gd name="connsiteY293" fmla="*/ 978856 h 1047791"/>
              <a:gd name="connsiteX294" fmla="*/ 2003287 w 8759339"/>
              <a:gd name="connsiteY294" fmla="*/ 881364 h 1047791"/>
              <a:gd name="connsiteX295" fmla="*/ 2156989 w 8759339"/>
              <a:gd name="connsiteY295" fmla="*/ 881364 h 1047791"/>
              <a:gd name="connsiteX296" fmla="*/ 2156989 w 8759339"/>
              <a:gd name="connsiteY296" fmla="*/ 921770 h 1047791"/>
              <a:gd name="connsiteX297" fmla="*/ 2105420 w 8759339"/>
              <a:gd name="connsiteY297" fmla="*/ 921770 h 1047791"/>
              <a:gd name="connsiteX298" fmla="*/ 2105420 w 8759339"/>
              <a:gd name="connsiteY298" fmla="*/ 1045000 h 1047791"/>
              <a:gd name="connsiteX299" fmla="*/ 2054856 w 8759339"/>
              <a:gd name="connsiteY299" fmla="*/ 1045000 h 1047791"/>
              <a:gd name="connsiteX300" fmla="*/ 2054856 w 8759339"/>
              <a:gd name="connsiteY300" fmla="*/ 921770 h 1047791"/>
              <a:gd name="connsiteX301" fmla="*/ 2003287 w 8759339"/>
              <a:gd name="connsiteY301" fmla="*/ 921770 h 1047791"/>
              <a:gd name="connsiteX302" fmla="*/ 1912018 w 8759339"/>
              <a:gd name="connsiteY302" fmla="*/ 881364 h 1047791"/>
              <a:gd name="connsiteX303" fmla="*/ 1962694 w 8759339"/>
              <a:gd name="connsiteY303" fmla="*/ 881364 h 1047791"/>
              <a:gd name="connsiteX304" fmla="*/ 1962694 w 8759339"/>
              <a:gd name="connsiteY304" fmla="*/ 1045000 h 1047791"/>
              <a:gd name="connsiteX305" fmla="*/ 1912018 w 8759339"/>
              <a:gd name="connsiteY305" fmla="*/ 1045000 h 1047791"/>
              <a:gd name="connsiteX306" fmla="*/ 1727062 w 8759339"/>
              <a:gd name="connsiteY306" fmla="*/ 881364 h 1047791"/>
              <a:gd name="connsiteX307" fmla="*/ 1880764 w 8759339"/>
              <a:gd name="connsiteY307" fmla="*/ 881364 h 1047791"/>
              <a:gd name="connsiteX308" fmla="*/ 1880764 w 8759339"/>
              <a:gd name="connsiteY308" fmla="*/ 921770 h 1047791"/>
              <a:gd name="connsiteX309" fmla="*/ 1829195 w 8759339"/>
              <a:gd name="connsiteY309" fmla="*/ 921770 h 1047791"/>
              <a:gd name="connsiteX310" fmla="*/ 1829195 w 8759339"/>
              <a:gd name="connsiteY310" fmla="*/ 1045000 h 1047791"/>
              <a:gd name="connsiteX311" fmla="*/ 1778630 w 8759339"/>
              <a:gd name="connsiteY311" fmla="*/ 1045000 h 1047791"/>
              <a:gd name="connsiteX312" fmla="*/ 1778630 w 8759339"/>
              <a:gd name="connsiteY312" fmla="*/ 921770 h 1047791"/>
              <a:gd name="connsiteX313" fmla="*/ 1727062 w 8759339"/>
              <a:gd name="connsiteY313" fmla="*/ 921770 h 1047791"/>
              <a:gd name="connsiteX314" fmla="*/ 1357893 w 8759339"/>
              <a:gd name="connsiteY314" fmla="*/ 881364 h 1047791"/>
              <a:gd name="connsiteX315" fmla="*/ 1405110 w 8759339"/>
              <a:gd name="connsiteY315" fmla="*/ 881364 h 1047791"/>
              <a:gd name="connsiteX316" fmla="*/ 1466724 w 8759339"/>
              <a:gd name="connsiteY316" fmla="*/ 971895 h 1047791"/>
              <a:gd name="connsiteX317" fmla="*/ 1466724 w 8759339"/>
              <a:gd name="connsiteY317" fmla="*/ 881364 h 1047791"/>
              <a:gd name="connsiteX318" fmla="*/ 1514386 w 8759339"/>
              <a:gd name="connsiteY318" fmla="*/ 881364 h 1047791"/>
              <a:gd name="connsiteX319" fmla="*/ 1514386 w 8759339"/>
              <a:gd name="connsiteY319" fmla="*/ 1045000 h 1047791"/>
              <a:gd name="connsiteX320" fmla="*/ 1466724 w 8759339"/>
              <a:gd name="connsiteY320" fmla="*/ 1045000 h 1047791"/>
              <a:gd name="connsiteX321" fmla="*/ 1405444 w 8759339"/>
              <a:gd name="connsiteY321" fmla="*/ 955152 h 1047791"/>
              <a:gd name="connsiteX322" fmla="*/ 1405444 w 8759339"/>
              <a:gd name="connsiteY322" fmla="*/ 1045000 h 1047791"/>
              <a:gd name="connsiteX323" fmla="*/ 1357893 w 8759339"/>
              <a:gd name="connsiteY323" fmla="*/ 1045000 h 1047791"/>
              <a:gd name="connsiteX324" fmla="*/ 1264318 w 8759339"/>
              <a:gd name="connsiteY324" fmla="*/ 881364 h 1047791"/>
              <a:gd name="connsiteX325" fmla="*/ 1314995 w 8759339"/>
              <a:gd name="connsiteY325" fmla="*/ 881364 h 1047791"/>
              <a:gd name="connsiteX326" fmla="*/ 1314995 w 8759339"/>
              <a:gd name="connsiteY326" fmla="*/ 1045000 h 1047791"/>
              <a:gd name="connsiteX327" fmla="*/ 1264318 w 8759339"/>
              <a:gd name="connsiteY327" fmla="*/ 1045000 h 1047791"/>
              <a:gd name="connsiteX328" fmla="*/ 729244 w 8759339"/>
              <a:gd name="connsiteY328" fmla="*/ 881364 h 1047791"/>
              <a:gd name="connsiteX329" fmla="*/ 776459 w 8759339"/>
              <a:gd name="connsiteY329" fmla="*/ 881364 h 1047791"/>
              <a:gd name="connsiteX330" fmla="*/ 838074 w 8759339"/>
              <a:gd name="connsiteY330" fmla="*/ 971895 h 1047791"/>
              <a:gd name="connsiteX331" fmla="*/ 838074 w 8759339"/>
              <a:gd name="connsiteY331" fmla="*/ 881364 h 1047791"/>
              <a:gd name="connsiteX332" fmla="*/ 885736 w 8759339"/>
              <a:gd name="connsiteY332" fmla="*/ 881364 h 1047791"/>
              <a:gd name="connsiteX333" fmla="*/ 885736 w 8759339"/>
              <a:gd name="connsiteY333" fmla="*/ 1045000 h 1047791"/>
              <a:gd name="connsiteX334" fmla="*/ 838074 w 8759339"/>
              <a:gd name="connsiteY334" fmla="*/ 1045000 h 1047791"/>
              <a:gd name="connsiteX335" fmla="*/ 776794 w 8759339"/>
              <a:gd name="connsiteY335" fmla="*/ 955152 h 1047791"/>
              <a:gd name="connsiteX336" fmla="*/ 776794 w 8759339"/>
              <a:gd name="connsiteY336" fmla="*/ 1045000 h 1047791"/>
              <a:gd name="connsiteX337" fmla="*/ 729244 w 8759339"/>
              <a:gd name="connsiteY337" fmla="*/ 1045000 h 1047791"/>
              <a:gd name="connsiteX338" fmla="*/ 635668 w 8759339"/>
              <a:gd name="connsiteY338" fmla="*/ 881364 h 1047791"/>
              <a:gd name="connsiteX339" fmla="*/ 686344 w 8759339"/>
              <a:gd name="connsiteY339" fmla="*/ 881364 h 1047791"/>
              <a:gd name="connsiteX340" fmla="*/ 686344 w 8759339"/>
              <a:gd name="connsiteY340" fmla="*/ 1045000 h 1047791"/>
              <a:gd name="connsiteX341" fmla="*/ 635668 w 8759339"/>
              <a:gd name="connsiteY341" fmla="*/ 1045000 h 1047791"/>
              <a:gd name="connsiteX342" fmla="*/ 530298 w 8759339"/>
              <a:gd name="connsiteY342" fmla="*/ 881364 h 1047791"/>
              <a:gd name="connsiteX343" fmla="*/ 580974 w 8759339"/>
              <a:gd name="connsiteY343" fmla="*/ 881364 h 1047791"/>
              <a:gd name="connsiteX344" fmla="*/ 580974 w 8759339"/>
              <a:gd name="connsiteY344" fmla="*/ 970266 h 1047791"/>
              <a:gd name="connsiteX345" fmla="*/ 576006 w 8759339"/>
              <a:gd name="connsiteY345" fmla="*/ 1012877 h 1047791"/>
              <a:gd name="connsiteX346" fmla="*/ 556027 w 8759339"/>
              <a:gd name="connsiteY346" fmla="*/ 1037640 h 1047791"/>
              <a:gd name="connsiteX347" fmla="*/ 517573 w 8759339"/>
              <a:gd name="connsiteY347" fmla="*/ 1047791 h 1047791"/>
              <a:gd name="connsiteX348" fmla="*/ 479175 w 8759339"/>
              <a:gd name="connsiteY348" fmla="*/ 1041094 h 1047791"/>
              <a:gd name="connsiteX349" fmla="*/ 458135 w 8759339"/>
              <a:gd name="connsiteY349" fmla="*/ 1021504 h 1047791"/>
              <a:gd name="connsiteX350" fmla="*/ 449372 w 8759339"/>
              <a:gd name="connsiteY350" fmla="*/ 989636 h 1047791"/>
              <a:gd name="connsiteX351" fmla="*/ 497704 w 8759339"/>
              <a:gd name="connsiteY351" fmla="*/ 983051 h 1047791"/>
              <a:gd name="connsiteX352" fmla="*/ 499602 w 8759339"/>
              <a:gd name="connsiteY352" fmla="*/ 999124 h 1047791"/>
              <a:gd name="connsiteX353" fmla="*/ 505629 w 8759339"/>
              <a:gd name="connsiteY353" fmla="*/ 1007607 h 1047791"/>
              <a:gd name="connsiteX354" fmla="*/ 513889 w 8759339"/>
              <a:gd name="connsiteY354" fmla="*/ 1009728 h 1047791"/>
              <a:gd name="connsiteX355" fmla="*/ 526335 w 8759339"/>
              <a:gd name="connsiteY355" fmla="*/ 1003427 h 1047791"/>
              <a:gd name="connsiteX356" fmla="*/ 530298 w 8759339"/>
              <a:gd name="connsiteY356" fmla="*/ 982182 h 1047791"/>
              <a:gd name="connsiteX357" fmla="*/ 368968 w 8759339"/>
              <a:gd name="connsiteY357" fmla="*/ 881364 h 1047791"/>
              <a:gd name="connsiteX358" fmla="*/ 419644 w 8759339"/>
              <a:gd name="connsiteY358" fmla="*/ 881364 h 1047791"/>
              <a:gd name="connsiteX359" fmla="*/ 419644 w 8759339"/>
              <a:gd name="connsiteY359" fmla="*/ 1045000 h 1047791"/>
              <a:gd name="connsiteX360" fmla="*/ 368968 w 8759339"/>
              <a:gd name="connsiteY360" fmla="*/ 1045000 h 1047791"/>
              <a:gd name="connsiteX361" fmla="*/ 195397 w 8759339"/>
              <a:gd name="connsiteY361" fmla="*/ 881364 h 1047791"/>
              <a:gd name="connsiteX362" fmla="*/ 330905 w 8759339"/>
              <a:gd name="connsiteY362" fmla="*/ 881364 h 1047791"/>
              <a:gd name="connsiteX363" fmla="*/ 330905 w 8759339"/>
              <a:gd name="connsiteY363" fmla="*/ 916301 h 1047791"/>
              <a:gd name="connsiteX364" fmla="*/ 246073 w 8759339"/>
              <a:gd name="connsiteY364" fmla="*/ 916301 h 1047791"/>
              <a:gd name="connsiteX365" fmla="*/ 246073 w 8759339"/>
              <a:gd name="connsiteY365" fmla="*/ 942309 h 1047791"/>
              <a:gd name="connsiteX366" fmla="*/ 324766 w 8759339"/>
              <a:gd name="connsiteY366" fmla="*/ 942309 h 1047791"/>
              <a:gd name="connsiteX367" fmla="*/ 324766 w 8759339"/>
              <a:gd name="connsiteY367" fmla="*/ 975684 h 1047791"/>
              <a:gd name="connsiteX368" fmla="*/ 246073 w 8759339"/>
              <a:gd name="connsiteY368" fmla="*/ 975684 h 1047791"/>
              <a:gd name="connsiteX369" fmla="*/ 246073 w 8759339"/>
              <a:gd name="connsiteY369" fmla="*/ 1007942 h 1047791"/>
              <a:gd name="connsiteX370" fmla="*/ 333361 w 8759339"/>
              <a:gd name="connsiteY370" fmla="*/ 1007942 h 1047791"/>
              <a:gd name="connsiteX371" fmla="*/ 333361 w 8759339"/>
              <a:gd name="connsiteY371" fmla="*/ 1045000 h 1047791"/>
              <a:gd name="connsiteX372" fmla="*/ 195397 w 8759339"/>
              <a:gd name="connsiteY372" fmla="*/ 1045000 h 1047791"/>
              <a:gd name="connsiteX373" fmla="*/ 5120 w 8759339"/>
              <a:gd name="connsiteY373" fmla="*/ 881364 h 1047791"/>
              <a:gd name="connsiteX374" fmla="*/ 99775 w 8759339"/>
              <a:gd name="connsiteY374" fmla="*/ 881364 h 1047791"/>
              <a:gd name="connsiteX375" fmla="*/ 136108 w 8759339"/>
              <a:gd name="connsiteY375" fmla="*/ 893084 h 1047791"/>
              <a:gd name="connsiteX376" fmla="*/ 148777 w 8759339"/>
              <a:gd name="connsiteY376" fmla="*/ 922105 h 1047791"/>
              <a:gd name="connsiteX377" fmla="*/ 139736 w 8759339"/>
              <a:gd name="connsiteY377" fmla="*/ 946997 h 1047791"/>
              <a:gd name="connsiteX378" fmla="*/ 122100 w 8759339"/>
              <a:gd name="connsiteY378" fmla="*/ 957936 h 1047791"/>
              <a:gd name="connsiteX379" fmla="*/ 148051 w 8759339"/>
              <a:gd name="connsiteY379" fmla="*/ 972502 h 1047791"/>
              <a:gd name="connsiteX380" fmla="*/ 156367 w 8759339"/>
              <a:gd name="connsiteY380" fmla="*/ 998454 h 1047791"/>
              <a:gd name="connsiteX381" fmla="*/ 150451 w 8759339"/>
              <a:gd name="connsiteY381" fmla="*/ 1021337 h 1047791"/>
              <a:gd name="connsiteX382" fmla="*/ 134266 w 8759339"/>
              <a:gd name="connsiteY382" fmla="*/ 1037410 h 1047791"/>
              <a:gd name="connsiteX383" fmla="*/ 115067 w 8759339"/>
              <a:gd name="connsiteY383" fmla="*/ 1042768 h 1047791"/>
              <a:gd name="connsiteX384" fmla="*/ 92408 w 8759339"/>
              <a:gd name="connsiteY384" fmla="*/ 1045000 h 1047791"/>
              <a:gd name="connsiteX385" fmla="*/ 5120 w 8759339"/>
              <a:gd name="connsiteY385" fmla="*/ 1045000 h 1047791"/>
              <a:gd name="connsiteX386" fmla="*/ 8682878 w 8759339"/>
              <a:gd name="connsiteY386" fmla="*/ 878573 h 1047791"/>
              <a:gd name="connsiteX387" fmla="*/ 8731489 w 8759339"/>
              <a:gd name="connsiteY387" fmla="*/ 891075 h 1047791"/>
              <a:gd name="connsiteX388" fmla="*/ 8757776 w 8759339"/>
              <a:gd name="connsiteY388" fmla="*/ 929472 h 1047791"/>
              <a:gd name="connsiteX389" fmla="*/ 8713128 w 8759339"/>
              <a:gd name="connsiteY389" fmla="*/ 939407 h 1047791"/>
              <a:gd name="connsiteX390" fmla="*/ 8708216 w 8759339"/>
              <a:gd name="connsiteY390" fmla="*/ 928468 h 1047791"/>
              <a:gd name="connsiteX391" fmla="*/ 8697836 w 8759339"/>
              <a:gd name="connsiteY391" fmla="*/ 919538 h 1047791"/>
              <a:gd name="connsiteX392" fmla="*/ 8684106 w 8759339"/>
              <a:gd name="connsiteY392" fmla="*/ 916413 h 1047791"/>
              <a:gd name="connsiteX393" fmla="*/ 8657764 w 8759339"/>
              <a:gd name="connsiteY393" fmla="*/ 930238 h 1047791"/>
              <a:gd name="connsiteX394" fmla="*/ 8650843 w 8759339"/>
              <a:gd name="connsiteY394" fmla="*/ 962456 h 1047791"/>
              <a:gd name="connsiteX395" fmla="*/ 8659103 w 8759339"/>
              <a:gd name="connsiteY395" fmla="*/ 999750 h 1047791"/>
              <a:gd name="connsiteX396" fmla="*/ 8682320 w 8759339"/>
              <a:gd name="connsiteY396" fmla="*/ 1009840 h 1047791"/>
              <a:gd name="connsiteX397" fmla="*/ 8704254 w 8759339"/>
              <a:gd name="connsiteY397" fmla="*/ 1001691 h 1047791"/>
              <a:gd name="connsiteX398" fmla="*/ 8715025 w 8759339"/>
              <a:gd name="connsiteY398" fmla="*/ 978028 h 1047791"/>
              <a:gd name="connsiteX399" fmla="*/ 8759339 w 8759339"/>
              <a:gd name="connsiteY399" fmla="*/ 991422 h 1047791"/>
              <a:gd name="connsiteX400" fmla="*/ 8745275 w 8759339"/>
              <a:gd name="connsiteY400" fmla="*/ 1022564 h 1047791"/>
              <a:gd name="connsiteX401" fmla="*/ 8721444 w 8759339"/>
              <a:gd name="connsiteY401" fmla="*/ 1041428 h 1047791"/>
              <a:gd name="connsiteX402" fmla="*/ 8685223 w 8759339"/>
              <a:gd name="connsiteY402" fmla="*/ 1047791 h 1047791"/>
              <a:gd name="connsiteX403" fmla="*/ 8641634 w 8759339"/>
              <a:gd name="connsiteY403" fmla="*/ 1040038 h 1047791"/>
              <a:gd name="connsiteX404" fmla="*/ 8612446 w 8759339"/>
              <a:gd name="connsiteY404" fmla="*/ 1012765 h 1047791"/>
              <a:gd name="connsiteX405" fmla="*/ 8600167 w 8759339"/>
              <a:gd name="connsiteY405" fmla="*/ 962791 h 1047791"/>
              <a:gd name="connsiteX406" fmla="*/ 8621766 w 8759339"/>
              <a:gd name="connsiteY406" fmla="*/ 900381 h 1047791"/>
              <a:gd name="connsiteX407" fmla="*/ 8682878 w 8759339"/>
              <a:gd name="connsiteY407" fmla="*/ 878573 h 1047791"/>
              <a:gd name="connsiteX408" fmla="*/ 8396719 w 8759339"/>
              <a:gd name="connsiteY408" fmla="*/ 878573 h 1047791"/>
              <a:gd name="connsiteX409" fmla="*/ 8444549 w 8759339"/>
              <a:gd name="connsiteY409" fmla="*/ 890237 h 1047791"/>
              <a:gd name="connsiteX410" fmla="*/ 8464138 w 8759339"/>
              <a:gd name="connsiteY410" fmla="*/ 927351 h 1047791"/>
              <a:gd name="connsiteX411" fmla="*/ 8416476 w 8759339"/>
              <a:gd name="connsiteY411" fmla="*/ 930142 h 1047791"/>
              <a:gd name="connsiteX412" fmla="*/ 8408495 w 8759339"/>
              <a:gd name="connsiteY412" fmla="*/ 914069 h 1047791"/>
              <a:gd name="connsiteX413" fmla="*/ 8391696 w 8759339"/>
              <a:gd name="connsiteY413" fmla="*/ 909046 h 1047791"/>
              <a:gd name="connsiteX414" fmla="*/ 8378413 w 8759339"/>
              <a:gd name="connsiteY414" fmla="*/ 912785 h 1047791"/>
              <a:gd name="connsiteX415" fmla="*/ 8373949 w 8759339"/>
              <a:gd name="connsiteY415" fmla="*/ 921882 h 1047791"/>
              <a:gd name="connsiteX416" fmla="*/ 8377632 w 8759339"/>
              <a:gd name="connsiteY416" fmla="*/ 928914 h 1047791"/>
              <a:gd name="connsiteX417" fmla="*/ 8394598 w 8759339"/>
              <a:gd name="connsiteY417" fmla="*/ 934942 h 1047791"/>
              <a:gd name="connsiteX418" fmla="*/ 8442093 w 8759339"/>
              <a:gd name="connsiteY418" fmla="*/ 949397 h 1047791"/>
              <a:gd name="connsiteX419" fmla="*/ 8462966 w 8759339"/>
              <a:gd name="connsiteY419" fmla="*/ 967535 h 1047791"/>
              <a:gd name="connsiteX420" fmla="*/ 8469496 w 8759339"/>
              <a:gd name="connsiteY420" fmla="*/ 991757 h 1047791"/>
              <a:gd name="connsiteX421" fmla="*/ 8460790 w 8759339"/>
              <a:gd name="connsiteY421" fmla="*/ 1020778 h 1047791"/>
              <a:gd name="connsiteX422" fmla="*/ 8436456 w 8759339"/>
              <a:gd name="connsiteY422" fmla="*/ 1040926 h 1047791"/>
              <a:gd name="connsiteX423" fmla="*/ 8397054 w 8759339"/>
              <a:gd name="connsiteY423" fmla="*/ 1047791 h 1047791"/>
              <a:gd name="connsiteX424" fmla="*/ 8339235 w 8759339"/>
              <a:gd name="connsiteY424" fmla="*/ 1031717 h 1047791"/>
              <a:gd name="connsiteX425" fmla="*/ 8321040 w 8759339"/>
              <a:gd name="connsiteY425" fmla="*/ 990864 h 1047791"/>
              <a:gd name="connsiteX426" fmla="*/ 8369149 w 8759339"/>
              <a:gd name="connsiteY426" fmla="*/ 987850 h 1047791"/>
              <a:gd name="connsiteX427" fmla="*/ 8375511 w 8759339"/>
              <a:gd name="connsiteY427" fmla="*/ 1005710 h 1047791"/>
              <a:gd name="connsiteX428" fmla="*/ 8397835 w 8759339"/>
              <a:gd name="connsiteY428" fmla="*/ 1015644 h 1047791"/>
              <a:gd name="connsiteX429" fmla="*/ 8414523 w 8759339"/>
              <a:gd name="connsiteY429" fmla="*/ 1010565 h 1047791"/>
              <a:gd name="connsiteX430" fmla="*/ 8420383 w 8759339"/>
              <a:gd name="connsiteY430" fmla="*/ 998789 h 1047791"/>
              <a:gd name="connsiteX431" fmla="*/ 8414802 w 8759339"/>
              <a:gd name="connsiteY431" fmla="*/ 987404 h 1047791"/>
              <a:gd name="connsiteX432" fmla="*/ 8388906 w 8759339"/>
              <a:gd name="connsiteY432" fmla="*/ 977916 h 1047791"/>
              <a:gd name="connsiteX433" fmla="*/ 8341467 w 8759339"/>
              <a:gd name="connsiteY433" fmla="*/ 958047 h 1047791"/>
              <a:gd name="connsiteX434" fmla="*/ 8327179 w 8759339"/>
              <a:gd name="connsiteY434" fmla="*/ 926459 h 1047791"/>
              <a:gd name="connsiteX435" fmla="*/ 8334491 w 8759339"/>
              <a:gd name="connsiteY435" fmla="*/ 902627 h 1047791"/>
              <a:gd name="connsiteX436" fmla="*/ 8356480 w 8759339"/>
              <a:gd name="connsiteY436" fmla="*/ 884991 h 1047791"/>
              <a:gd name="connsiteX437" fmla="*/ 8396719 w 8759339"/>
              <a:gd name="connsiteY437" fmla="*/ 878573 h 1047791"/>
              <a:gd name="connsiteX438" fmla="*/ 8225269 w 8759339"/>
              <a:gd name="connsiteY438" fmla="*/ 878573 h 1047791"/>
              <a:gd name="connsiteX439" fmla="*/ 8273099 w 8759339"/>
              <a:gd name="connsiteY439" fmla="*/ 890237 h 1047791"/>
              <a:gd name="connsiteX440" fmla="*/ 8292689 w 8759339"/>
              <a:gd name="connsiteY440" fmla="*/ 927351 h 1047791"/>
              <a:gd name="connsiteX441" fmla="*/ 8245026 w 8759339"/>
              <a:gd name="connsiteY441" fmla="*/ 930142 h 1047791"/>
              <a:gd name="connsiteX442" fmla="*/ 8237045 w 8759339"/>
              <a:gd name="connsiteY442" fmla="*/ 914069 h 1047791"/>
              <a:gd name="connsiteX443" fmla="*/ 8220246 w 8759339"/>
              <a:gd name="connsiteY443" fmla="*/ 909046 h 1047791"/>
              <a:gd name="connsiteX444" fmla="*/ 8206963 w 8759339"/>
              <a:gd name="connsiteY444" fmla="*/ 912785 h 1047791"/>
              <a:gd name="connsiteX445" fmla="*/ 8202499 w 8759339"/>
              <a:gd name="connsiteY445" fmla="*/ 921882 h 1047791"/>
              <a:gd name="connsiteX446" fmla="*/ 8206182 w 8759339"/>
              <a:gd name="connsiteY446" fmla="*/ 928914 h 1047791"/>
              <a:gd name="connsiteX447" fmla="*/ 8223149 w 8759339"/>
              <a:gd name="connsiteY447" fmla="*/ 934942 h 1047791"/>
              <a:gd name="connsiteX448" fmla="*/ 8270643 w 8759339"/>
              <a:gd name="connsiteY448" fmla="*/ 949397 h 1047791"/>
              <a:gd name="connsiteX449" fmla="*/ 8291517 w 8759339"/>
              <a:gd name="connsiteY449" fmla="*/ 967535 h 1047791"/>
              <a:gd name="connsiteX450" fmla="*/ 8298046 w 8759339"/>
              <a:gd name="connsiteY450" fmla="*/ 991757 h 1047791"/>
              <a:gd name="connsiteX451" fmla="*/ 8289339 w 8759339"/>
              <a:gd name="connsiteY451" fmla="*/ 1020778 h 1047791"/>
              <a:gd name="connsiteX452" fmla="*/ 8265007 w 8759339"/>
              <a:gd name="connsiteY452" fmla="*/ 1040926 h 1047791"/>
              <a:gd name="connsiteX453" fmla="*/ 8225604 w 8759339"/>
              <a:gd name="connsiteY453" fmla="*/ 1047791 h 1047791"/>
              <a:gd name="connsiteX454" fmla="*/ 8167785 w 8759339"/>
              <a:gd name="connsiteY454" fmla="*/ 1031717 h 1047791"/>
              <a:gd name="connsiteX455" fmla="*/ 8149590 w 8759339"/>
              <a:gd name="connsiteY455" fmla="*/ 990864 h 1047791"/>
              <a:gd name="connsiteX456" fmla="*/ 8197699 w 8759339"/>
              <a:gd name="connsiteY456" fmla="*/ 987850 h 1047791"/>
              <a:gd name="connsiteX457" fmla="*/ 8204061 w 8759339"/>
              <a:gd name="connsiteY457" fmla="*/ 1005710 h 1047791"/>
              <a:gd name="connsiteX458" fmla="*/ 8226385 w 8759339"/>
              <a:gd name="connsiteY458" fmla="*/ 1015644 h 1047791"/>
              <a:gd name="connsiteX459" fmla="*/ 8243073 w 8759339"/>
              <a:gd name="connsiteY459" fmla="*/ 1010565 h 1047791"/>
              <a:gd name="connsiteX460" fmla="*/ 8248933 w 8759339"/>
              <a:gd name="connsiteY460" fmla="*/ 998789 h 1047791"/>
              <a:gd name="connsiteX461" fmla="*/ 8243352 w 8759339"/>
              <a:gd name="connsiteY461" fmla="*/ 987404 h 1047791"/>
              <a:gd name="connsiteX462" fmla="*/ 8217455 w 8759339"/>
              <a:gd name="connsiteY462" fmla="*/ 977916 h 1047791"/>
              <a:gd name="connsiteX463" fmla="*/ 8170017 w 8759339"/>
              <a:gd name="connsiteY463" fmla="*/ 958047 h 1047791"/>
              <a:gd name="connsiteX464" fmla="*/ 8155729 w 8759339"/>
              <a:gd name="connsiteY464" fmla="*/ 926459 h 1047791"/>
              <a:gd name="connsiteX465" fmla="*/ 8163041 w 8759339"/>
              <a:gd name="connsiteY465" fmla="*/ 902627 h 1047791"/>
              <a:gd name="connsiteX466" fmla="*/ 8185030 w 8759339"/>
              <a:gd name="connsiteY466" fmla="*/ 884991 h 1047791"/>
              <a:gd name="connsiteX467" fmla="*/ 8225269 w 8759339"/>
              <a:gd name="connsiteY467" fmla="*/ 878573 h 1047791"/>
              <a:gd name="connsiteX468" fmla="*/ 7682753 w 8759339"/>
              <a:gd name="connsiteY468" fmla="*/ 878573 h 1047791"/>
              <a:gd name="connsiteX469" fmla="*/ 7731365 w 8759339"/>
              <a:gd name="connsiteY469" fmla="*/ 891075 h 1047791"/>
              <a:gd name="connsiteX470" fmla="*/ 7757651 w 8759339"/>
              <a:gd name="connsiteY470" fmla="*/ 929472 h 1047791"/>
              <a:gd name="connsiteX471" fmla="*/ 7713003 w 8759339"/>
              <a:gd name="connsiteY471" fmla="*/ 939407 h 1047791"/>
              <a:gd name="connsiteX472" fmla="*/ 7708091 w 8759339"/>
              <a:gd name="connsiteY472" fmla="*/ 928468 h 1047791"/>
              <a:gd name="connsiteX473" fmla="*/ 7697711 w 8759339"/>
              <a:gd name="connsiteY473" fmla="*/ 919538 h 1047791"/>
              <a:gd name="connsiteX474" fmla="*/ 7683981 w 8759339"/>
              <a:gd name="connsiteY474" fmla="*/ 916413 h 1047791"/>
              <a:gd name="connsiteX475" fmla="*/ 7657639 w 8759339"/>
              <a:gd name="connsiteY475" fmla="*/ 930238 h 1047791"/>
              <a:gd name="connsiteX476" fmla="*/ 7650718 w 8759339"/>
              <a:gd name="connsiteY476" fmla="*/ 962456 h 1047791"/>
              <a:gd name="connsiteX477" fmla="*/ 7658978 w 8759339"/>
              <a:gd name="connsiteY477" fmla="*/ 999750 h 1047791"/>
              <a:gd name="connsiteX478" fmla="*/ 7682195 w 8759339"/>
              <a:gd name="connsiteY478" fmla="*/ 1009840 h 1047791"/>
              <a:gd name="connsiteX479" fmla="*/ 7704129 w 8759339"/>
              <a:gd name="connsiteY479" fmla="*/ 1001691 h 1047791"/>
              <a:gd name="connsiteX480" fmla="*/ 7714901 w 8759339"/>
              <a:gd name="connsiteY480" fmla="*/ 978028 h 1047791"/>
              <a:gd name="connsiteX481" fmla="*/ 7759214 w 8759339"/>
              <a:gd name="connsiteY481" fmla="*/ 991422 h 1047791"/>
              <a:gd name="connsiteX482" fmla="*/ 7745149 w 8759339"/>
              <a:gd name="connsiteY482" fmla="*/ 1022564 h 1047791"/>
              <a:gd name="connsiteX483" fmla="*/ 7721319 w 8759339"/>
              <a:gd name="connsiteY483" fmla="*/ 1041428 h 1047791"/>
              <a:gd name="connsiteX484" fmla="*/ 7685097 w 8759339"/>
              <a:gd name="connsiteY484" fmla="*/ 1047791 h 1047791"/>
              <a:gd name="connsiteX485" fmla="*/ 7641509 w 8759339"/>
              <a:gd name="connsiteY485" fmla="*/ 1040038 h 1047791"/>
              <a:gd name="connsiteX486" fmla="*/ 7612321 w 8759339"/>
              <a:gd name="connsiteY486" fmla="*/ 1012765 h 1047791"/>
              <a:gd name="connsiteX487" fmla="*/ 7600042 w 8759339"/>
              <a:gd name="connsiteY487" fmla="*/ 962791 h 1047791"/>
              <a:gd name="connsiteX488" fmla="*/ 7621641 w 8759339"/>
              <a:gd name="connsiteY488" fmla="*/ 900381 h 1047791"/>
              <a:gd name="connsiteX489" fmla="*/ 7682753 w 8759339"/>
              <a:gd name="connsiteY489" fmla="*/ 878573 h 1047791"/>
              <a:gd name="connsiteX490" fmla="*/ 4954213 w 8759339"/>
              <a:gd name="connsiteY490" fmla="*/ 878573 h 1047791"/>
              <a:gd name="connsiteX491" fmla="*/ 4994788 w 8759339"/>
              <a:gd name="connsiteY491" fmla="*/ 883484 h 1047791"/>
              <a:gd name="connsiteX492" fmla="*/ 5017112 w 8759339"/>
              <a:gd name="connsiteY492" fmla="*/ 898721 h 1047791"/>
              <a:gd name="connsiteX493" fmla="*/ 5030451 w 8759339"/>
              <a:gd name="connsiteY493" fmla="*/ 924896 h 1047791"/>
              <a:gd name="connsiteX494" fmla="*/ 4981672 w 8759339"/>
              <a:gd name="connsiteY494" fmla="*/ 933602 h 1047791"/>
              <a:gd name="connsiteX495" fmla="*/ 4971459 w 8759339"/>
              <a:gd name="connsiteY495" fmla="*/ 919426 h 1047791"/>
              <a:gd name="connsiteX496" fmla="*/ 4953097 w 8759339"/>
              <a:gd name="connsiteY496" fmla="*/ 914515 h 1047791"/>
              <a:gd name="connsiteX497" fmla="*/ 4926587 w 8759339"/>
              <a:gd name="connsiteY497" fmla="*/ 926068 h 1047791"/>
              <a:gd name="connsiteX498" fmla="*/ 4916709 w 8759339"/>
              <a:gd name="connsiteY498" fmla="*/ 962624 h 1047791"/>
              <a:gd name="connsiteX499" fmla="*/ 4926699 w 8759339"/>
              <a:gd name="connsiteY499" fmla="*/ 1000575 h 1047791"/>
              <a:gd name="connsiteX500" fmla="*/ 4954548 w 8759339"/>
              <a:gd name="connsiteY500" fmla="*/ 1011960 h 1047791"/>
              <a:gd name="connsiteX501" fmla="*/ 4970733 w 8759339"/>
              <a:gd name="connsiteY501" fmla="*/ 1009505 h 1047791"/>
              <a:gd name="connsiteX502" fmla="*/ 4988369 w 8759339"/>
              <a:gd name="connsiteY502" fmla="*/ 1001133 h 1047791"/>
              <a:gd name="connsiteX503" fmla="*/ 4988369 w 8759339"/>
              <a:gd name="connsiteY503" fmla="*/ 985729 h 1047791"/>
              <a:gd name="connsiteX504" fmla="*/ 4954548 w 8759339"/>
              <a:gd name="connsiteY504" fmla="*/ 985729 h 1047791"/>
              <a:gd name="connsiteX505" fmla="*/ 4954548 w 8759339"/>
              <a:gd name="connsiteY505" fmla="*/ 951685 h 1047791"/>
              <a:gd name="connsiteX506" fmla="*/ 5032683 w 8759339"/>
              <a:gd name="connsiteY506" fmla="*/ 951685 h 1047791"/>
              <a:gd name="connsiteX507" fmla="*/ 5032683 w 8759339"/>
              <a:gd name="connsiteY507" fmla="*/ 1021448 h 1047791"/>
              <a:gd name="connsiteX508" fmla="*/ 4993002 w 8759339"/>
              <a:gd name="connsiteY508" fmla="*/ 1042266 h 1047791"/>
              <a:gd name="connsiteX509" fmla="*/ 4952092 w 8759339"/>
              <a:gd name="connsiteY509" fmla="*/ 1047791 h 1047791"/>
              <a:gd name="connsiteX510" fmla="*/ 4904598 w 8759339"/>
              <a:gd name="connsiteY510" fmla="*/ 1037856 h 1047791"/>
              <a:gd name="connsiteX511" fmla="*/ 4876134 w 8759339"/>
              <a:gd name="connsiteY511" fmla="*/ 1008277 h 1047791"/>
              <a:gd name="connsiteX512" fmla="*/ 4866033 w 8759339"/>
              <a:gd name="connsiteY512" fmla="*/ 963182 h 1047791"/>
              <a:gd name="connsiteX513" fmla="*/ 4877083 w 8759339"/>
              <a:gd name="connsiteY513" fmla="*/ 916580 h 1047791"/>
              <a:gd name="connsiteX514" fmla="*/ 4909453 w 8759339"/>
              <a:gd name="connsiteY514" fmla="*/ 886498 h 1047791"/>
              <a:gd name="connsiteX515" fmla="*/ 4954213 w 8759339"/>
              <a:gd name="connsiteY515" fmla="*/ 878573 h 1047791"/>
              <a:gd name="connsiteX516" fmla="*/ 4740868 w 8759339"/>
              <a:gd name="connsiteY516" fmla="*/ 878573 h 1047791"/>
              <a:gd name="connsiteX517" fmla="*/ 4803822 w 8759339"/>
              <a:gd name="connsiteY517" fmla="*/ 900507 h 1047791"/>
              <a:gd name="connsiteX518" fmla="*/ 4825923 w 8759339"/>
              <a:gd name="connsiteY518" fmla="*/ 961954 h 1047791"/>
              <a:gd name="connsiteX519" fmla="*/ 4816268 w 8759339"/>
              <a:gd name="connsiteY519" fmla="*/ 1009002 h 1047791"/>
              <a:gd name="connsiteX520" fmla="*/ 4788363 w 8759339"/>
              <a:gd name="connsiteY520" fmla="*/ 1037577 h 1047791"/>
              <a:gd name="connsiteX521" fmla="*/ 4742877 w 8759339"/>
              <a:gd name="connsiteY521" fmla="*/ 1047791 h 1047791"/>
              <a:gd name="connsiteX522" fmla="*/ 4697057 w 8759339"/>
              <a:gd name="connsiteY522" fmla="*/ 1038973 h 1047791"/>
              <a:gd name="connsiteX523" fmla="*/ 4667645 w 8759339"/>
              <a:gd name="connsiteY523" fmla="*/ 1011067 h 1047791"/>
              <a:gd name="connsiteX524" fmla="*/ 4656371 w 8759339"/>
              <a:gd name="connsiteY524" fmla="*/ 963294 h 1047791"/>
              <a:gd name="connsiteX525" fmla="*/ 4678695 w 8759339"/>
              <a:gd name="connsiteY525" fmla="*/ 900897 h 1047791"/>
              <a:gd name="connsiteX526" fmla="*/ 4740868 w 8759339"/>
              <a:gd name="connsiteY526" fmla="*/ 878573 h 1047791"/>
              <a:gd name="connsiteX527" fmla="*/ 4378918 w 8759339"/>
              <a:gd name="connsiteY527" fmla="*/ 878573 h 1047791"/>
              <a:gd name="connsiteX528" fmla="*/ 4441872 w 8759339"/>
              <a:gd name="connsiteY528" fmla="*/ 900507 h 1047791"/>
              <a:gd name="connsiteX529" fmla="*/ 4463973 w 8759339"/>
              <a:gd name="connsiteY529" fmla="*/ 961954 h 1047791"/>
              <a:gd name="connsiteX530" fmla="*/ 4454318 w 8759339"/>
              <a:gd name="connsiteY530" fmla="*/ 1009002 h 1047791"/>
              <a:gd name="connsiteX531" fmla="*/ 4426413 w 8759339"/>
              <a:gd name="connsiteY531" fmla="*/ 1037577 h 1047791"/>
              <a:gd name="connsiteX532" fmla="*/ 4380927 w 8759339"/>
              <a:gd name="connsiteY532" fmla="*/ 1047791 h 1047791"/>
              <a:gd name="connsiteX533" fmla="*/ 4335107 w 8759339"/>
              <a:gd name="connsiteY533" fmla="*/ 1038973 h 1047791"/>
              <a:gd name="connsiteX534" fmla="*/ 4305695 w 8759339"/>
              <a:gd name="connsiteY534" fmla="*/ 1011067 h 1047791"/>
              <a:gd name="connsiteX535" fmla="*/ 4294421 w 8759339"/>
              <a:gd name="connsiteY535" fmla="*/ 963294 h 1047791"/>
              <a:gd name="connsiteX536" fmla="*/ 4316745 w 8759339"/>
              <a:gd name="connsiteY536" fmla="*/ 900897 h 1047791"/>
              <a:gd name="connsiteX537" fmla="*/ 4378918 w 8759339"/>
              <a:gd name="connsiteY537" fmla="*/ 878573 h 1047791"/>
              <a:gd name="connsiteX538" fmla="*/ 3787029 w 8759339"/>
              <a:gd name="connsiteY538" fmla="*/ 878573 h 1047791"/>
              <a:gd name="connsiteX539" fmla="*/ 3835640 w 8759339"/>
              <a:gd name="connsiteY539" fmla="*/ 891075 h 1047791"/>
              <a:gd name="connsiteX540" fmla="*/ 3861926 w 8759339"/>
              <a:gd name="connsiteY540" fmla="*/ 929472 h 1047791"/>
              <a:gd name="connsiteX541" fmla="*/ 3817278 w 8759339"/>
              <a:gd name="connsiteY541" fmla="*/ 939407 h 1047791"/>
              <a:gd name="connsiteX542" fmla="*/ 3812367 w 8759339"/>
              <a:gd name="connsiteY542" fmla="*/ 928468 h 1047791"/>
              <a:gd name="connsiteX543" fmla="*/ 3801986 w 8759339"/>
              <a:gd name="connsiteY543" fmla="*/ 919538 h 1047791"/>
              <a:gd name="connsiteX544" fmla="*/ 3788256 w 8759339"/>
              <a:gd name="connsiteY544" fmla="*/ 916413 h 1047791"/>
              <a:gd name="connsiteX545" fmla="*/ 3761914 w 8759339"/>
              <a:gd name="connsiteY545" fmla="*/ 930238 h 1047791"/>
              <a:gd name="connsiteX546" fmla="*/ 3754993 w 8759339"/>
              <a:gd name="connsiteY546" fmla="*/ 962456 h 1047791"/>
              <a:gd name="connsiteX547" fmla="*/ 3763253 w 8759339"/>
              <a:gd name="connsiteY547" fmla="*/ 999750 h 1047791"/>
              <a:gd name="connsiteX548" fmla="*/ 3786470 w 8759339"/>
              <a:gd name="connsiteY548" fmla="*/ 1009840 h 1047791"/>
              <a:gd name="connsiteX549" fmla="*/ 3808404 w 8759339"/>
              <a:gd name="connsiteY549" fmla="*/ 1001691 h 1047791"/>
              <a:gd name="connsiteX550" fmla="*/ 3819175 w 8759339"/>
              <a:gd name="connsiteY550" fmla="*/ 978028 h 1047791"/>
              <a:gd name="connsiteX551" fmla="*/ 3863489 w 8759339"/>
              <a:gd name="connsiteY551" fmla="*/ 991422 h 1047791"/>
              <a:gd name="connsiteX552" fmla="*/ 3849425 w 8759339"/>
              <a:gd name="connsiteY552" fmla="*/ 1022564 h 1047791"/>
              <a:gd name="connsiteX553" fmla="*/ 3825594 w 8759339"/>
              <a:gd name="connsiteY553" fmla="*/ 1041428 h 1047791"/>
              <a:gd name="connsiteX554" fmla="*/ 3789373 w 8759339"/>
              <a:gd name="connsiteY554" fmla="*/ 1047791 h 1047791"/>
              <a:gd name="connsiteX555" fmla="*/ 3745785 w 8759339"/>
              <a:gd name="connsiteY555" fmla="*/ 1040038 h 1047791"/>
              <a:gd name="connsiteX556" fmla="*/ 3716596 w 8759339"/>
              <a:gd name="connsiteY556" fmla="*/ 1012765 h 1047791"/>
              <a:gd name="connsiteX557" fmla="*/ 3704317 w 8759339"/>
              <a:gd name="connsiteY557" fmla="*/ 962791 h 1047791"/>
              <a:gd name="connsiteX558" fmla="*/ 3725916 w 8759339"/>
              <a:gd name="connsiteY558" fmla="*/ 900381 h 1047791"/>
              <a:gd name="connsiteX559" fmla="*/ 3787029 w 8759339"/>
              <a:gd name="connsiteY559" fmla="*/ 878573 h 1047791"/>
              <a:gd name="connsiteX560" fmla="*/ 2950168 w 8759339"/>
              <a:gd name="connsiteY560" fmla="*/ 878573 h 1047791"/>
              <a:gd name="connsiteX561" fmla="*/ 3013122 w 8759339"/>
              <a:gd name="connsiteY561" fmla="*/ 900507 h 1047791"/>
              <a:gd name="connsiteX562" fmla="*/ 3035223 w 8759339"/>
              <a:gd name="connsiteY562" fmla="*/ 961954 h 1047791"/>
              <a:gd name="connsiteX563" fmla="*/ 3025568 w 8759339"/>
              <a:gd name="connsiteY563" fmla="*/ 1009002 h 1047791"/>
              <a:gd name="connsiteX564" fmla="*/ 2997663 w 8759339"/>
              <a:gd name="connsiteY564" fmla="*/ 1037577 h 1047791"/>
              <a:gd name="connsiteX565" fmla="*/ 2952177 w 8759339"/>
              <a:gd name="connsiteY565" fmla="*/ 1047791 h 1047791"/>
              <a:gd name="connsiteX566" fmla="*/ 2906357 w 8759339"/>
              <a:gd name="connsiteY566" fmla="*/ 1038973 h 1047791"/>
              <a:gd name="connsiteX567" fmla="*/ 2876945 w 8759339"/>
              <a:gd name="connsiteY567" fmla="*/ 1011067 h 1047791"/>
              <a:gd name="connsiteX568" fmla="*/ 2865671 w 8759339"/>
              <a:gd name="connsiteY568" fmla="*/ 963294 h 1047791"/>
              <a:gd name="connsiteX569" fmla="*/ 2887995 w 8759339"/>
              <a:gd name="connsiteY569" fmla="*/ 900897 h 1047791"/>
              <a:gd name="connsiteX570" fmla="*/ 2950168 w 8759339"/>
              <a:gd name="connsiteY570" fmla="*/ 878573 h 1047791"/>
              <a:gd name="connsiteX571" fmla="*/ 1624445 w 8759339"/>
              <a:gd name="connsiteY571" fmla="*/ 878573 h 1047791"/>
              <a:gd name="connsiteX572" fmla="*/ 1672274 w 8759339"/>
              <a:gd name="connsiteY572" fmla="*/ 890237 h 1047791"/>
              <a:gd name="connsiteX573" fmla="*/ 1691864 w 8759339"/>
              <a:gd name="connsiteY573" fmla="*/ 927351 h 1047791"/>
              <a:gd name="connsiteX574" fmla="*/ 1644201 w 8759339"/>
              <a:gd name="connsiteY574" fmla="*/ 930142 h 1047791"/>
              <a:gd name="connsiteX575" fmla="*/ 1636221 w 8759339"/>
              <a:gd name="connsiteY575" fmla="*/ 914069 h 1047791"/>
              <a:gd name="connsiteX576" fmla="*/ 1619422 w 8759339"/>
              <a:gd name="connsiteY576" fmla="*/ 909046 h 1047791"/>
              <a:gd name="connsiteX577" fmla="*/ 1606139 w 8759339"/>
              <a:gd name="connsiteY577" fmla="*/ 912785 h 1047791"/>
              <a:gd name="connsiteX578" fmla="*/ 1601674 w 8759339"/>
              <a:gd name="connsiteY578" fmla="*/ 921882 h 1047791"/>
              <a:gd name="connsiteX579" fmla="*/ 1605358 w 8759339"/>
              <a:gd name="connsiteY579" fmla="*/ 928914 h 1047791"/>
              <a:gd name="connsiteX580" fmla="*/ 1622324 w 8759339"/>
              <a:gd name="connsiteY580" fmla="*/ 934942 h 1047791"/>
              <a:gd name="connsiteX581" fmla="*/ 1669819 w 8759339"/>
              <a:gd name="connsiteY581" fmla="*/ 949397 h 1047791"/>
              <a:gd name="connsiteX582" fmla="*/ 1690692 w 8759339"/>
              <a:gd name="connsiteY582" fmla="*/ 967535 h 1047791"/>
              <a:gd name="connsiteX583" fmla="*/ 1697222 w 8759339"/>
              <a:gd name="connsiteY583" fmla="*/ 991757 h 1047791"/>
              <a:gd name="connsiteX584" fmla="*/ 1688515 w 8759339"/>
              <a:gd name="connsiteY584" fmla="*/ 1020778 h 1047791"/>
              <a:gd name="connsiteX585" fmla="*/ 1664182 w 8759339"/>
              <a:gd name="connsiteY585" fmla="*/ 1040926 h 1047791"/>
              <a:gd name="connsiteX586" fmla="*/ 1624780 w 8759339"/>
              <a:gd name="connsiteY586" fmla="*/ 1047791 h 1047791"/>
              <a:gd name="connsiteX587" fmla="*/ 1566960 w 8759339"/>
              <a:gd name="connsiteY587" fmla="*/ 1031717 h 1047791"/>
              <a:gd name="connsiteX588" fmla="*/ 1548766 w 8759339"/>
              <a:gd name="connsiteY588" fmla="*/ 990864 h 1047791"/>
              <a:gd name="connsiteX589" fmla="*/ 1596874 w 8759339"/>
              <a:gd name="connsiteY589" fmla="*/ 987850 h 1047791"/>
              <a:gd name="connsiteX590" fmla="*/ 1603237 w 8759339"/>
              <a:gd name="connsiteY590" fmla="*/ 1005710 h 1047791"/>
              <a:gd name="connsiteX591" fmla="*/ 1625561 w 8759339"/>
              <a:gd name="connsiteY591" fmla="*/ 1015644 h 1047791"/>
              <a:gd name="connsiteX592" fmla="*/ 1642248 w 8759339"/>
              <a:gd name="connsiteY592" fmla="*/ 1010565 h 1047791"/>
              <a:gd name="connsiteX593" fmla="*/ 1648108 w 8759339"/>
              <a:gd name="connsiteY593" fmla="*/ 998789 h 1047791"/>
              <a:gd name="connsiteX594" fmla="*/ 1642528 w 8759339"/>
              <a:gd name="connsiteY594" fmla="*/ 987404 h 1047791"/>
              <a:gd name="connsiteX595" fmla="*/ 1616632 w 8759339"/>
              <a:gd name="connsiteY595" fmla="*/ 977916 h 1047791"/>
              <a:gd name="connsiteX596" fmla="*/ 1569193 w 8759339"/>
              <a:gd name="connsiteY596" fmla="*/ 958047 h 1047791"/>
              <a:gd name="connsiteX597" fmla="*/ 1554905 w 8759339"/>
              <a:gd name="connsiteY597" fmla="*/ 926459 h 1047791"/>
              <a:gd name="connsiteX598" fmla="*/ 1562216 w 8759339"/>
              <a:gd name="connsiteY598" fmla="*/ 902627 h 1047791"/>
              <a:gd name="connsiteX599" fmla="*/ 1584205 w 8759339"/>
              <a:gd name="connsiteY599" fmla="*/ 884991 h 1047791"/>
              <a:gd name="connsiteX600" fmla="*/ 1624445 w 8759339"/>
              <a:gd name="connsiteY600" fmla="*/ 878573 h 1047791"/>
              <a:gd name="connsiteX601" fmla="*/ 1010863 w 8759339"/>
              <a:gd name="connsiteY601" fmla="*/ 878573 h 1047791"/>
              <a:gd name="connsiteX602" fmla="*/ 1051438 w 8759339"/>
              <a:gd name="connsiteY602" fmla="*/ 883484 h 1047791"/>
              <a:gd name="connsiteX603" fmla="*/ 1073762 w 8759339"/>
              <a:gd name="connsiteY603" fmla="*/ 898721 h 1047791"/>
              <a:gd name="connsiteX604" fmla="*/ 1087101 w 8759339"/>
              <a:gd name="connsiteY604" fmla="*/ 924896 h 1047791"/>
              <a:gd name="connsiteX605" fmla="*/ 1038323 w 8759339"/>
              <a:gd name="connsiteY605" fmla="*/ 933602 h 1047791"/>
              <a:gd name="connsiteX606" fmla="*/ 1028109 w 8759339"/>
              <a:gd name="connsiteY606" fmla="*/ 919426 h 1047791"/>
              <a:gd name="connsiteX607" fmla="*/ 1009747 w 8759339"/>
              <a:gd name="connsiteY607" fmla="*/ 914515 h 1047791"/>
              <a:gd name="connsiteX608" fmla="*/ 983237 w 8759339"/>
              <a:gd name="connsiteY608" fmla="*/ 926068 h 1047791"/>
              <a:gd name="connsiteX609" fmla="*/ 973359 w 8759339"/>
              <a:gd name="connsiteY609" fmla="*/ 962624 h 1047791"/>
              <a:gd name="connsiteX610" fmla="*/ 983349 w 8759339"/>
              <a:gd name="connsiteY610" fmla="*/ 1000575 h 1047791"/>
              <a:gd name="connsiteX611" fmla="*/ 1011199 w 8759339"/>
              <a:gd name="connsiteY611" fmla="*/ 1011960 h 1047791"/>
              <a:gd name="connsiteX612" fmla="*/ 1027384 w 8759339"/>
              <a:gd name="connsiteY612" fmla="*/ 1009505 h 1047791"/>
              <a:gd name="connsiteX613" fmla="*/ 1045019 w 8759339"/>
              <a:gd name="connsiteY613" fmla="*/ 1001133 h 1047791"/>
              <a:gd name="connsiteX614" fmla="*/ 1045019 w 8759339"/>
              <a:gd name="connsiteY614" fmla="*/ 985729 h 1047791"/>
              <a:gd name="connsiteX615" fmla="*/ 1011199 w 8759339"/>
              <a:gd name="connsiteY615" fmla="*/ 985729 h 1047791"/>
              <a:gd name="connsiteX616" fmla="*/ 1011199 w 8759339"/>
              <a:gd name="connsiteY616" fmla="*/ 951685 h 1047791"/>
              <a:gd name="connsiteX617" fmla="*/ 1089333 w 8759339"/>
              <a:gd name="connsiteY617" fmla="*/ 951685 h 1047791"/>
              <a:gd name="connsiteX618" fmla="*/ 1089333 w 8759339"/>
              <a:gd name="connsiteY618" fmla="*/ 1021448 h 1047791"/>
              <a:gd name="connsiteX619" fmla="*/ 1049652 w 8759339"/>
              <a:gd name="connsiteY619" fmla="*/ 1042266 h 1047791"/>
              <a:gd name="connsiteX620" fmla="*/ 1008743 w 8759339"/>
              <a:gd name="connsiteY620" fmla="*/ 1047791 h 1047791"/>
              <a:gd name="connsiteX621" fmla="*/ 961248 w 8759339"/>
              <a:gd name="connsiteY621" fmla="*/ 1037856 h 1047791"/>
              <a:gd name="connsiteX622" fmla="*/ 932784 w 8759339"/>
              <a:gd name="connsiteY622" fmla="*/ 1008277 h 1047791"/>
              <a:gd name="connsiteX623" fmla="*/ 922683 w 8759339"/>
              <a:gd name="connsiteY623" fmla="*/ 963182 h 1047791"/>
              <a:gd name="connsiteX624" fmla="*/ 933733 w 8759339"/>
              <a:gd name="connsiteY624" fmla="*/ 916580 h 1047791"/>
              <a:gd name="connsiteX625" fmla="*/ 966103 w 8759339"/>
              <a:gd name="connsiteY625" fmla="*/ 886498 h 1047791"/>
              <a:gd name="connsiteX626" fmla="*/ 1010863 w 8759339"/>
              <a:gd name="connsiteY626" fmla="*/ 878573 h 1047791"/>
              <a:gd name="connsiteX627" fmla="*/ 1460012 w 8759339"/>
              <a:gd name="connsiteY627" fmla="*/ 431673 h 1047791"/>
              <a:gd name="connsiteX628" fmla="*/ 1610050 w 8759339"/>
              <a:gd name="connsiteY628" fmla="*/ 431673 h 1047791"/>
              <a:gd name="connsiteX629" fmla="*/ 1685488 w 8759339"/>
              <a:gd name="connsiteY629" fmla="*/ 603504 h 1047791"/>
              <a:gd name="connsiteX630" fmla="*/ 1534612 w 8759339"/>
              <a:gd name="connsiteY630" fmla="*/ 603504 h 1047791"/>
              <a:gd name="connsiteX631" fmla="*/ 939909 w 8759339"/>
              <a:gd name="connsiteY631" fmla="*/ 431673 h 1047791"/>
              <a:gd name="connsiteX632" fmla="*/ 1089946 w 8759339"/>
              <a:gd name="connsiteY632" fmla="*/ 431673 h 1047791"/>
              <a:gd name="connsiteX633" fmla="*/ 1015346 w 8759339"/>
              <a:gd name="connsiteY633" fmla="*/ 603504 h 1047791"/>
              <a:gd name="connsiteX634" fmla="*/ 864471 w 8759339"/>
              <a:gd name="connsiteY634" fmla="*/ 603504 h 1047791"/>
              <a:gd name="connsiteX635" fmla="*/ 7555723 w 8759339"/>
              <a:gd name="connsiteY635" fmla="*/ 391440 h 1047791"/>
              <a:gd name="connsiteX636" fmla="*/ 7714719 w 8759339"/>
              <a:gd name="connsiteY636" fmla="*/ 391440 h 1047791"/>
              <a:gd name="connsiteX637" fmla="*/ 7714719 w 8759339"/>
              <a:gd name="connsiteY637" fmla="*/ 425806 h 1047791"/>
              <a:gd name="connsiteX638" fmla="*/ 7889824 w 8759339"/>
              <a:gd name="connsiteY638" fmla="*/ 425806 h 1047791"/>
              <a:gd name="connsiteX639" fmla="*/ 7889824 w 8759339"/>
              <a:gd name="connsiteY639" fmla="*/ 494538 h 1047791"/>
              <a:gd name="connsiteX640" fmla="*/ 7765771 w 8759339"/>
              <a:gd name="connsiteY640" fmla="*/ 494538 h 1047791"/>
              <a:gd name="connsiteX641" fmla="*/ 7889824 w 8759339"/>
              <a:gd name="connsiteY641" fmla="*/ 568300 h 1047791"/>
              <a:gd name="connsiteX642" fmla="*/ 7889824 w 8759339"/>
              <a:gd name="connsiteY642" fmla="*/ 600990 h 1047791"/>
              <a:gd name="connsiteX643" fmla="*/ 7728955 w 8759339"/>
              <a:gd name="connsiteY643" fmla="*/ 600990 h 1047791"/>
              <a:gd name="connsiteX644" fmla="*/ 7637735 w 8759339"/>
              <a:gd name="connsiteY644" fmla="*/ 540639 h 1047791"/>
              <a:gd name="connsiteX645" fmla="*/ 7546516 w 8759339"/>
              <a:gd name="connsiteY645" fmla="*/ 600990 h 1047791"/>
              <a:gd name="connsiteX646" fmla="*/ 7386485 w 8759339"/>
              <a:gd name="connsiteY646" fmla="*/ 600990 h 1047791"/>
              <a:gd name="connsiteX647" fmla="*/ 7386485 w 8759339"/>
              <a:gd name="connsiteY647" fmla="*/ 568300 h 1047791"/>
              <a:gd name="connsiteX648" fmla="*/ 7508863 w 8759339"/>
              <a:gd name="connsiteY648" fmla="*/ 494538 h 1047791"/>
              <a:gd name="connsiteX649" fmla="*/ 7381455 w 8759339"/>
              <a:gd name="connsiteY649" fmla="*/ 494538 h 1047791"/>
              <a:gd name="connsiteX650" fmla="*/ 7381455 w 8759339"/>
              <a:gd name="connsiteY650" fmla="*/ 425806 h 1047791"/>
              <a:gd name="connsiteX651" fmla="*/ 7555723 w 8759339"/>
              <a:gd name="connsiteY651" fmla="*/ 425806 h 1047791"/>
              <a:gd name="connsiteX652" fmla="*/ 7542809 w 8759339"/>
              <a:gd name="connsiteY652" fmla="*/ 290856 h 1047791"/>
              <a:gd name="connsiteX653" fmla="*/ 7542809 w 8759339"/>
              <a:gd name="connsiteY653" fmla="*/ 312649 h 1047791"/>
              <a:gd name="connsiteX654" fmla="*/ 7727213 w 8759339"/>
              <a:gd name="connsiteY654" fmla="*/ 312649 h 1047791"/>
              <a:gd name="connsiteX655" fmla="*/ 7727213 w 8759339"/>
              <a:gd name="connsiteY655" fmla="*/ 290856 h 1047791"/>
              <a:gd name="connsiteX656" fmla="*/ 4428897 w 8759339"/>
              <a:gd name="connsiteY656" fmla="*/ 236373 h 1047791"/>
              <a:gd name="connsiteX657" fmla="*/ 5032400 w 8759339"/>
              <a:gd name="connsiteY657" fmla="*/ 236373 h 1047791"/>
              <a:gd name="connsiteX658" fmla="*/ 5032400 w 8759339"/>
              <a:gd name="connsiteY658" fmla="*/ 311811 h 1047791"/>
              <a:gd name="connsiteX659" fmla="*/ 4905833 w 8759339"/>
              <a:gd name="connsiteY659" fmla="*/ 389763 h 1047791"/>
              <a:gd name="connsiteX660" fmla="*/ 5164836 w 8759339"/>
              <a:gd name="connsiteY660" fmla="*/ 389763 h 1047791"/>
              <a:gd name="connsiteX661" fmla="*/ 5164836 w 8759339"/>
              <a:gd name="connsiteY661" fmla="*/ 465201 h 1047791"/>
              <a:gd name="connsiteX662" fmla="*/ 4822851 w 8759339"/>
              <a:gd name="connsiteY662" fmla="*/ 465201 h 1047791"/>
              <a:gd name="connsiteX663" fmla="*/ 4822851 w 8759339"/>
              <a:gd name="connsiteY663" fmla="*/ 522199 h 1047791"/>
              <a:gd name="connsiteX664" fmla="*/ 4806925 w 8759339"/>
              <a:gd name="connsiteY664" fmla="*/ 604342 h 1047791"/>
              <a:gd name="connsiteX665" fmla="*/ 4654372 w 8759339"/>
              <a:gd name="connsiteY665" fmla="*/ 604342 h 1047791"/>
              <a:gd name="connsiteX666" fmla="*/ 4671975 w 8759339"/>
              <a:gd name="connsiteY666" fmla="*/ 511302 h 1047791"/>
              <a:gd name="connsiteX667" fmla="*/ 4671975 w 8759339"/>
              <a:gd name="connsiteY667" fmla="*/ 465201 h 1047791"/>
              <a:gd name="connsiteX668" fmla="*/ 4336695 w 8759339"/>
              <a:gd name="connsiteY668" fmla="*/ 465201 h 1047791"/>
              <a:gd name="connsiteX669" fmla="*/ 4336695 w 8759339"/>
              <a:gd name="connsiteY669" fmla="*/ 389763 h 1047791"/>
              <a:gd name="connsiteX670" fmla="*/ 4684547 w 8759339"/>
              <a:gd name="connsiteY670" fmla="*/ 389763 h 1047791"/>
              <a:gd name="connsiteX671" fmla="*/ 4816983 w 8759339"/>
              <a:gd name="connsiteY671" fmla="*/ 311811 h 1047791"/>
              <a:gd name="connsiteX672" fmla="*/ 4428897 w 8759339"/>
              <a:gd name="connsiteY672" fmla="*/ 311811 h 1047791"/>
              <a:gd name="connsiteX673" fmla="*/ 1062914 w 8759339"/>
              <a:gd name="connsiteY673" fmla="*/ 227152 h 1047791"/>
              <a:gd name="connsiteX674" fmla="*/ 1062914 w 8759339"/>
              <a:gd name="connsiteY674" fmla="*/ 320193 h 1047791"/>
              <a:gd name="connsiteX675" fmla="*/ 1486205 w 8759339"/>
              <a:gd name="connsiteY675" fmla="*/ 320193 h 1047791"/>
              <a:gd name="connsiteX676" fmla="*/ 1486205 w 8759339"/>
              <a:gd name="connsiteY676" fmla="*/ 227152 h 1047791"/>
              <a:gd name="connsiteX677" fmla="*/ 2354657 w 8759339"/>
              <a:gd name="connsiteY677" fmla="*/ 218770 h 1047791"/>
              <a:gd name="connsiteX678" fmla="*/ 2354657 w 8759339"/>
              <a:gd name="connsiteY678" fmla="*/ 274092 h 1047791"/>
              <a:gd name="connsiteX679" fmla="*/ 2407463 w 8759339"/>
              <a:gd name="connsiteY679" fmla="*/ 274092 h 1047791"/>
              <a:gd name="connsiteX680" fmla="*/ 2407463 w 8759339"/>
              <a:gd name="connsiteY680" fmla="*/ 218770 h 1047791"/>
              <a:gd name="connsiteX681" fmla="*/ 2151812 w 8759339"/>
              <a:gd name="connsiteY681" fmla="*/ 218770 h 1047791"/>
              <a:gd name="connsiteX682" fmla="*/ 2151812 w 8759339"/>
              <a:gd name="connsiteY682" fmla="*/ 274092 h 1047791"/>
              <a:gd name="connsiteX683" fmla="*/ 2203781 w 8759339"/>
              <a:gd name="connsiteY683" fmla="*/ 274092 h 1047791"/>
              <a:gd name="connsiteX684" fmla="*/ 2203781 w 8759339"/>
              <a:gd name="connsiteY684" fmla="*/ 218770 h 1047791"/>
              <a:gd name="connsiteX685" fmla="*/ 7542809 w 8759339"/>
              <a:gd name="connsiteY685" fmla="*/ 211227 h 1047791"/>
              <a:gd name="connsiteX686" fmla="*/ 7542809 w 8759339"/>
              <a:gd name="connsiteY686" fmla="*/ 233020 h 1047791"/>
              <a:gd name="connsiteX687" fmla="*/ 7727213 w 8759339"/>
              <a:gd name="connsiteY687" fmla="*/ 233020 h 1047791"/>
              <a:gd name="connsiteX688" fmla="*/ 7727213 w 8759339"/>
              <a:gd name="connsiteY688" fmla="*/ 211227 h 1047791"/>
              <a:gd name="connsiteX689" fmla="*/ 7298055 w 8759339"/>
              <a:gd name="connsiteY689" fmla="*/ 181890 h 1047791"/>
              <a:gd name="connsiteX690" fmla="*/ 7357567 w 8759339"/>
              <a:gd name="connsiteY690" fmla="*/ 181890 h 1047791"/>
              <a:gd name="connsiteX691" fmla="*/ 7365111 w 8759339"/>
              <a:gd name="connsiteY691" fmla="*/ 600151 h 1047791"/>
              <a:gd name="connsiteX692" fmla="*/ 7304761 w 8759339"/>
              <a:gd name="connsiteY692" fmla="*/ 600151 h 1047791"/>
              <a:gd name="connsiteX693" fmla="*/ 7070903 w 8759339"/>
              <a:gd name="connsiteY693" fmla="*/ 181890 h 1047791"/>
              <a:gd name="connsiteX694" fmla="*/ 7130415 w 8759339"/>
              <a:gd name="connsiteY694" fmla="*/ 181890 h 1047791"/>
              <a:gd name="connsiteX695" fmla="*/ 7122871 w 8759339"/>
              <a:gd name="connsiteY695" fmla="*/ 600151 h 1047791"/>
              <a:gd name="connsiteX696" fmla="*/ 7062521 w 8759339"/>
              <a:gd name="connsiteY696" fmla="*/ 600151 h 1047791"/>
              <a:gd name="connsiteX697" fmla="*/ 8168183 w 8759339"/>
              <a:gd name="connsiteY697" fmla="*/ 179375 h 1047791"/>
              <a:gd name="connsiteX698" fmla="*/ 8231048 w 8759339"/>
              <a:gd name="connsiteY698" fmla="*/ 179375 h 1047791"/>
              <a:gd name="connsiteX699" fmla="*/ 8240267 w 8759339"/>
              <a:gd name="connsiteY699" fmla="*/ 600151 h 1047791"/>
              <a:gd name="connsiteX700" fmla="*/ 8178241 w 8759339"/>
              <a:gd name="connsiteY700" fmla="*/ 600151 h 1047791"/>
              <a:gd name="connsiteX701" fmla="*/ 7934325 w 8759339"/>
              <a:gd name="connsiteY701" fmla="*/ 179375 h 1047791"/>
              <a:gd name="connsiteX702" fmla="*/ 7996352 w 8759339"/>
              <a:gd name="connsiteY702" fmla="*/ 179375 h 1047791"/>
              <a:gd name="connsiteX703" fmla="*/ 7987131 w 8759339"/>
              <a:gd name="connsiteY703" fmla="*/ 600151 h 1047791"/>
              <a:gd name="connsiteX704" fmla="*/ 7925105 w 8759339"/>
              <a:gd name="connsiteY704" fmla="*/ 600151 h 1047791"/>
              <a:gd name="connsiteX705" fmla="*/ 912039 w 8759339"/>
              <a:gd name="connsiteY705" fmla="*/ 151714 h 1047791"/>
              <a:gd name="connsiteX706" fmla="*/ 1637081 w 8759339"/>
              <a:gd name="connsiteY706" fmla="*/ 151714 h 1047791"/>
              <a:gd name="connsiteX707" fmla="*/ 1637081 w 8759339"/>
              <a:gd name="connsiteY707" fmla="*/ 395631 h 1047791"/>
              <a:gd name="connsiteX708" fmla="*/ 1349578 w 8759339"/>
              <a:gd name="connsiteY708" fmla="*/ 395631 h 1047791"/>
              <a:gd name="connsiteX709" fmla="*/ 1349578 w 8759339"/>
              <a:gd name="connsiteY709" fmla="*/ 516331 h 1047791"/>
              <a:gd name="connsiteX710" fmla="*/ 1327786 w 8759339"/>
              <a:gd name="connsiteY710" fmla="*/ 603504 h 1047791"/>
              <a:gd name="connsiteX711" fmla="*/ 1178586 w 8759339"/>
              <a:gd name="connsiteY711" fmla="*/ 603504 h 1047791"/>
              <a:gd name="connsiteX712" fmla="*/ 1203732 w 8759339"/>
              <a:gd name="connsiteY712" fmla="*/ 504597 h 1047791"/>
              <a:gd name="connsiteX713" fmla="*/ 1203732 w 8759339"/>
              <a:gd name="connsiteY713" fmla="*/ 395631 h 1047791"/>
              <a:gd name="connsiteX714" fmla="*/ 912039 w 8759339"/>
              <a:gd name="connsiteY714" fmla="*/ 395631 h 1047791"/>
              <a:gd name="connsiteX715" fmla="*/ 7391933 w 8759339"/>
              <a:gd name="connsiteY715" fmla="*/ 144171 h 1047791"/>
              <a:gd name="connsiteX716" fmla="*/ 7878089 w 8759339"/>
              <a:gd name="connsiteY716" fmla="*/ 144171 h 1047791"/>
              <a:gd name="connsiteX717" fmla="*/ 7878089 w 8759339"/>
              <a:gd name="connsiteY717" fmla="*/ 379705 h 1047791"/>
              <a:gd name="connsiteX718" fmla="*/ 7391933 w 8759339"/>
              <a:gd name="connsiteY718" fmla="*/ 379705 h 1047791"/>
              <a:gd name="connsiteX719" fmla="*/ 6072226 w 8759339"/>
              <a:gd name="connsiteY719" fmla="*/ 113157 h 1047791"/>
              <a:gd name="connsiteX720" fmla="*/ 6072226 w 8759339"/>
              <a:gd name="connsiteY720" fmla="*/ 285826 h 1047791"/>
              <a:gd name="connsiteX721" fmla="*/ 6285967 w 8759339"/>
              <a:gd name="connsiteY721" fmla="*/ 285826 h 1047791"/>
              <a:gd name="connsiteX722" fmla="*/ 6285967 w 8759339"/>
              <a:gd name="connsiteY722" fmla="*/ 113157 h 1047791"/>
              <a:gd name="connsiteX723" fmla="*/ 5405476 w 8759339"/>
              <a:gd name="connsiteY723" fmla="*/ 113157 h 1047791"/>
              <a:gd name="connsiteX724" fmla="*/ 5405476 w 8759339"/>
              <a:gd name="connsiteY724" fmla="*/ 285826 h 1047791"/>
              <a:gd name="connsiteX725" fmla="*/ 5619217 w 8759339"/>
              <a:gd name="connsiteY725" fmla="*/ 285826 h 1047791"/>
              <a:gd name="connsiteX726" fmla="*/ 5619217 w 8759339"/>
              <a:gd name="connsiteY726" fmla="*/ 113157 h 1047791"/>
              <a:gd name="connsiteX727" fmla="*/ 4349268 w 8759339"/>
              <a:gd name="connsiteY727" fmla="*/ 106452 h 1047791"/>
              <a:gd name="connsiteX728" fmla="*/ 5151425 w 8759339"/>
              <a:gd name="connsiteY728" fmla="*/ 106452 h 1047791"/>
              <a:gd name="connsiteX729" fmla="*/ 5151425 w 8759339"/>
              <a:gd name="connsiteY729" fmla="*/ 223800 h 1047791"/>
              <a:gd name="connsiteX730" fmla="*/ 5000549 w 8759339"/>
              <a:gd name="connsiteY730" fmla="*/ 223800 h 1047791"/>
              <a:gd name="connsiteX731" fmla="*/ 5000549 w 8759339"/>
              <a:gd name="connsiteY731" fmla="*/ 181890 h 1047791"/>
              <a:gd name="connsiteX732" fmla="*/ 4500144 w 8759339"/>
              <a:gd name="connsiteY732" fmla="*/ 181890 h 1047791"/>
              <a:gd name="connsiteX733" fmla="*/ 4500144 w 8759339"/>
              <a:gd name="connsiteY733" fmla="*/ 223800 h 1047791"/>
              <a:gd name="connsiteX734" fmla="*/ 4349268 w 8759339"/>
              <a:gd name="connsiteY734" fmla="*/ 223800 h 1047791"/>
              <a:gd name="connsiteX735" fmla="*/ 2354657 w 8759339"/>
              <a:gd name="connsiteY735" fmla="*/ 85497 h 1047791"/>
              <a:gd name="connsiteX736" fmla="*/ 2354657 w 8759339"/>
              <a:gd name="connsiteY736" fmla="*/ 143332 h 1047791"/>
              <a:gd name="connsiteX737" fmla="*/ 2407463 w 8759339"/>
              <a:gd name="connsiteY737" fmla="*/ 143332 h 1047791"/>
              <a:gd name="connsiteX738" fmla="*/ 2407463 w 8759339"/>
              <a:gd name="connsiteY738" fmla="*/ 85497 h 1047791"/>
              <a:gd name="connsiteX739" fmla="*/ 2151812 w 8759339"/>
              <a:gd name="connsiteY739" fmla="*/ 85497 h 1047791"/>
              <a:gd name="connsiteX740" fmla="*/ 2151812 w 8759339"/>
              <a:gd name="connsiteY740" fmla="*/ 143332 h 1047791"/>
              <a:gd name="connsiteX741" fmla="*/ 2203781 w 8759339"/>
              <a:gd name="connsiteY741" fmla="*/ 143332 h 1047791"/>
              <a:gd name="connsiteX742" fmla="*/ 2203781 w 8759339"/>
              <a:gd name="connsiteY742" fmla="*/ 85497 h 1047791"/>
              <a:gd name="connsiteX743" fmla="*/ 5917159 w 8759339"/>
              <a:gd name="connsiteY743" fmla="*/ 35205 h 1047791"/>
              <a:gd name="connsiteX744" fmla="*/ 6441034 w 8759339"/>
              <a:gd name="connsiteY744" fmla="*/ 35205 h 1047791"/>
              <a:gd name="connsiteX745" fmla="*/ 6441034 w 8759339"/>
              <a:gd name="connsiteY745" fmla="*/ 365455 h 1047791"/>
              <a:gd name="connsiteX746" fmla="*/ 6072226 w 8759339"/>
              <a:gd name="connsiteY746" fmla="*/ 365455 h 1047791"/>
              <a:gd name="connsiteX747" fmla="*/ 6072226 w 8759339"/>
              <a:gd name="connsiteY747" fmla="*/ 595960 h 1047791"/>
              <a:gd name="connsiteX748" fmla="*/ 5917159 w 8759339"/>
              <a:gd name="connsiteY748" fmla="*/ 595960 h 1047791"/>
              <a:gd name="connsiteX749" fmla="*/ 5250409 w 8759339"/>
              <a:gd name="connsiteY749" fmla="*/ 35205 h 1047791"/>
              <a:gd name="connsiteX750" fmla="*/ 5774284 w 8759339"/>
              <a:gd name="connsiteY750" fmla="*/ 35205 h 1047791"/>
              <a:gd name="connsiteX751" fmla="*/ 5774284 w 8759339"/>
              <a:gd name="connsiteY751" fmla="*/ 365455 h 1047791"/>
              <a:gd name="connsiteX752" fmla="*/ 5405476 w 8759339"/>
              <a:gd name="connsiteY752" fmla="*/ 365455 h 1047791"/>
              <a:gd name="connsiteX753" fmla="*/ 5405476 w 8759339"/>
              <a:gd name="connsiteY753" fmla="*/ 595960 h 1047791"/>
              <a:gd name="connsiteX754" fmla="*/ 5250409 w 8759339"/>
              <a:gd name="connsiteY754" fmla="*/ 595960 h 1047791"/>
              <a:gd name="connsiteX755" fmla="*/ 6538341 w 8759339"/>
              <a:gd name="connsiteY755" fmla="*/ 34366 h 1047791"/>
              <a:gd name="connsiteX756" fmla="*/ 7009409 w 8759339"/>
              <a:gd name="connsiteY756" fmla="*/ 34366 h 1047791"/>
              <a:gd name="connsiteX757" fmla="*/ 7009409 w 8759339"/>
              <a:gd name="connsiteY757" fmla="*/ 112319 h 1047791"/>
              <a:gd name="connsiteX758" fmla="*/ 6850989 w 8759339"/>
              <a:gd name="connsiteY758" fmla="*/ 112319 h 1047791"/>
              <a:gd name="connsiteX759" fmla="*/ 6850989 w 8759339"/>
              <a:gd name="connsiteY759" fmla="*/ 597637 h 1047791"/>
              <a:gd name="connsiteX760" fmla="*/ 6696761 w 8759339"/>
              <a:gd name="connsiteY760" fmla="*/ 597637 h 1047791"/>
              <a:gd name="connsiteX761" fmla="*/ 6696761 w 8759339"/>
              <a:gd name="connsiteY761" fmla="*/ 112319 h 1047791"/>
              <a:gd name="connsiteX762" fmla="*/ 6538341 w 8759339"/>
              <a:gd name="connsiteY762" fmla="*/ 112319 h 1047791"/>
              <a:gd name="connsiteX763" fmla="*/ 2653436 w 8759339"/>
              <a:gd name="connsiteY763" fmla="*/ 31852 h 1047791"/>
              <a:gd name="connsiteX764" fmla="*/ 3380994 w 8759339"/>
              <a:gd name="connsiteY764" fmla="*/ 31852 h 1047791"/>
              <a:gd name="connsiteX765" fmla="*/ 3380994 w 8759339"/>
              <a:gd name="connsiteY765" fmla="*/ 107290 h 1047791"/>
              <a:gd name="connsiteX766" fmla="*/ 3092653 w 8759339"/>
              <a:gd name="connsiteY766" fmla="*/ 107290 h 1047791"/>
              <a:gd name="connsiteX767" fmla="*/ 3092653 w 8759339"/>
              <a:gd name="connsiteY767" fmla="*/ 524713 h 1047791"/>
              <a:gd name="connsiteX768" fmla="*/ 3409493 w 8759339"/>
              <a:gd name="connsiteY768" fmla="*/ 524713 h 1047791"/>
              <a:gd name="connsiteX769" fmla="*/ 3409493 w 8759339"/>
              <a:gd name="connsiteY769" fmla="*/ 600151 h 1047791"/>
              <a:gd name="connsiteX770" fmla="*/ 2624938 w 8759339"/>
              <a:gd name="connsiteY770" fmla="*/ 600151 h 1047791"/>
              <a:gd name="connsiteX771" fmla="*/ 2624938 w 8759339"/>
              <a:gd name="connsiteY771" fmla="*/ 524713 h 1047791"/>
              <a:gd name="connsiteX772" fmla="*/ 2941777 w 8759339"/>
              <a:gd name="connsiteY772" fmla="*/ 524713 h 1047791"/>
              <a:gd name="connsiteX773" fmla="*/ 2941777 w 8759339"/>
              <a:gd name="connsiteY773" fmla="*/ 107290 h 1047791"/>
              <a:gd name="connsiteX774" fmla="*/ 2653436 w 8759339"/>
              <a:gd name="connsiteY774" fmla="*/ 107290 h 1047791"/>
              <a:gd name="connsiteX775" fmla="*/ 1724330 w 8759339"/>
              <a:gd name="connsiteY775" fmla="*/ 16764 h 1047791"/>
              <a:gd name="connsiteX776" fmla="*/ 1989202 w 8759339"/>
              <a:gd name="connsiteY776" fmla="*/ 16764 h 1047791"/>
              <a:gd name="connsiteX777" fmla="*/ 1989202 w 8759339"/>
              <a:gd name="connsiteY777" fmla="*/ 92202 h 1047791"/>
              <a:gd name="connsiteX778" fmla="*/ 1932204 w 8759339"/>
              <a:gd name="connsiteY778" fmla="*/ 92202 h 1047791"/>
              <a:gd name="connsiteX779" fmla="*/ 1932204 w 8759339"/>
              <a:gd name="connsiteY779" fmla="*/ 268224 h 1047791"/>
              <a:gd name="connsiteX780" fmla="*/ 1988364 w 8759339"/>
              <a:gd name="connsiteY780" fmla="*/ 268224 h 1047791"/>
              <a:gd name="connsiteX781" fmla="*/ 1988364 w 8759339"/>
              <a:gd name="connsiteY781" fmla="*/ 343662 h 1047791"/>
              <a:gd name="connsiteX782" fmla="*/ 1932204 w 8759339"/>
              <a:gd name="connsiteY782" fmla="*/ 343662 h 1047791"/>
              <a:gd name="connsiteX783" fmla="*/ 1932204 w 8759339"/>
              <a:gd name="connsiteY783" fmla="*/ 517170 h 1047791"/>
              <a:gd name="connsiteX784" fmla="*/ 1989202 w 8759339"/>
              <a:gd name="connsiteY784" fmla="*/ 516331 h 1047791"/>
              <a:gd name="connsiteX785" fmla="*/ 1989202 w 8759339"/>
              <a:gd name="connsiteY785" fmla="*/ 591769 h 1047791"/>
              <a:gd name="connsiteX786" fmla="*/ 1724330 w 8759339"/>
              <a:gd name="connsiteY786" fmla="*/ 596799 h 1047791"/>
              <a:gd name="connsiteX787" fmla="*/ 1724330 w 8759339"/>
              <a:gd name="connsiteY787" fmla="*/ 521361 h 1047791"/>
              <a:gd name="connsiteX788" fmla="*/ 1781328 w 8759339"/>
              <a:gd name="connsiteY788" fmla="*/ 520522 h 1047791"/>
              <a:gd name="connsiteX789" fmla="*/ 1781328 w 8759339"/>
              <a:gd name="connsiteY789" fmla="*/ 343662 h 1047791"/>
              <a:gd name="connsiteX790" fmla="*/ 1725169 w 8759339"/>
              <a:gd name="connsiteY790" fmla="*/ 343662 h 1047791"/>
              <a:gd name="connsiteX791" fmla="*/ 1725169 w 8759339"/>
              <a:gd name="connsiteY791" fmla="*/ 268224 h 1047791"/>
              <a:gd name="connsiteX792" fmla="*/ 1781328 w 8759339"/>
              <a:gd name="connsiteY792" fmla="*/ 268224 h 1047791"/>
              <a:gd name="connsiteX793" fmla="*/ 1781328 w 8759339"/>
              <a:gd name="connsiteY793" fmla="*/ 92202 h 1047791"/>
              <a:gd name="connsiteX794" fmla="*/ 1724330 w 8759339"/>
              <a:gd name="connsiteY794" fmla="*/ 92202 h 1047791"/>
              <a:gd name="connsiteX795" fmla="*/ 2010156 w 8759339"/>
              <a:gd name="connsiteY795" fmla="*/ 10059 h 1047791"/>
              <a:gd name="connsiteX796" fmla="*/ 2549957 w 8759339"/>
              <a:gd name="connsiteY796" fmla="*/ 10059 h 1047791"/>
              <a:gd name="connsiteX797" fmla="*/ 2549957 w 8759339"/>
              <a:gd name="connsiteY797" fmla="*/ 349530 h 1047791"/>
              <a:gd name="connsiteX798" fmla="*/ 2354657 w 8759339"/>
              <a:gd name="connsiteY798" fmla="*/ 349530 h 1047791"/>
              <a:gd name="connsiteX799" fmla="*/ 2354657 w 8759339"/>
              <a:gd name="connsiteY799" fmla="*/ 399822 h 1047791"/>
              <a:gd name="connsiteX800" fmla="*/ 2549119 w 8759339"/>
              <a:gd name="connsiteY800" fmla="*/ 399822 h 1047791"/>
              <a:gd name="connsiteX801" fmla="*/ 2549119 w 8759339"/>
              <a:gd name="connsiteY801" fmla="*/ 475260 h 1047791"/>
              <a:gd name="connsiteX802" fmla="*/ 2354657 w 8759339"/>
              <a:gd name="connsiteY802" fmla="*/ 475260 h 1047791"/>
              <a:gd name="connsiteX803" fmla="*/ 2354657 w 8759339"/>
              <a:gd name="connsiteY803" fmla="*/ 523875 h 1047791"/>
              <a:gd name="connsiteX804" fmla="*/ 2556662 w 8759339"/>
              <a:gd name="connsiteY804" fmla="*/ 523875 h 1047791"/>
              <a:gd name="connsiteX805" fmla="*/ 2556662 w 8759339"/>
              <a:gd name="connsiteY805" fmla="*/ 599313 h 1047791"/>
              <a:gd name="connsiteX806" fmla="*/ 2002613 w 8759339"/>
              <a:gd name="connsiteY806" fmla="*/ 599313 h 1047791"/>
              <a:gd name="connsiteX807" fmla="*/ 2002613 w 8759339"/>
              <a:gd name="connsiteY807" fmla="*/ 523875 h 1047791"/>
              <a:gd name="connsiteX808" fmla="*/ 2203781 w 8759339"/>
              <a:gd name="connsiteY808" fmla="*/ 523875 h 1047791"/>
              <a:gd name="connsiteX809" fmla="*/ 2203781 w 8759339"/>
              <a:gd name="connsiteY809" fmla="*/ 475260 h 1047791"/>
              <a:gd name="connsiteX810" fmla="*/ 2010156 w 8759339"/>
              <a:gd name="connsiteY810" fmla="*/ 475260 h 1047791"/>
              <a:gd name="connsiteX811" fmla="*/ 2010156 w 8759339"/>
              <a:gd name="connsiteY811" fmla="*/ 399822 h 1047791"/>
              <a:gd name="connsiteX812" fmla="*/ 2203781 w 8759339"/>
              <a:gd name="connsiteY812" fmla="*/ 399822 h 1047791"/>
              <a:gd name="connsiteX813" fmla="*/ 2203781 w 8759339"/>
              <a:gd name="connsiteY813" fmla="*/ 349530 h 1047791"/>
              <a:gd name="connsiteX814" fmla="*/ 2010156 w 8759339"/>
              <a:gd name="connsiteY814" fmla="*/ 349530 h 1047791"/>
              <a:gd name="connsiteX815" fmla="*/ 451790 w 8759339"/>
              <a:gd name="connsiteY815" fmla="*/ 6706 h 1047791"/>
              <a:gd name="connsiteX816" fmla="*/ 602666 w 8759339"/>
              <a:gd name="connsiteY816" fmla="*/ 6706 h 1047791"/>
              <a:gd name="connsiteX817" fmla="*/ 602666 w 8759339"/>
              <a:gd name="connsiteY817" fmla="*/ 130759 h 1047791"/>
              <a:gd name="connsiteX818" fmla="*/ 812216 w 8759339"/>
              <a:gd name="connsiteY818" fmla="*/ 75438 h 1047791"/>
              <a:gd name="connsiteX819" fmla="*/ 812216 w 8759339"/>
              <a:gd name="connsiteY819" fmla="*/ 158420 h 1047791"/>
              <a:gd name="connsiteX820" fmla="*/ 602666 w 8759339"/>
              <a:gd name="connsiteY820" fmla="*/ 214579 h 1047791"/>
              <a:gd name="connsiteX821" fmla="*/ 602666 w 8759339"/>
              <a:gd name="connsiteY821" fmla="*/ 518846 h 1047791"/>
              <a:gd name="connsiteX822" fmla="*/ 815569 w 8759339"/>
              <a:gd name="connsiteY822" fmla="*/ 518846 h 1047791"/>
              <a:gd name="connsiteX823" fmla="*/ 815569 w 8759339"/>
              <a:gd name="connsiteY823" fmla="*/ 594284 h 1047791"/>
              <a:gd name="connsiteX824" fmla="*/ 451790 w 8759339"/>
              <a:gd name="connsiteY824" fmla="*/ 594284 h 1047791"/>
              <a:gd name="connsiteX825" fmla="*/ 187757 w 8759339"/>
              <a:gd name="connsiteY825" fmla="*/ 6706 h 1047791"/>
              <a:gd name="connsiteX826" fmla="*/ 338633 w 8759339"/>
              <a:gd name="connsiteY826" fmla="*/ 6706 h 1047791"/>
              <a:gd name="connsiteX827" fmla="*/ 338633 w 8759339"/>
              <a:gd name="connsiteY827" fmla="*/ 600990 h 1047791"/>
              <a:gd name="connsiteX828" fmla="*/ 187757 w 8759339"/>
              <a:gd name="connsiteY828" fmla="*/ 600990 h 1047791"/>
              <a:gd name="connsiteX829" fmla="*/ 187757 w 8759339"/>
              <a:gd name="connsiteY829" fmla="*/ 486994 h 1047791"/>
              <a:gd name="connsiteX830" fmla="*/ 0 w 8759339"/>
              <a:gd name="connsiteY830" fmla="*/ 555727 h 1047791"/>
              <a:gd name="connsiteX831" fmla="*/ 0 w 8759339"/>
              <a:gd name="connsiteY831" fmla="*/ 466039 h 1047791"/>
              <a:gd name="connsiteX832" fmla="*/ 187757 w 8759339"/>
              <a:gd name="connsiteY832" fmla="*/ 397307 h 1047791"/>
              <a:gd name="connsiteX833" fmla="*/ 187757 w 8759339"/>
              <a:gd name="connsiteY833" fmla="*/ 190272 h 1047791"/>
              <a:gd name="connsiteX834" fmla="*/ 0 w 8759339"/>
              <a:gd name="connsiteY834" fmla="*/ 190272 h 1047791"/>
              <a:gd name="connsiteX835" fmla="*/ 0 w 8759339"/>
              <a:gd name="connsiteY835" fmla="*/ 114834 h 1047791"/>
              <a:gd name="connsiteX836" fmla="*/ 187757 w 8759339"/>
              <a:gd name="connsiteY836" fmla="*/ 114834 h 1047791"/>
              <a:gd name="connsiteX837" fmla="*/ 8754085 w 8759339"/>
              <a:gd name="connsiteY837" fmla="*/ 5029 h 1047791"/>
              <a:gd name="connsiteX838" fmla="*/ 8754085 w 8759339"/>
              <a:gd name="connsiteY838" fmla="*/ 81306 h 1047791"/>
              <a:gd name="connsiteX839" fmla="*/ 8402879 w 8759339"/>
              <a:gd name="connsiteY839" fmla="*/ 86335 h 1047791"/>
              <a:gd name="connsiteX840" fmla="*/ 8402040 w 8759339"/>
              <a:gd name="connsiteY840" fmla="*/ 128245 h 1047791"/>
              <a:gd name="connsiteX841" fmla="*/ 8743188 w 8759339"/>
              <a:gd name="connsiteY841" fmla="*/ 128245 h 1047791"/>
              <a:gd name="connsiteX842" fmla="*/ 8743188 w 8759339"/>
              <a:gd name="connsiteY842" fmla="*/ 375514 h 1047791"/>
              <a:gd name="connsiteX843" fmla="*/ 8668588 w 8759339"/>
              <a:gd name="connsiteY843" fmla="*/ 462687 h 1047791"/>
              <a:gd name="connsiteX844" fmla="*/ 8757437 w 8759339"/>
              <a:gd name="connsiteY844" fmla="*/ 559080 h 1047791"/>
              <a:gd name="connsiteX845" fmla="*/ 8757437 w 8759339"/>
              <a:gd name="connsiteY845" fmla="*/ 600151 h 1047791"/>
              <a:gd name="connsiteX846" fmla="*/ 8619972 w 8759339"/>
              <a:gd name="connsiteY846" fmla="*/ 600151 h 1047791"/>
              <a:gd name="connsiteX847" fmla="*/ 8583930 w 8759339"/>
              <a:gd name="connsiteY847" fmla="*/ 560756 h 1047791"/>
              <a:gd name="connsiteX848" fmla="*/ 8550402 w 8759339"/>
              <a:gd name="connsiteY848" fmla="*/ 600151 h 1047791"/>
              <a:gd name="connsiteX849" fmla="*/ 8409584 w 8759339"/>
              <a:gd name="connsiteY849" fmla="*/ 600151 h 1047791"/>
              <a:gd name="connsiteX850" fmla="*/ 8409584 w 8759339"/>
              <a:gd name="connsiteY850" fmla="*/ 559080 h 1047791"/>
              <a:gd name="connsiteX851" fmla="*/ 8494242 w 8759339"/>
              <a:gd name="connsiteY851" fmla="*/ 464363 h 1047791"/>
              <a:gd name="connsiteX852" fmla="*/ 8419643 w 8759339"/>
              <a:gd name="connsiteY852" fmla="*/ 382219 h 1047791"/>
              <a:gd name="connsiteX853" fmla="*/ 8419643 w 8759339"/>
              <a:gd name="connsiteY853" fmla="*/ 231343 h 1047791"/>
              <a:gd name="connsiteX854" fmla="*/ 8558784 w 8759339"/>
              <a:gd name="connsiteY854" fmla="*/ 231343 h 1047791"/>
              <a:gd name="connsiteX855" fmla="*/ 8558784 w 8759339"/>
              <a:gd name="connsiteY855" fmla="*/ 342824 h 1047791"/>
              <a:gd name="connsiteX856" fmla="*/ 8580577 w 8759339"/>
              <a:gd name="connsiteY856" fmla="*/ 367132 h 1047791"/>
              <a:gd name="connsiteX857" fmla="*/ 8602370 w 8759339"/>
              <a:gd name="connsiteY857" fmla="*/ 342824 h 1047791"/>
              <a:gd name="connsiteX858" fmla="*/ 8602370 w 8759339"/>
              <a:gd name="connsiteY858" fmla="*/ 203683 h 1047791"/>
              <a:gd name="connsiteX859" fmla="*/ 8400364 w 8759339"/>
              <a:gd name="connsiteY859" fmla="*/ 203683 h 1047791"/>
              <a:gd name="connsiteX860" fmla="*/ 8392820 w 8759339"/>
              <a:gd name="connsiteY860" fmla="*/ 600151 h 1047791"/>
              <a:gd name="connsiteX861" fmla="*/ 8251164 w 8759339"/>
              <a:gd name="connsiteY861" fmla="*/ 600151 h 1047791"/>
              <a:gd name="connsiteX862" fmla="*/ 8262061 w 8759339"/>
              <a:gd name="connsiteY862" fmla="*/ 11735 h 1047791"/>
              <a:gd name="connsiteX863" fmla="*/ 4968697 w 8759339"/>
              <a:gd name="connsiteY863" fmla="*/ 4191 h 1047791"/>
              <a:gd name="connsiteX864" fmla="*/ 5126279 w 8759339"/>
              <a:gd name="connsiteY864" fmla="*/ 4191 h 1047791"/>
              <a:gd name="connsiteX865" fmla="*/ 5082693 w 8759339"/>
              <a:gd name="connsiteY865" fmla="*/ 88849 h 1047791"/>
              <a:gd name="connsiteX866" fmla="*/ 4925949 w 8759339"/>
              <a:gd name="connsiteY866" fmla="*/ 88849 h 1047791"/>
              <a:gd name="connsiteX867" fmla="*/ 4641800 w 8759339"/>
              <a:gd name="connsiteY867" fmla="*/ 4191 h 1047791"/>
              <a:gd name="connsiteX868" fmla="*/ 4799381 w 8759339"/>
              <a:gd name="connsiteY868" fmla="*/ 4191 h 1047791"/>
              <a:gd name="connsiteX869" fmla="*/ 4842129 w 8759339"/>
              <a:gd name="connsiteY869" fmla="*/ 88849 h 1047791"/>
              <a:gd name="connsiteX870" fmla="*/ 4685386 w 8759339"/>
              <a:gd name="connsiteY870" fmla="*/ 88849 h 1047791"/>
              <a:gd name="connsiteX871" fmla="*/ 4374414 w 8759339"/>
              <a:gd name="connsiteY871" fmla="*/ 4191 h 1047791"/>
              <a:gd name="connsiteX872" fmla="*/ 4531995 w 8759339"/>
              <a:gd name="connsiteY872" fmla="*/ 4191 h 1047791"/>
              <a:gd name="connsiteX873" fmla="*/ 4575581 w 8759339"/>
              <a:gd name="connsiteY873" fmla="*/ 88849 h 1047791"/>
              <a:gd name="connsiteX874" fmla="*/ 4418000 w 8759339"/>
              <a:gd name="connsiteY874" fmla="*/ 88849 h 1047791"/>
              <a:gd name="connsiteX875" fmla="*/ 3808552 w 8759339"/>
              <a:gd name="connsiteY875" fmla="*/ 3353 h 1047791"/>
              <a:gd name="connsiteX876" fmla="*/ 3959428 w 8759339"/>
              <a:gd name="connsiteY876" fmla="*/ 3353 h 1047791"/>
              <a:gd name="connsiteX877" fmla="*/ 3959428 w 8759339"/>
              <a:gd name="connsiteY877" fmla="*/ 106452 h 1047791"/>
              <a:gd name="connsiteX878" fmla="*/ 4286326 w 8759339"/>
              <a:gd name="connsiteY878" fmla="*/ 106452 h 1047791"/>
              <a:gd name="connsiteX879" fmla="*/ 4286326 w 8759339"/>
              <a:gd name="connsiteY879" fmla="*/ 181890 h 1047791"/>
              <a:gd name="connsiteX880" fmla="*/ 3983736 w 8759339"/>
              <a:gd name="connsiteY880" fmla="*/ 181890 h 1047791"/>
              <a:gd name="connsiteX881" fmla="*/ 4272077 w 8759339"/>
              <a:gd name="connsiteY881" fmla="*/ 563271 h 1047791"/>
              <a:gd name="connsiteX882" fmla="*/ 4272077 w 8759339"/>
              <a:gd name="connsiteY882" fmla="*/ 600990 h 1047791"/>
              <a:gd name="connsiteX883" fmla="*/ 4109466 w 8759339"/>
              <a:gd name="connsiteY883" fmla="*/ 600990 h 1047791"/>
              <a:gd name="connsiteX884" fmla="*/ 3883990 w 8759339"/>
              <a:gd name="connsiteY884" fmla="*/ 295885 h 1047791"/>
              <a:gd name="connsiteX885" fmla="*/ 3658514 w 8759339"/>
              <a:gd name="connsiteY885" fmla="*/ 600990 h 1047791"/>
              <a:gd name="connsiteX886" fmla="*/ 3495903 w 8759339"/>
              <a:gd name="connsiteY886" fmla="*/ 600990 h 1047791"/>
              <a:gd name="connsiteX887" fmla="*/ 3495903 w 8759339"/>
              <a:gd name="connsiteY887" fmla="*/ 563271 h 1047791"/>
              <a:gd name="connsiteX888" fmla="*/ 3784244 w 8759339"/>
              <a:gd name="connsiteY888" fmla="*/ 181890 h 1047791"/>
              <a:gd name="connsiteX889" fmla="*/ 3481654 w 8759339"/>
              <a:gd name="connsiteY889" fmla="*/ 181890 h 1047791"/>
              <a:gd name="connsiteX890" fmla="*/ 3481654 w 8759339"/>
              <a:gd name="connsiteY890" fmla="*/ 106452 h 1047791"/>
              <a:gd name="connsiteX891" fmla="*/ 3808552 w 8759339"/>
              <a:gd name="connsiteY891" fmla="*/ 106452 h 1047791"/>
              <a:gd name="connsiteX892" fmla="*/ 1199541 w 8759339"/>
              <a:gd name="connsiteY892" fmla="*/ 2515 h 1047791"/>
              <a:gd name="connsiteX893" fmla="*/ 1349578 w 8759339"/>
              <a:gd name="connsiteY893" fmla="*/ 2515 h 1047791"/>
              <a:gd name="connsiteX894" fmla="*/ 1349578 w 8759339"/>
              <a:gd name="connsiteY894" fmla="*/ 37719 h 1047791"/>
              <a:gd name="connsiteX895" fmla="*/ 1688212 w 8759339"/>
              <a:gd name="connsiteY895" fmla="*/ 37719 h 1047791"/>
              <a:gd name="connsiteX896" fmla="*/ 1688212 w 8759339"/>
              <a:gd name="connsiteY896" fmla="*/ 113157 h 1047791"/>
              <a:gd name="connsiteX897" fmla="*/ 860070 w 8759339"/>
              <a:gd name="connsiteY897" fmla="*/ 113157 h 1047791"/>
              <a:gd name="connsiteX898" fmla="*/ 860070 w 8759339"/>
              <a:gd name="connsiteY898" fmla="*/ 37719 h 1047791"/>
              <a:gd name="connsiteX899" fmla="*/ 1199541 w 8759339"/>
              <a:gd name="connsiteY899" fmla="*/ 37719 h 1047791"/>
              <a:gd name="connsiteX900" fmla="*/ 8011439 w 8759339"/>
              <a:gd name="connsiteY900" fmla="*/ 1677 h 1047791"/>
              <a:gd name="connsiteX901" fmla="*/ 8152257 w 8759339"/>
              <a:gd name="connsiteY901" fmla="*/ 1677 h 1047791"/>
              <a:gd name="connsiteX902" fmla="*/ 8152257 w 8759339"/>
              <a:gd name="connsiteY902" fmla="*/ 75438 h 1047791"/>
              <a:gd name="connsiteX903" fmla="*/ 8240267 w 8759339"/>
              <a:gd name="connsiteY903" fmla="*/ 75438 h 1047791"/>
              <a:gd name="connsiteX904" fmla="*/ 8240267 w 8759339"/>
              <a:gd name="connsiteY904" fmla="*/ 150876 h 1047791"/>
              <a:gd name="connsiteX905" fmla="*/ 8152257 w 8759339"/>
              <a:gd name="connsiteY905" fmla="*/ 150876 h 1047791"/>
              <a:gd name="connsiteX906" fmla="*/ 8152257 w 8759339"/>
              <a:gd name="connsiteY906" fmla="*/ 600151 h 1047791"/>
              <a:gd name="connsiteX907" fmla="*/ 8011439 w 8759339"/>
              <a:gd name="connsiteY907" fmla="*/ 600151 h 1047791"/>
              <a:gd name="connsiteX908" fmla="*/ 8011439 w 8759339"/>
              <a:gd name="connsiteY908" fmla="*/ 150876 h 1047791"/>
              <a:gd name="connsiteX909" fmla="*/ 7929295 w 8759339"/>
              <a:gd name="connsiteY909" fmla="*/ 150876 h 1047791"/>
              <a:gd name="connsiteX910" fmla="*/ 7929295 w 8759339"/>
              <a:gd name="connsiteY910" fmla="*/ 75438 h 1047791"/>
              <a:gd name="connsiteX911" fmla="*/ 8011439 w 8759339"/>
              <a:gd name="connsiteY911" fmla="*/ 75438 h 1047791"/>
              <a:gd name="connsiteX912" fmla="*/ 7143826 w 8759339"/>
              <a:gd name="connsiteY912" fmla="*/ 1677 h 1047791"/>
              <a:gd name="connsiteX913" fmla="*/ 7284643 w 8759339"/>
              <a:gd name="connsiteY913" fmla="*/ 1677 h 1047791"/>
              <a:gd name="connsiteX914" fmla="*/ 7284643 w 8759339"/>
              <a:gd name="connsiteY914" fmla="*/ 81306 h 1047791"/>
              <a:gd name="connsiteX915" fmla="*/ 7367625 w 8759339"/>
              <a:gd name="connsiteY915" fmla="*/ 81306 h 1047791"/>
              <a:gd name="connsiteX916" fmla="*/ 7367625 w 8759339"/>
              <a:gd name="connsiteY916" fmla="*/ 156744 h 1047791"/>
              <a:gd name="connsiteX917" fmla="*/ 7284643 w 8759339"/>
              <a:gd name="connsiteY917" fmla="*/ 156744 h 1047791"/>
              <a:gd name="connsiteX918" fmla="*/ 7284643 w 8759339"/>
              <a:gd name="connsiteY918" fmla="*/ 600151 h 1047791"/>
              <a:gd name="connsiteX919" fmla="*/ 7143826 w 8759339"/>
              <a:gd name="connsiteY919" fmla="*/ 600151 h 1047791"/>
              <a:gd name="connsiteX920" fmla="*/ 7143826 w 8759339"/>
              <a:gd name="connsiteY920" fmla="*/ 156744 h 1047791"/>
              <a:gd name="connsiteX921" fmla="*/ 7060006 w 8759339"/>
              <a:gd name="connsiteY921" fmla="*/ 156744 h 1047791"/>
              <a:gd name="connsiteX922" fmla="*/ 7060006 w 8759339"/>
              <a:gd name="connsiteY922" fmla="*/ 81306 h 1047791"/>
              <a:gd name="connsiteX923" fmla="*/ 7143826 w 8759339"/>
              <a:gd name="connsiteY923" fmla="*/ 81306 h 1047791"/>
              <a:gd name="connsiteX924" fmla="*/ 7433843 w 8759339"/>
              <a:gd name="connsiteY924" fmla="*/ 0 h 1047791"/>
              <a:gd name="connsiteX925" fmla="*/ 7584719 w 8759339"/>
              <a:gd name="connsiteY925" fmla="*/ 0 h 1047791"/>
              <a:gd name="connsiteX926" fmla="*/ 7584719 w 8759339"/>
              <a:gd name="connsiteY926" fmla="*/ 25984 h 1047791"/>
              <a:gd name="connsiteX927" fmla="*/ 7690332 w 8759339"/>
              <a:gd name="connsiteY927" fmla="*/ 25984 h 1047791"/>
              <a:gd name="connsiteX928" fmla="*/ 7690332 w 8759339"/>
              <a:gd name="connsiteY928" fmla="*/ 0 h 1047791"/>
              <a:gd name="connsiteX929" fmla="*/ 7836179 w 8759339"/>
              <a:gd name="connsiteY929" fmla="*/ 0 h 1047791"/>
              <a:gd name="connsiteX930" fmla="*/ 7836179 w 8759339"/>
              <a:gd name="connsiteY930" fmla="*/ 25984 h 1047791"/>
              <a:gd name="connsiteX931" fmla="*/ 7889824 w 8759339"/>
              <a:gd name="connsiteY931" fmla="*/ 25984 h 1047791"/>
              <a:gd name="connsiteX932" fmla="*/ 7889824 w 8759339"/>
              <a:gd name="connsiteY932" fmla="*/ 101422 h 1047791"/>
              <a:gd name="connsiteX933" fmla="*/ 7836179 w 8759339"/>
              <a:gd name="connsiteY933" fmla="*/ 101422 h 1047791"/>
              <a:gd name="connsiteX934" fmla="*/ 7836179 w 8759339"/>
              <a:gd name="connsiteY934" fmla="*/ 127407 h 1047791"/>
              <a:gd name="connsiteX935" fmla="*/ 7690332 w 8759339"/>
              <a:gd name="connsiteY935" fmla="*/ 127407 h 1047791"/>
              <a:gd name="connsiteX936" fmla="*/ 7690332 w 8759339"/>
              <a:gd name="connsiteY936" fmla="*/ 101422 h 1047791"/>
              <a:gd name="connsiteX937" fmla="*/ 7584719 w 8759339"/>
              <a:gd name="connsiteY937" fmla="*/ 101422 h 1047791"/>
              <a:gd name="connsiteX938" fmla="*/ 7584719 w 8759339"/>
              <a:gd name="connsiteY938" fmla="*/ 127407 h 1047791"/>
              <a:gd name="connsiteX939" fmla="*/ 7433843 w 8759339"/>
              <a:gd name="connsiteY939" fmla="*/ 127407 h 1047791"/>
              <a:gd name="connsiteX940" fmla="*/ 7433843 w 8759339"/>
              <a:gd name="connsiteY940" fmla="*/ 101422 h 1047791"/>
              <a:gd name="connsiteX941" fmla="*/ 7381037 w 8759339"/>
              <a:gd name="connsiteY941" fmla="*/ 101422 h 1047791"/>
              <a:gd name="connsiteX942" fmla="*/ 7381037 w 8759339"/>
              <a:gd name="connsiteY942" fmla="*/ 25984 h 1047791"/>
              <a:gd name="connsiteX943" fmla="*/ 7433843 w 8759339"/>
              <a:gd name="connsiteY943" fmla="*/ 25984 h 1047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</a:cxnLst>
            <a:rect l="l" t="t" r="r" b="b"/>
            <a:pathLst>
              <a:path w="8759339" h="1047791">
                <a:moveTo>
                  <a:pt x="56131" y="976688"/>
                </a:moveTo>
                <a:lnTo>
                  <a:pt x="56131" y="1009840"/>
                </a:lnTo>
                <a:lnTo>
                  <a:pt x="81916" y="1009840"/>
                </a:lnTo>
                <a:cubicBezTo>
                  <a:pt x="90622" y="1009840"/>
                  <a:pt x="96762" y="1008296"/>
                  <a:pt x="100333" y="1005207"/>
                </a:cubicBezTo>
                <a:cubicBezTo>
                  <a:pt x="103905" y="1002119"/>
                  <a:pt x="105691" y="997971"/>
                  <a:pt x="105691" y="992762"/>
                </a:cubicBezTo>
                <a:cubicBezTo>
                  <a:pt x="105691" y="987925"/>
                  <a:pt x="103924" y="984037"/>
                  <a:pt x="100389" y="981097"/>
                </a:cubicBezTo>
                <a:cubicBezTo>
                  <a:pt x="96854" y="978158"/>
                  <a:pt x="90659" y="976688"/>
                  <a:pt x="81804" y="976688"/>
                </a:cubicBezTo>
                <a:close/>
                <a:moveTo>
                  <a:pt x="8030435" y="923780"/>
                </a:moveTo>
                <a:lnTo>
                  <a:pt x="8012563" y="982604"/>
                </a:lnTo>
                <a:lnTo>
                  <a:pt x="8048500" y="982604"/>
                </a:lnTo>
                <a:close/>
                <a:moveTo>
                  <a:pt x="7030309" y="923780"/>
                </a:moveTo>
                <a:lnTo>
                  <a:pt x="7012438" y="982604"/>
                </a:lnTo>
                <a:lnTo>
                  <a:pt x="7048375" y="982604"/>
                </a:lnTo>
                <a:close/>
                <a:moveTo>
                  <a:pt x="4740757" y="916859"/>
                </a:moveTo>
                <a:cubicBezTo>
                  <a:pt x="4730562" y="916859"/>
                  <a:pt x="4722376" y="920468"/>
                  <a:pt x="4716200" y="927686"/>
                </a:cubicBezTo>
                <a:cubicBezTo>
                  <a:pt x="4710024" y="934905"/>
                  <a:pt x="4706935" y="946848"/>
                  <a:pt x="4706935" y="963517"/>
                </a:cubicBezTo>
                <a:cubicBezTo>
                  <a:pt x="4706935" y="980037"/>
                  <a:pt x="4710005" y="991906"/>
                  <a:pt x="4716144" y="999124"/>
                </a:cubicBezTo>
                <a:cubicBezTo>
                  <a:pt x="4722283" y="1006342"/>
                  <a:pt x="4730636" y="1009951"/>
                  <a:pt x="4741203" y="1009951"/>
                </a:cubicBezTo>
                <a:cubicBezTo>
                  <a:pt x="4752067" y="1009951"/>
                  <a:pt x="4760476" y="1006417"/>
                  <a:pt x="4766429" y="999347"/>
                </a:cubicBezTo>
                <a:cubicBezTo>
                  <a:pt x="4772383" y="992278"/>
                  <a:pt x="4775359" y="979590"/>
                  <a:pt x="4775359" y="961284"/>
                </a:cubicBezTo>
                <a:cubicBezTo>
                  <a:pt x="4775359" y="945881"/>
                  <a:pt x="4772252" y="934625"/>
                  <a:pt x="4766039" y="927519"/>
                </a:cubicBezTo>
                <a:cubicBezTo>
                  <a:pt x="4759825" y="920412"/>
                  <a:pt x="4751398" y="916859"/>
                  <a:pt x="4740757" y="916859"/>
                </a:cubicBezTo>
                <a:close/>
                <a:moveTo>
                  <a:pt x="4378807" y="916859"/>
                </a:moveTo>
                <a:cubicBezTo>
                  <a:pt x="4368612" y="916859"/>
                  <a:pt x="4360426" y="920468"/>
                  <a:pt x="4354250" y="927686"/>
                </a:cubicBezTo>
                <a:cubicBezTo>
                  <a:pt x="4348074" y="934905"/>
                  <a:pt x="4344985" y="946848"/>
                  <a:pt x="4344985" y="963517"/>
                </a:cubicBezTo>
                <a:cubicBezTo>
                  <a:pt x="4344985" y="980037"/>
                  <a:pt x="4348055" y="991906"/>
                  <a:pt x="4354194" y="999124"/>
                </a:cubicBezTo>
                <a:cubicBezTo>
                  <a:pt x="4360333" y="1006342"/>
                  <a:pt x="4368686" y="1009951"/>
                  <a:pt x="4379253" y="1009951"/>
                </a:cubicBezTo>
                <a:cubicBezTo>
                  <a:pt x="4390117" y="1009951"/>
                  <a:pt x="4398526" y="1006417"/>
                  <a:pt x="4404479" y="999347"/>
                </a:cubicBezTo>
                <a:cubicBezTo>
                  <a:pt x="4410433" y="992278"/>
                  <a:pt x="4413409" y="979590"/>
                  <a:pt x="4413409" y="961284"/>
                </a:cubicBezTo>
                <a:cubicBezTo>
                  <a:pt x="4413409" y="945881"/>
                  <a:pt x="4410302" y="934625"/>
                  <a:pt x="4404089" y="927519"/>
                </a:cubicBezTo>
                <a:cubicBezTo>
                  <a:pt x="4397875" y="920412"/>
                  <a:pt x="4389448" y="916859"/>
                  <a:pt x="4378807" y="916859"/>
                </a:cubicBezTo>
                <a:close/>
                <a:moveTo>
                  <a:pt x="2950056" y="916859"/>
                </a:moveTo>
                <a:cubicBezTo>
                  <a:pt x="2939862" y="916859"/>
                  <a:pt x="2931676" y="920468"/>
                  <a:pt x="2925500" y="927686"/>
                </a:cubicBezTo>
                <a:cubicBezTo>
                  <a:pt x="2919323" y="934905"/>
                  <a:pt x="2916235" y="946848"/>
                  <a:pt x="2916235" y="963517"/>
                </a:cubicBezTo>
                <a:cubicBezTo>
                  <a:pt x="2916235" y="980037"/>
                  <a:pt x="2919305" y="991906"/>
                  <a:pt x="2925444" y="999124"/>
                </a:cubicBezTo>
                <a:cubicBezTo>
                  <a:pt x="2931583" y="1006342"/>
                  <a:pt x="2939936" y="1009951"/>
                  <a:pt x="2950503" y="1009951"/>
                </a:cubicBezTo>
                <a:cubicBezTo>
                  <a:pt x="2961367" y="1009951"/>
                  <a:pt x="2969776" y="1006417"/>
                  <a:pt x="2975729" y="999347"/>
                </a:cubicBezTo>
                <a:cubicBezTo>
                  <a:pt x="2981682" y="992278"/>
                  <a:pt x="2984659" y="979590"/>
                  <a:pt x="2984659" y="961284"/>
                </a:cubicBezTo>
                <a:cubicBezTo>
                  <a:pt x="2984659" y="945881"/>
                  <a:pt x="2981552" y="934625"/>
                  <a:pt x="2975339" y="927519"/>
                </a:cubicBezTo>
                <a:cubicBezTo>
                  <a:pt x="2969125" y="920412"/>
                  <a:pt x="2960698" y="916859"/>
                  <a:pt x="2950056" y="916859"/>
                </a:cubicBezTo>
                <a:close/>
                <a:moveTo>
                  <a:pt x="6675447" y="914627"/>
                </a:moveTo>
                <a:lnTo>
                  <a:pt x="6675447" y="951127"/>
                </a:lnTo>
                <a:lnTo>
                  <a:pt x="6687837" y="951127"/>
                </a:lnTo>
                <a:cubicBezTo>
                  <a:pt x="6697585" y="951127"/>
                  <a:pt x="6704432" y="949434"/>
                  <a:pt x="6708375" y="946048"/>
                </a:cubicBezTo>
                <a:cubicBezTo>
                  <a:pt x="6712319" y="942662"/>
                  <a:pt x="6714291" y="938328"/>
                  <a:pt x="6714291" y="933044"/>
                </a:cubicBezTo>
                <a:cubicBezTo>
                  <a:pt x="6714291" y="927910"/>
                  <a:pt x="6712580" y="923556"/>
                  <a:pt x="6709157" y="919985"/>
                </a:cubicBezTo>
                <a:cubicBezTo>
                  <a:pt x="6705734" y="916413"/>
                  <a:pt x="6699297" y="914627"/>
                  <a:pt x="6689847" y="914627"/>
                </a:cubicBezTo>
                <a:close/>
                <a:moveTo>
                  <a:pt x="5618173" y="914627"/>
                </a:moveTo>
                <a:lnTo>
                  <a:pt x="5618173" y="951127"/>
                </a:lnTo>
                <a:lnTo>
                  <a:pt x="5630563" y="951127"/>
                </a:lnTo>
                <a:cubicBezTo>
                  <a:pt x="5640311" y="951127"/>
                  <a:pt x="5647157" y="949434"/>
                  <a:pt x="5651101" y="946048"/>
                </a:cubicBezTo>
                <a:cubicBezTo>
                  <a:pt x="5655045" y="942662"/>
                  <a:pt x="5657017" y="938328"/>
                  <a:pt x="5657017" y="933044"/>
                </a:cubicBezTo>
                <a:cubicBezTo>
                  <a:pt x="5657017" y="927910"/>
                  <a:pt x="5655305" y="923556"/>
                  <a:pt x="5651882" y="919985"/>
                </a:cubicBezTo>
                <a:cubicBezTo>
                  <a:pt x="5648459" y="916413"/>
                  <a:pt x="5642022" y="914627"/>
                  <a:pt x="5632572" y="914627"/>
                </a:cubicBezTo>
                <a:close/>
                <a:moveTo>
                  <a:pt x="5437198" y="914627"/>
                </a:moveTo>
                <a:lnTo>
                  <a:pt x="5437198" y="951127"/>
                </a:lnTo>
                <a:lnTo>
                  <a:pt x="5449588" y="951127"/>
                </a:lnTo>
                <a:cubicBezTo>
                  <a:pt x="5459336" y="951127"/>
                  <a:pt x="5466182" y="949434"/>
                  <a:pt x="5470126" y="946048"/>
                </a:cubicBezTo>
                <a:cubicBezTo>
                  <a:pt x="5474070" y="942662"/>
                  <a:pt x="5476042" y="938328"/>
                  <a:pt x="5476042" y="933044"/>
                </a:cubicBezTo>
                <a:cubicBezTo>
                  <a:pt x="5476042" y="927910"/>
                  <a:pt x="5474330" y="923556"/>
                  <a:pt x="5470907" y="919985"/>
                </a:cubicBezTo>
                <a:cubicBezTo>
                  <a:pt x="5467484" y="916413"/>
                  <a:pt x="5461047" y="914627"/>
                  <a:pt x="5451597" y="914627"/>
                </a:cubicBezTo>
                <a:close/>
                <a:moveTo>
                  <a:pt x="56131" y="914515"/>
                </a:moveTo>
                <a:lnTo>
                  <a:pt x="56131" y="945546"/>
                </a:lnTo>
                <a:lnTo>
                  <a:pt x="78121" y="945546"/>
                </a:lnTo>
                <a:cubicBezTo>
                  <a:pt x="86009" y="945546"/>
                  <a:pt x="91497" y="944188"/>
                  <a:pt x="94585" y="941472"/>
                </a:cubicBezTo>
                <a:cubicBezTo>
                  <a:pt x="97673" y="938755"/>
                  <a:pt x="99217" y="934830"/>
                  <a:pt x="99217" y="929696"/>
                </a:cubicBezTo>
                <a:cubicBezTo>
                  <a:pt x="99217" y="924933"/>
                  <a:pt x="97673" y="921212"/>
                  <a:pt x="94585" y="918533"/>
                </a:cubicBezTo>
                <a:cubicBezTo>
                  <a:pt x="91497" y="915855"/>
                  <a:pt x="86120" y="914515"/>
                  <a:pt x="78456" y="914515"/>
                </a:cubicBezTo>
                <a:close/>
                <a:moveTo>
                  <a:pt x="8512842" y="881364"/>
                </a:moveTo>
                <a:lnTo>
                  <a:pt x="8563518" y="881364"/>
                </a:lnTo>
                <a:lnTo>
                  <a:pt x="8563518" y="1045000"/>
                </a:lnTo>
                <a:lnTo>
                  <a:pt x="8512842" y="1045000"/>
                </a:lnTo>
                <a:close/>
                <a:moveTo>
                  <a:pt x="8003477" y="881364"/>
                </a:moveTo>
                <a:lnTo>
                  <a:pt x="8058631" y="881364"/>
                </a:lnTo>
                <a:lnTo>
                  <a:pt x="8120122" y="1045000"/>
                </a:lnTo>
                <a:lnTo>
                  <a:pt x="8067173" y="1045000"/>
                </a:lnTo>
                <a:lnTo>
                  <a:pt x="8058989" y="1017988"/>
                </a:lnTo>
                <a:lnTo>
                  <a:pt x="8001581" y="1017988"/>
                </a:lnTo>
                <a:lnTo>
                  <a:pt x="7993605" y="1045000"/>
                </a:lnTo>
                <a:lnTo>
                  <a:pt x="7941975" y="1045000"/>
                </a:lnTo>
                <a:close/>
                <a:moveTo>
                  <a:pt x="7796458" y="881364"/>
                </a:moveTo>
                <a:lnTo>
                  <a:pt x="7847023" y="881364"/>
                </a:lnTo>
                <a:lnTo>
                  <a:pt x="7847023" y="1004705"/>
                </a:lnTo>
                <a:lnTo>
                  <a:pt x="7925939" y="1004705"/>
                </a:lnTo>
                <a:lnTo>
                  <a:pt x="7925939" y="1045000"/>
                </a:lnTo>
                <a:lnTo>
                  <a:pt x="7796458" y="1045000"/>
                </a:lnTo>
                <a:close/>
                <a:moveTo>
                  <a:pt x="7310571" y="881364"/>
                </a:moveTo>
                <a:lnTo>
                  <a:pt x="7446079" y="881364"/>
                </a:lnTo>
                <a:lnTo>
                  <a:pt x="7446079" y="916301"/>
                </a:lnTo>
                <a:lnTo>
                  <a:pt x="7361247" y="916301"/>
                </a:lnTo>
                <a:lnTo>
                  <a:pt x="7361247" y="942309"/>
                </a:lnTo>
                <a:lnTo>
                  <a:pt x="7439941" y="942309"/>
                </a:lnTo>
                <a:lnTo>
                  <a:pt x="7439941" y="975684"/>
                </a:lnTo>
                <a:lnTo>
                  <a:pt x="7361247" y="975684"/>
                </a:lnTo>
                <a:lnTo>
                  <a:pt x="7361247" y="1007942"/>
                </a:lnTo>
                <a:lnTo>
                  <a:pt x="7448535" y="1007942"/>
                </a:lnTo>
                <a:lnTo>
                  <a:pt x="7448535" y="1045000"/>
                </a:lnTo>
                <a:lnTo>
                  <a:pt x="7310571" y="1045000"/>
                </a:lnTo>
                <a:close/>
                <a:moveTo>
                  <a:pt x="7127736" y="881364"/>
                </a:moveTo>
                <a:lnTo>
                  <a:pt x="7281439" y="881364"/>
                </a:lnTo>
                <a:lnTo>
                  <a:pt x="7281439" y="921770"/>
                </a:lnTo>
                <a:lnTo>
                  <a:pt x="7229869" y="921770"/>
                </a:lnTo>
                <a:lnTo>
                  <a:pt x="7229869" y="1045000"/>
                </a:lnTo>
                <a:lnTo>
                  <a:pt x="7179305" y="1045000"/>
                </a:lnTo>
                <a:lnTo>
                  <a:pt x="7179305" y="921770"/>
                </a:lnTo>
                <a:lnTo>
                  <a:pt x="7127736" y="921770"/>
                </a:lnTo>
                <a:close/>
                <a:moveTo>
                  <a:pt x="7003351" y="881364"/>
                </a:moveTo>
                <a:lnTo>
                  <a:pt x="7058506" y="881364"/>
                </a:lnTo>
                <a:lnTo>
                  <a:pt x="7119997" y="1045000"/>
                </a:lnTo>
                <a:lnTo>
                  <a:pt x="7067049" y="1045000"/>
                </a:lnTo>
                <a:lnTo>
                  <a:pt x="7058863" y="1017988"/>
                </a:lnTo>
                <a:lnTo>
                  <a:pt x="7001455" y="1017988"/>
                </a:lnTo>
                <a:lnTo>
                  <a:pt x="6993480" y="1045000"/>
                </a:lnTo>
                <a:lnTo>
                  <a:pt x="6941850" y="1045000"/>
                </a:lnTo>
                <a:close/>
                <a:moveTo>
                  <a:pt x="6796333" y="881364"/>
                </a:moveTo>
                <a:lnTo>
                  <a:pt x="6846897" y="881364"/>
                </a:lnTo>
                <a:lnTo>
                  <a:pt x="6846897" y="1004705"/>
                </a:lnTo>
                <a:lnTo>
                  <a:pt x="6925813" y="1004705"/>
                </a:lnTo>
                <a:lnTo>
                  <a:pt x="6925813" y="1045000"/>
                </a:lnTo>
                <a:lnTo>
                  <a:pt x="6796333" y="1045000"/>
                </a:lnTo>
                <a:close/>
                <a:moveTo>
                  <a:pt x="6624660" y="881364"/>
                </a:moveTo>
                <a:lnTo>
                  <a:pt x="6708711" y="881364"/>
                </a:lnTo>
                <a:cubicBezTo>
                  <a:pt x="6727017" y="881364"/>
                  <a:pt x="6740727" y="885717"/>
                  <a:pt x="6749843" y="894423"/>
                </a:cubicBezTo>
                <a:cubicBezTo>
                  <a:pt x="6758959" y="903130"/>
                  <a:pt x="6763517" y="915520"/>
                  <a:pt x="6763517" y="931593"/>
                </a:cubicBezTo>
                <a:cubicBezTo>
                  <a:pt x="6763517" y="948113"/>
                  <a:pt x="6758549" y="961024"/>
                  <a:pt x="6748615" y="970326"/>
                </a:cubicBezTo>
                <a:cubicBezTo>
                  <a:pt x="6738681" y="979627"/>
                  <a:pt x="6723519" y="984278"/>
                  <a:pt x="6703129" y="984278"/>
                </a:cubicBezTo>
                <a:lnTo>
                  <a:pt x="6675447" y="984278"/>
                </a:lnTo>
                <a:lnTo>
                  <a:pt x="6675447" y="1045000"/>
                </a:lnTo>
                <a:lnTo>
                  <a:pt x="6624660" y="1045000"/>
                </a:lnTo>
                <a:close/>
                <a:moveTo>
                  <a:pt x="6386200" y="881364"/>
                </a:moveTo>
                <a:lnTo>
                  <a:pt x="6452699" y="881364"/>
                </a:lnTo>
                <a:lnTo>
                  <a:pt x="6478344" y="980930"/>
                </a:lnTo>
                <a:lnTo>
                  <a:pt x="6503805" y="881364"/>
                </a:lnTo>
                <a:lnTo>
                  <a:pt x="6570263" y="881364"/>
                </a:lnTo>
                <a:lnTo>
                  <a:pt x="6570263" y="1045000"/>
                </a:lnTo>
                <a:lnTo>
                  <a:pt x="6528852" y="1045000"/>
                </a:lnTo>
                <a:lnTo>
                  <a:pt x="6528852" y="920208"/>
                </a:lnTo>
                <a:lnTo>
                  <a:pt x="6496944" y="1045000"/>
                </a:lnTo>
                <a:lnTo>
                  <a:pt x="6459462" y="1045000"/>
                </a:lnTo>
                <a:lnTo>
                  <a:pt x="6427612" y="920208"/>
                </a:lnTo>
                <a:lnTo>
                  <a:pt x="6427612" y="1045000"/>
                </a:lnTo>
                <a:lnTo>
                  <a:pt x="6386200" y="1045000"/>
                </a:lnTo>
                <a:close/>
                <a:moveTo>
                  <a:pt x="6215197" y="881364"/>
                </a:moveTo>
                <a:lnTo>
                  <a:pt x="6350705" y="881364"/>
                </a:lnTo>
                <a:lnTo>
                  <a:pt x="6350705" y="916301"/>
                </a:lnTo>
                <a:lnTo>
                  <a:pt x="6265873" y="916301"/>
                </a:lnTo>
                <a:lnTo>
                  <a:pt x="6265873" y="942309"/>
                </a:lnTo>
                <a:lnTo>
                  <a:pt x="6344566" y="942309"/>
                </a:lnTo>
                <a:lnTo>
                  <a:pt x="6344566" y="975684"/>
                </a:lnTo>
                <a:lnTo>
                  <a:pt x="6265873" y="975684"/>
                </a:lnTo>
                <a:lnTo>
                  <a:pt x="6265873" y="1007942"/>
                </a:lnTo>
                <a:lnTo>
                  <a:pt x="6353160" y="1007942"/>
                </a:lnTo>
                <a:lnTo>
                  <a:pt x="6353160" y="1045000"/>
                </a:lnTo>
                <a:lnTo>
                  <a:pt x="6215197" y="1045000"/>
                </a:lnTo>
                <a:close/>
                <a:moveTo>
                  <a:pt x="6032361" y="881364"/>
                </a:moveTo>
                <a:lnTo>
                  <a:pt x="6186064" y="881364"/>
                </a:lnTo>
                <a:lnTo>
                  <a:pt x="6186064" y="921770"/>
                </a:lnTo>
                <a:lnTo>
                  <a:pt x="6134495" y="921770"/>
                </a:lnTo>
                <a:lnTo>
                  <a:pt x="6134495" y="1045000"/>
                </a:lnTo>
                <a:lnTo>
                  <a:pt x="6083930" y="1045000"/>
                </a:lnTo>
                <a:lnTo>
                  <a:pt x="6083930" y="921770"/>
                </a:lnTo>
                <a:lnTo>
                  <a:pt x="6032361" y="921770"/>
                </a:lnTo>
                <a:close/>
                <a:moveTo>
                  <a:pt x="5727561" y="881364"/>
                </a:moveTo>
                <a:lnTo>
                  <a:pt x="5881264" y="881364"/>
                </a:lnTo>
                <a:lnTo>
                  <a:pt x="5881264" y="921770"/>
                </a:lnTo>
                <a:lnTo>
                  <a:pt x="5829695" y="921770"/>
                </a:lnTo>
                <a:lnTo>
                  <a:pt x="5829695" y="1045000"/>
                </a:lnTo>
                <a:lnTo>
                  <a:pt x="5779130" y="1045000"/>
                </a:lnTo>
                <a:lnTo>
                  <a:pt x="5779130" y="921770"/>
                </a:lnTo>
                <a:lnTo>
                  <a:pt x="5727561" y="921770"/>
                </a:lnTo>
                <a:close/>
                <a:moveTo>
                  <a:pt x="5567385" y="881364"/>
                </a:moveTo>
                <a:lnTo>
                  <a:pt x="5651436" y="881364"/>
                </a:lnTo>
                <a:cubicBezTo>
                  <a:pt x="5669742" y="881364"/>
                  <a:pt x="5683453" y="885717"/>
                  <a:pt x="5692568" y="894423"/>
                </a:cubicBezTo>
                <a:cubicBezTo>
                  <a:pt x="5701684" y="903130"/>
                  <a:pt x="5706242" y="915520"/>
                  <a:pt x="5706242" y="931593"/>
                </a:cubicBezTo>
                <a:cubicBezTo>
                  <a:pt x="5706242" y="948113"/>
                  <a:pt x="5701275" y="961024"/>
                  <a:pt x="5691340" y="970326"/>
                </a:cubicBezTo>
                <a:cubicBezTo>
                  <a:pt x="5681406" y="979627"/>
                  <a:pt x="5666244" y="984278"/>
                  <a:pt x="5645855" y="984278"/>
                </a:cubicBezTo>
                <a:lnTo>
                  <a:pt x="5618173" y="984278"/>
                </a:lnTo>
                <a:lnTo>
                  <a:pt x="5618173" y="1045000"/>
                </a:lnTo>
                <a:lnTo>
                  <a:pt x="5567385" y="1045000"/>
                </a:lnTo>
                <a:close/>
                <a:moveTo>
                  <a:pt x="5386410" y="881364"/>
                </a:moveTo>
                <a:lnTo>
                  <a:pt x="5470461" y="881364"/>
                </a:lnTo>
                <a:cubicBezTo>
                  <a:pt x="5488767" y="881364"/>
                  <a:pt x="5502478" y="885717"/>
                  <a:pt x="5511593" y="894423"/>
                </a:cubicBezTo>
                <a:cubicBezTo>
                  <a:pt x="5520709" y="903130"/>
                  <a:pt x="5525267" y="915520"/>
                  <a:pt x="5525267" y="931593"/>
                </a:cubicBezTo>
                <a:cubicBezTo>
                  <a:pt x="5525267" y="948113"/>
                  <a:pt x="5520300" y="961024"/>
                  <a:pt x="5510365" y="970326"/>
                </a:cubicBezTo>
                <a:cubicBezTo>
                  <a:pt x="5500431" y="979627"/>
                  <a:pt x="5485269" y="984278"/>
                  <a:pt x="5464880" y="984278"/>
                </a:cubicBezTo>
                <a:lnTo>
                  <a:pt x="5437198" y="984278"/>
                </a:lnTo>
                <a:lnTo>
                  <a:pt x="5437198" y="1045000"/>
                </a:lnTo>
                <a:lnTo>
                  <a:pt x="5386410" y="1045000"/>
                </a:lnTo>
                <a:close/>
                <a:moveTo>
                  <a:pt x="5055788" y="881364"/>
                </a:moveTo>
                <a:lnTo>
                  <a:pt x="5111953" y="881364"/>
                </a:lnTo>
                <a:lnTo>
                  <a:pt x="5144925" y="936565"/>
                </a:lnTo>
                <a:lnTo>
                  <a:pt x="5177960" y="881364"/>
                </a:lnTo>
                <a:lnTo>
                  <a:pt x="5233824" y="881364"/>
                </a:lnTo>
                <a:lnTo>
                  <a:pt x="5170200" y="976465"/>
                </a:lnTo>
                <a:lnTo>
                  <a:pt x="5170200" y="1045000"/>
                </a:lnTo>
                <a:lnTo>
                  <a:pt x="5119524" y="1045000"/>
                </a:lnTo>
                <a:lnTo>
                  <a:pt x="5119524" y="976465"/>
                </a:lnTo>
                <a:close/>
                <a:moveTo>
                  <a:pt x="4500808" y="881364"/>
                </a:moveTo>
                <a:lnTo>
                  <a:pt x="4551373" y="881364"/>
                </a:lnTo>
                <a:lnTo>
                  <a:pt x="4551373" y="1004705"/>
                </a:lnTo>
                <a:lnTo>
                  <a:pt x="4630289" y="1004705"/>
                </a:lnTo>
                <a:lnTo>
                  <a:pt x="4630289" y="1045000"/>
                </a:lnTo>
                <a:lnTo>
                  <a:pt x="4500808" y="1045000"/>
                </a:lnTo>
                <a:close/>
                <a:moveTo>
                  <a:pt x="4101093" y="881364"/>
                </a:moveTo>
                <a:lnTo>
                  <a:pt x="4148309" y="881364"/>
                </a:lnTo>
                <a:lnTo>
                  <a:pt x="4209924" y="971895"/>
                </a:lnTo>
                <a:lnTo>
                  <a:pt x="4209924" y="881364"/>
                </a:lnTo>
                <a:lnTo>
                  <a:pt x="4257586" y="881364"/>
                </a:lnTo>
                <a:lnTo>
                  <a:pt x="4257586" y="1045000"/>
                </a:lnTo>
                <a:lnTo>
                  <a:pt x="4209924" y="1045000"/>
                </a:lnTo>
                <a:lnTo>
                  <a:pt x="4148644" y="955152"/>
                </a:lnTo>
                <a:lnTo>
                  <a:pt x="4148644" y="1045000"/>
                </a:lnTo>
                <a:lnTo>
                  <a:pt x="4101093" y="1045000"/>
                </a:lnTo>
                <a:close/>
                <a:moveTo>
                  <a:pt x="3900957" y="881364"/>
                </a:moveTo>
                <a:lnTo>
                  <a:pt x="3951521" y="881364"/>
                </a:lnTo>
                <a:lnTo>
                  <a:pt x="3951521" y="938625"/>
                </a:lnTo>
                <a:lnTo>
                  <a:pt x="4006773" y="938625"/>
                </a:lnTo>
                <a:lnTo>
                  <a:pt x="4006773" y="881364"/>
                </a:lnTo>
                <a:lnTo>
                  <a:pt x="4057561" y="881364"/>
                </a:lnTo>
                <a:lnTo>
                  <a:pt x="4057561" y="1045000"/>
                </a:lnTo>
                <a:lnTo>
                  <a:pt x="4006773" y="1045000"/>
                </a:lnTo>
                <a:lnTo>
                  <a:pt x="4006773" y="978809"/>
                </a:lnTo>
                <a:lnTo>
                  <a:pt x="3951521" y="978809"/>
                </a:lnTo>
                <a:lnTo>
                  <a:pt x="3951521" y="1045000"/>
                </a:lnTo>
                <a:lnTo>
                  <a:pt x="3900957" y="1045000"/>
                </a:lnTo>
                <a:close/>
                <a:moveTo>
                  <a:pt x="3538672" y="881364"/>
                </a:moveTo>
                <a:lnTo>
                  <a:pt x="3674180" y="881364"/>
                </a:lnTo>
                <a:lnTo>
                  <a:pt x="3674180" y="916301"/>
                </a:lnTo>
                <a:lnTo>
                  <a:pt x="3589348" y="916301"/>
                </a:lnTo>
                <a:lnTo>
                  <a:pt x="3589348" y="942309"/>
                </a:lnTo>
                <a:lnTo>
                  <a:pt x="3668041" y="942309"/>
                </a:lnTo>
                <a:lnTo>
                  <a:pt x="3668041" y="975684"/>
                </a:lnTo>
                <a:lnTo>
                  <a:pt x="3589348" y="975684"/>
                </a:lnTo>
                <a:lnTo>
                  <a:pt x="3589348" y="1007942"/>
                </a:lnTo>
                <a:lnTo>
                  <a:pt x="3676635" y="1007942"/>
                </a:lnTo>
                <a:lnTo>
                  <a:pt x="3676635" y="1045000"/>
                </a:lnTo>
                <a:lnTo>
                  <a:pt x="3538672" y="1045000"/>
                </a:lnTo>
                <a:close/>
                <a:moveTo>
                  <a:pt x="3346311" y="881364"/>
                </a:moveTo>
                <a:lnTo>
                  <a:pt x="3500014" y="881364"/>
                </a:lnTo>
                <a:lnTo>
                  <a:pt x="3500014" y="921770"/>
                </a:lnTo>
                <a:lnTo>
                  <a:pt x="3448445" y="921770"/>
                </a:lnTo>
                <a:lnTo>
                  <a:pt x="3448445" y="1045000"/>
                </a:lnTo>
                <a:lnTo>
                  <a:pt x="3397880" y="1045000"/>
                </a:lnTo>
                <a:lnTo>
                  <a:pt x="3397880" y="921770"/>
                </a:lnTo>
                <a:lnTo>
                  <a:pt x="3346311" y="921770"/>
                </a:lnTo>
                <a:close/>
                <a:moveTo>
                  <a:pt x="3072282" y="881364"/>
                </a:moveTo>
                <a:lnTo>
                  <a:pt x="3197297" y="881364"/>
                </a:lnTo>
                <a:lnTo>
                  <a:pt x="3197297" y="916524"/>
                </a:lnTo>
                <a:lnTo>
                  <a:pt x="3123069" y="916524"/>
                </a:lnTo>
                <a:lnTo>
                  <a:pt x="3123069" y="945099"/>
                </a:lnTo>
                <a:lnTo>
                  <a:pt x="3186470" y="945099"/>
                </a:lnTo>
                <a:lnTo>
                  <a:pt x="3186470" y="978139"/>
                </a:lnTo>
                <a:lnTo>
                  <a:pt x="3123069" y="978139"/>
                </a:lnTo>
                <a:lnTo>
                  <a:pt x="3123069" y="1045000"/>
                </a:lnTo>
                <a:lnTo>
                  <a:pt x="3072282" y="1045000"/>
                </a:lnTo>
                <a:close/>
                <a:moveTo>
                  <a:pt x="2567122" y="881364"/>
                </a:moveTo>
                <a:lnTo>
                  <a:pt x="2702630" y="881364"/>
                </a:lnTo>
                <a:lnTo>
                  <a:pt x="2702630" y="916301"/>
                </a:lnTo>
                <a:lnTo>
                  <a:pt x="2617798" y="916301"/>
                </a:lnTo>
                <a:lnTo>
                  <a:pt x="2617798" y="942309"/>
                </a:lnTo>
                <a:lnTo>
                  <a:pt x="2696491" y="942309"/>
                </a:lnTo>
                <a:lnTo>
                  <a:pt x="2696491" y="975684"/>
                </a:lnTo>
                <a:lnTo>
                  <a:pt x="2617798" y="975684"/>
                </a:lnTo>
                <a:lnTo>
                  <a:pt x="2617798" y="1007942"/>
                </a:lnTo>
                <a:lnTo>
                  <a:pt x="2705085" y="1007942"/>
                </a:lnTo>
                <a:lnTo>
                  <a:pt x="2705085" y="1045000"/>
                </a:lnTo>
                <a:lnTo>
                  <a:pt x="2567122" y="1045000"/>
                </a:lnTo>
                <a:close/>
                <a:moveTo>
                  <a:pt x="2384287" y="881364"/>
                </a:moveTo>
                <a:lnTo>
                  <a:pt x="2537989" y="881364"/>
                </a:lnTo>
                <a:lnTo>
                  <a:pt x="2537989" y="921770"/>
                </a:lnTo>
                <a:lnTo>
                  <a:pt x="2486420" y="921770"/>
                </a:lnTo>
                <a:lnTo>
                  <a:pt x="2486420" y="1045000"/>
                </a:lnTo>
                <a:lnTo>
                  <a:pt x="2435856" y="1045000"/>
                </a:lnTo>
                <a:lnTo>
                  <a:pt x="2435856" y="921770"/>
                </a:lnTo>
                <a:lnTo>
                  <a:pt x="2384287" y="921770"/>
                </a:lnTo>
                <a:close/>
                <a:moveTo>
                  <a:pt x="2186345" y="881364"/>
                </a:moveTo>
                <a:lnTo>
                  <a:pt x="2236799" y="881364"/>
                </a:lnTo>
                <a:lnTo>
                  <a:pt x="2236799" y="981177"/>
                </a:lnTo>
                <a:cubicBezTo>
                  <a:pt x="2236799" y="990100"/>
                  <a:pt x="2239272" y="997071"/>
                  <a:pt x="2244221" y="1002089"/>
                </a:cubicBezTo>
                <a:cubicBezTo>
                  <a:pt x="2249169" y="1007107"/>
                  <a:pt x="2256034" y="1009616"/>
                  <a:pt x="2264815" y="1009616"/>
                </a:cubicBezTo>
                <a:cubicBezTo>
                  <a:pt x="2273521" y="1009616"/>
                  <a:pt x="2280349" y="1007144"/>
                  <a:pt x="2285298" y="1002200"/>
                </a:cubicBezTo>
                <a:cubicBezTo>
                  <a:pt x="2290246" y="997255"/>
                  <a:pt x="2292720" y="990248"/>
                  <a:pt x="2292720" y="981177"/>
                </a:cubicBezTo>
                <a:lnTo>
                  <a:pt x="2292720" y="881364"/>
                </a:lnTo>
                <a:lnTo>
                  <a:pt x="2343173" y="881364"/>
                </a:lnTo>
                <a:lnTo>
                  <a:pt x="2343173" y="978856"/>
                </a:lnTo>
                <a:cubicBezTo>
                  <a:pt x="2343173" y="988523"/>
                  <a:pt x="2341666" y="997651"/>
                  <a:pt x="2338652" y="1006240"/>
                </a:cubicBezTo>
                <a:cubicBezTo>
                  <a:pt x="2335639" y="1014829"/>
                  <a:pt x="2330913" y="1022340"/>
                  <a:pt x="2324476" y="1028772"/>
                </a:cubicBezTo>
                <a:cubicBezTo>
                  <a:pt x="2318039" y="1035205"/>
                  <a:pt x="2311286" y="1039723"/>
                  <a:pt x="2304217" y="1042325"/>
                </a:cubicBezTo>
                <a:cubicBezTo>
                  <a:pt x="2294394" y="1045969"/>
                  <a:pt x="2282600" y="1047791"/>
                  <a:pt x="2268833" y="1047791"/>
                </a:cubicBezTo>
                <a:cubicBezTo>
                  <a:pt x="2260871" y="1047791"/>
                  <a:pt x="2252183" y="1047233"/>
                  <a:pt x="2242770" y="1046117"/>
                </a:cubicBezTo>
                <a:cubicBezTo>
                  <a:pt x="2233356" y="1045002"/>
                  <a:pt x="2225487" y="1042789"/>
                  <a:pt x="2219162" y="1039480"/>
                </a:cubicBezTo>
                <a:cubicBezTo>
                  <a:pt x="2212837" y="1036171"/>
                  <a:pt x="2207051" y="1031468"/>
                  <a:pt x="2201805" y="1025370"/>
                </a:cubicBezTo>
                <a:cubicBezTo>
                  <a:pt x="2196558" y="1019272"/>
                  <a:pt x="2192968" y="1012988"/>
                  <a:pt x="2191033" y="1006519"/>
                </a:cubicBezTo>
                <a:cubicBezTo>
                  <a:pt x="2187908" y="996108"/>
                  <a:pt x="2186345" y="986887"/>
                  <a:pt x="2186345" y="978856"/>
                </a:cubicBezTo>
                <a:close/>
                <a:moveTo>
                  <a:pt x="2003287" y="881364"/>
                </a:moveTo>
                <a:lnTo>
                  <a:pt x="2156989" y="881364"/>
                </a:lnTo>
                <a:lnTo>
                  <a:pt x="2156989" y="921770"/>
                </a:lnTo>
                <a:lnTo>
                  <a:pt x="2105420" y="921770"/>
                </a:lnTo>
                <a:lnTo>
                  <a:pt x="2105420" y="1045000"/>
                </a:lnTo>
                <a:lnTo>
                  <a:pt x="2054856" y="1045000"/>
                </a:lnTo>
                <a:lnTo>
                  <a:pt x="2054856" y="921770"/>
                </a:lnTo>
                <a:lnTo>
                  <a:pt x="2003287" y="921770"/>
                </a:lnTo>
                <a:close/>
                <a:moveTo>
                  <a:pt x="1912018" y="881364"/>
                </a:moveTo>
                <a:lnTo>
                  <a:pt x="1962694" y="881364"/>
                </a:lnTo>
                <a:lnTo>
                  <a:pt x="1962694" y="1045000"/>
                </a:lnTo>
                <a:lnTo>
                  <a:pt x="1912018" y="1045000"/>
                </a:lnTo>
                <a:close/>
                <a:moveTo>
                  <a:pt x="1727062" y="881364"/>
                </a:moveTo>
                <a:lnTo>
                  <a:pt x="1880764" y="881364"/>
                </a:lnTo>
                <a:lnTo>
                  <a:pt x="1880764" y="921770"/>
                </a:lnTo>
                <a:lnTo>
                  <a:pt x="1829195" y="921770"/>
                </a:lnTo>
                <a:lnTo>
                  <a:pt x="1829195" y="1045000"/>
                </a:lnTo>
                <a:lnTo>
                  <a:pt x="1778630" y="1045000"/>
                </a:lnTo>
                <a:lnTo>
                  <a:pt x="1778630" y="921770"/>
                </a:lnTo>
                <a:lnTo>
                  <a:pt x="1727062" y="921770"/>
                </a:lnTo>
                <a:close/>
                <a:moveTo>
                  <a:pt x="1357893" y="881364"/>
                </a:moveTo>
                <a:lnTo>
                  <a:pt x="1405110" y="881364"/>
                </a:lnTo>
                <a:lnTo>
                  <a:pt x="1466724" y="971895"/>
                </a:lnTo>
                <a:lnTo>
                  <a:pt x="1466724" y="881364"/>
                </a:lnTo>
                <a:lnTo>
                  <a:pt x="1514386" y="881364"/>
                </a:lnTo>
                <a:lnTo>
                  <a:pt x="1514386" y="1045000"/>
                </a:lnTo>
                <a:lnTo>
                  <a:pt x="1466724" y="1045000"/>
                </a:lnTo>
                <a:lnTo>
                  <a:pt x="1405444" y="955152"/>
                </a:lnTo>
                <a:lnTo>
                  <a:pt x="1405444" y="1045000"/>
                </a:lnTo>
                <a:lnTo>
                  <a:pt x="1357893" y="1045000"/>
                </a:lnTo>
                <a:close/>
                <a:moveTo>
                  <a:pt x="1264318" y="881364"/>
                </a:moveTo>
                <a:lnTo>
                  <a:pt x="1314995" y="881364"/>
                </a:lnTo>
                <a:lnTo>
                  <a:pt x="1314995" y="1045000"/>
                </a:lnTo>
                <a:lnTo>
                  <a:pt x="1264318" y="1045000"/>
                </a:lnTo>
                <a:close/>
                <a:moveTo>
                  <a:pt x="729244" y="881364"/>
                </a:moveTo>
                <a:lnTo>
                  <a:pt x="776459" y="881364"/>
                </a:lnTo>
                <a:lnTo>
                  <a:pt x="838074" y="971895"/>
                </a:lnTo>
                <a:lnTo>
                  <a:pt x="838074" y="881364"/>
                </a:lnTo>
                <a:lnTo>
                  <a:pt x="885736" y="881364"/>
                </a:lnTo>
                <a:lnTo>
                  <a:pt x="885736" y="1045000"/>
                </a:lnTo>
                <a:lnTo>
                  <a:pt x="838074" y="1045000"/>
                </a:lnTo>
                <a:lnTo>
                  <a:pt x="776794" y="955152"/>
                </a:lnTo>
                <a:lnTo>
                  <a:pt x="776794" y="1045000"/>
                </a:lnTo>
                <a:lnTo>
                  <a:pt x="729244" y="1045000"/>
                </a:lnTo>
                <a:close/>
                <a:moveTo>
                  <a:pt x="635668" y="881364"/>
                </a:moveTo>
                <a:lnTo>
                  <a:pt x="686344" y="881364"/>
                </a:lnTo>
                <a:lnTo>
                  <a:pt x="686344" y="1045000"/>
                </a:lnTo>
                <a:lnTo>
                  <a:pt x="635668" y="1045000"/>
                </a:lnTo>
                <a:close/>
                <a:moveTo>
                  <a:pt x="530298" y="881364"/>
                </a:moveTo>
                <a:lnTo>
                  <a:pt x="580974" y="881364"/>
                </a:lnTo>
                <a:lnTo>
                  <a:pt x="580974" y="970266"/>
                </a:lnTo>
                <a:cubicBezTo>
                  <a:pt x="580974" y="988932"/>
                  <a:pt x="579318" y="1003135"/>
                  <a:pt x="576006" y="1012877"/>
                </a:cubicBezTo>
                <a:cubicBezTo>
                  <a:pt x="572695" y="1022619"/>
                  <a:pt x="566035" y="1030873"/>
                  <a:pt x="556027" y="1037640"/>
                </a:cubicBezTo>
                <a:cubicBezTo>
                  <a:pt x="546018" y="1044407"/>
                  <a:pt x="533200" y="1047791"/>
                  <a:pt x="517573" y="1047791"/>
                </a:cubicBezTo>
                <a:cubicBezTo>
                  <a:pt x="501053" y="1047791"/>
                  <a:pt x="488253" y="1045558"/>
                  <a:pt x="479175" y="1041094"/>
                </a:cubicBezTo>
                <a:cubicBezTo>
                  <a:pt x="470097" y="1036629"/>
                  <a:pt x="463083" y="1030099"/>
                  <a:pt x="458135" y="1021504"/>
                </a:cubicBezTo>
                <a:cubicBezTo>
                  <a:pt x="453186" y="1012909"/>
                  <a:pt x="450265" y="1002287"/>
                  <a:pt x="449372" y="989636"/>
                </a:cubicBezTo>
                <a:lnTo>
                  <a:pt x="497704" y="983051"/>
                </a:lnTo>
                <a:cubicBezTo>
                  <a:pt x="497779" y="990269"/>
                  <a:pt x="498411" y="995627"/>
                  <a:pt x="499602" y="999124"/>
                </a:cubicBezTo>
                <a:cubicBezTo>
                  <a:pt x="500792" y="1002621"/>
                  <a:pt x="502802" y="1005449"/>
                  <a:pt x="505629" y="1007607"/>
                </a:cubicBezTo>
                <a:cubicBezTo>
                  <a:pt x="507564" y="1009021"/>
                  <a:pt x="510317" y="1009728"/>
                  <a:pt x="513889" y="1009728"/>
                </a:cubicBezTo>
                <a:cubicBezTo>
                  <a:pt x="519545" y="1009728"/>
                  <a:pt x="523693" y="1007628"/>
                  <a:pt x="526335" y="1003427"/>
                </a:cubicBezTo>
                <a:cubicBezTo>
                  <a:pt x="528977" y="999226"/>
                  <a:pt x="530298" y="992144"/>
                  <a:pt x="530298" y="982182"/>
                </a:cubicBezTo>
                <a:close/>
                <a:moveTo>
                  <a:pt x="368968" y="881364"/>
                </a:moveTo>
                <a:lnTo>
                  <a:pt x="419644" y="881364"/>
                </a:lnTo>
                <a:lnTo>
                  <a:pt x="419644" y="1045000"/>
                </a:lnTo>
                <a:lnTo>
                  <a:pt x="368968" y="1045000"/>
                </a:lnTo>
                <a:close/>
                <a:moveTo>
                  <a:pt x="195397" y="881364"/>
                </a:moveTo>
                <a:lnTo>
                  <a:pt x="330905" y="881364"/>
                </a:lnTo>
                <a:lnTo>
                  <a:pt x="330905" y="916301"/>
                </a:lnTo>
                <a:lnTo>
                  <a:pt x="246073" y="916301"/>
                </a:lnTo>
                <a:lnTo>
                  <a:pt x="246073" y="942309"/>
                </a:lnTo>
                <a:lnTo>
                  <a:pt x="324766" y="942309"/>
                </a:lnTo>
                <a:lnTo>
                  <a:pt x="324766" y="975684"/>
                </a:lnTo>
                <a:lnTo>
                  <a:pt x="246073" y="975684"/>
                </a:lnTo>
                <a:lnTo>
                  <a:pt x="246073" y="1007942"/>
                </a:lnTo>
                <a:lnTo>
                  <a:pt x="333361" y="1007942"/>
                </a:lnTo>
                <a:lnTo>
                  <a:pt x="333361" y="1045000"/>
                </a:lnTo>
                <a:lnTo>
                  <a:pt x="195397" y="1045000"/>
                </a:lnTo>
                <a:close/>
                <a:moveTo>
                  <a:pt x="5120" y="881364"/>
                </a:moveTo>
                <a:lnTo>
                  <a:pt x="99775" y="881364"/>
                </a:lnTo>
                <a:cubicBezTo>
                  <a:pt x="115551" y="881364"/>
                  <a:pt x="127662" y="885270"/>
                  <a:pt x="136108" y="893084"/>
                </a:cubicBezTo>
                <a:cubicBezTo>
                  <a:pt x="144554" y="900897"/>
                  <a:pt x="148777" y="910571"/>
                  <a:pt x="148777" y="922105"/>
                </a:cubicBezTo>
                <a:cubicBezTo>
                  <a:pt x="148777" y="931779"/>
                  <a:pt x="145763" y="940076"/>
                  <a:pt x="139736" y="946997"/>
                </a:cubicBezTo>
                <a:cubicBezTo>
                  <a:pt x="135717" y="951611"/>
                  <a:pt x="129838" y="955257"/>
                  <a:pt x="122100" y="957936"/>
                </a:cubicBezTo>
                <a:cubicBezTo>
                  <a:pt x="133857" y="960764"/>
                  <a:pt x="142507" y="965619"/>
                  <a:pt x="148051" y="972502"/>
                </a:cubicBezTo>
                <a:cubicBezTo>
                  <a:pt x="153595" y="979386"/>
                  <a:pt x="156367" y="988036"/>
                  <a:pt x="156367" y="998454"/>
                </a:cubicBezTo>
                <a:cubicBezTo>
                  <a:pt x="156367" y="1006937"/>
                  <a:pt x="154395" y="1014565"/>
                  <a:pt x="150451" y="1021337"/>
                </a:cubicBezTo>
                <a:cubicBezTo>
                  <a:pt x="146507" y="1028108"/>
                  <a:pt x="141112" y="1033466"/>
                  <a:pt x="134266" y="1037410"/>
                </a:cubicBezTo>
                <a:cubicBezTo>
                  <a:pt x="130024" y="1039866"/>
                  <a:pt x="123625" y="1041652"/>
                  <a:pt x="115067" y="1042768"/>
                </a:cubicBezTo>
                <a:cubicBezTo>
                  <a:pt x="103682" y="1044256"/>
                  <a:pt x="96129" y="1045000"/>
                  <a:pt x="92408" y="1045000"/>
                </a:cubicBezTo>
                <a:lnTo>
                  <a:pt x="5120" y="1045000"/>
                </a:lnTo>
                <a:close/>
                <a:moveTo>
                  <a:pt x="8682878" y="878573"/>
                </a:moveTo>
                <a:cubicBezTo>
                  <a:pt x="8703491" y="878573"/>
                  <a:pt x="8719695" y="882740"/>
                  <a:pt x="8731489" y="891075"/>
                </a:cubicBezTo>
                <a:cubicBezTo>
                  <a:pt x="8743284" y="899409"/>
                  <a:pt x="8752046" y="912208"/>
                  <a:pt x="8757776" y="929472"/>
                </a:cubicBezTo>
                <a:lnTo>
                  <a:pt x="8713128" y="939407"/>
                </a:lnTo>
                <a:cubicBezTo>
                  <a:pt x="8711565" y="934421"/>
                  <a:pt x="8709928" y="930775"/>
                  <a:pt x="8708216" y="928468"/>
                </a:cubicBezTo>
                <a:cubicBezTo>
                  <a:pt x="8705389" y="924598"/>
                  <a:pt x="8701928" y="921622"/>
                  <a:pt x="8697836" y="919538"/>
                </a:cubicBezTo>
                <a:cubicBezTo>
                  <a:pt x="8693743" y="917454"/>
                  <a:pt x="8689166" y="916413"/>
                  <a:pt x="8684106" y="916413"/>
                </a:cubicBezTo>
                <a:cubicBezTo>
                  <a:pt x="8672647" y="916413"/>
                  <a:pt x="8663866" y="921021"/>
                  <a:pt x="8657764" y="930238"/>
                </a:cubicBezTo>
                <a:cubicBezTo>
                  <a:pt x="8653150" y="937076"/>
                  <a:pt x="8650843" y="947815"/>
                  <a:pt x="8650843" y="962456"/>
                </a:cubicBezTo>
                <a:cubicBezTo>
                  <a:pt x="8650843" y="980593"/>
                  <a:pt x="8653597" y="993024"/>
                  <a:pt x="8659103" y="999750"/>
                </a:cubicBezTo>
                <a:cubicBezTo>
                  <a:pt x="8664610" y="1006476"/>
                  <a:pt x="8672349" y="1009840"/>
                  <a:pt x="8682320" y="1009840"/>
                </a:cubicBezTo>
                <a:cubicBezTo>
                  <a:pt x="8691994" y="1009840"/>
                  <a:pt x="8699305" y="1007123"/>
                  <a:pt x="8704254" y="1001691"/>
                </a:cubicBezTo>
                <a:cubicBezTo>
                  <a:pt x="8709202" y="996259"/>
                  <a:pt x="8712793" y="988371"/>
                  <a:pt x="8715025" y="978028"/>
                </a:cubicBezTo>
                <a:lnTo>
                  <a:pt x="8759339" y="991422"/>
                </a:lnTo>
                <a:cubicBezTo>
                  <a:pt x="8756362" y="1003849"/>
                  <a:pt x="8751674" y="1014230"/>
                  <a:pt x="8745275" y="1022564"/>
                </a:cubicBezTo>
                <a:cubicBezTo>
                  <a:pt x="8738875" y="1030899"/>
                  <a:pt x="8730931" y="1037187"/>
                  <a:pt x="8721444" y="1041428"/>
                </a:cubicBezTo>
                <a:cubicBezTo>
                  <a:pt x="8711956" y="1045670"/>
                  <a:pt x="8699882" y="1047791"/>
                  <a:pt x="8685223" y="1047791"/>
                </a:cubicBezTo>
                <a:cubicBezTo>
                  <a:pt x="8667438" y="1047791"/>
                  <a:pt x="8652908" y="1045207"/>
                  <a:pt x="8641634" y="1040038"/>
                </a:cubicBezTo>
                <a:cubicBezTo>
                  <a:pt x="8630361" y="1034870"/>
                  <a:pt x="8620631" y="1025779"/>
                  <a:pt x="8612446" y="1012765"/>
                </a:cubicBezTo>
                <a:cubicBezTo>
                  <a:pt x="8604260" y="999752"/>
                  <a:pt x="8600167" y="983094"/>
                  <a:pt x="8600167" y="962791"/>
                </a:cubicBezTo>
                <a:cubicBezTo>
                  <a:pt x="8600167" y="935723"/>
                  <a:pt x="8607367" y="914920"/>
                  <a:pt x="8621766" y="900381"/>
                </a:cubicBezTo>
                <a:cubicBezTo>
                  <a:pt x="8636165" y="885842"/>
                  <a:pt x="8656536" y="878573"/>
                  <a:pt x="8682878" y="878573"/>
                </a:cubicBezTo>
                <a:close/>
                <a:moveTo>
                  <a:pt x="8396719" y="878573"/>
                </a:moveTo>
                <a:cubicBezTo>
                  <a:pt x="8417630" y="878573"/>
                  <a:pt x="8433573" y="882461"/>
                  <a:pt x="8444549" y="890237"/>
                </a:cubicBezTo>
                <a:cubicBezTo>
                  <a:pt x="8455525" y="898014"/>
                  <a:pt x="8462055" y="910385"/>
                  <a:pt x="8464138" y="927351"/>
                </a:cubicBezTo>
                <a:lnTo>
                  <a:pt x="8416476" y="930142"/>
                </a:lnTo>
                <a:cubicBezTo>
                  <a:pt x="8415211" y="922775"/>
                  <a:pt x="8412551" y="917417"/>
                  <a:pt x="8408495" y="914069"/>
                </a:cubicBezTo>
                <a:cubicBezTo>
                  <a:pt x="8404440" y="910720"/>
                  <a:pt x="8398840" y="909046"/>
                  <a:pt x="8391696" y="909046"/>
                </a:cubicBezTo>
                <a:cubicBezTo>
                  <a:pt x="8385818" y="909046"/>
                  <a:pt x="8381390" y="910292"/>
                  <a:pt x="8378413" y="912785"/>
                </a:cubicBezTo>
                <a:cubicBezTo>
                  <a:pt x="8375437" y="915278"/>
                  <a:pt x="8373949" y="918310"/>
                  <a:pt x="8373949" y="921882"/>
                </a:cubicBezTo>
                <a:cubicBezTo>
                  <a:pt x="8373949" y="924487"/>
                  <a:pt x="8375177" y="926831"/>
                  <a:pt x="8377632" y="928914"/>
                </a:cubicBezTo>
                <a:cubicBezTo>
                  <a:pt x="8380013" y="931072"/>
                  <a:pt x="8385669" y="933081"/>
                  <a:pt x="8394598" y="934942"/>
                </a:cubicBezTo>
                <a:cubicBezTo>
                  <a:pt x="8416699" y="939704"/>
                  <a:pt x="8432531" y="944523"/>
                  <a:pt x="8442093" y="949397"/>
                </a:cubicBezTo>
                <a:cubicBezTo>
                  <a:pt x="8451655" y="954271"/>
                  <a:pt x="8458613" y="960317"/>
                  <a:pt x="8462966" y="967535"/>
                </a:cubicBezTo>
                <a:cubicBezTo>
                  <a:pt x="8467320" y="974753"/>
                  <a:pt x="8469496" y="982827"/>
                  <a:pt x="8469496" y="991757"/>
                </a:cubicBezTo>
                <a:cubicBezTo>
                  <a:pt x="8469496" y="1002249"/>
                  <a:pt x="8466594" y="1011923"/>
                  <a:pt x="8460790" y="1020778"/>
                </a:cubicBezTo>
                <a:cubicBezTo>
                  <a:pt x="8454985" y="1029634"/>
                  <a:pt x="8446874" y="1036350"/>
                  <a:pt x="8436456" y="1040926"/>
                </a:cubicBezTo>
                <a:cubicBezTo>
                  <a:pt x="8426038" y="1045503"/>
                  <a:pt x="8412904" y="1047791"/>
                  <a:pt x="8397054" y="1047791"/>
                </a:cubicBezTo>
                <a:cubicBezTo>
                  <a:pt x="8369223" y="1047791"/>
                  <a:pt x="8349950" y="1042433"/>
                  <a:pt x="8339235" y="1031717"/>
                </a:cubicBezTo>
                <a:cubicBezTo>
                  <a:pt x="8328519" y="1021002"/>
                  <a:pt x="8322454" y="1007384"/>
                  <a:pt x="8321040" y="990864"/>
                </a:cubicBezTo>
                <a:lnTo>
                  <a:pt x="8369149" y="987850"/>
                </a:lnTo>
                <a:cubicBezTo>
                  <a:pt x="8370191" y="995664"/>
                  <a:pt x="8372311" y="1001617"/>
                  <a:pt x="8375511" y="1005710"/>
                </a:cubicBezTo>
                <a:cubicBezTo>
                  <a:pt x="8380720" y="1012332"/>
                  <a:pt x="8388162" y="1015644"/>
                  <a:pt x="8397835" y="1015644"/>
                </a:cubicBezTo>
                <a:cubicBezTo>
                  <a:pt x="8405054" y="1015644"/>
                  <a:pt x="8410616" y="1013951"/>
                  <a:pt x="8414523" y="1010565"/>
                </a:cubicBezTo>
                <a:cubicBezTo>
                  <a:pt x="8418430" y="1007179"/>
                  <a:pt x="8420383" y="1003254"/>
                  <a:pt x="8420383" y="998789"/>
                </a:cubicBezTo>
                <a:cubicBezTo>
                  <a:pt x="8420383" y="994548"/>
                  <a:pt x="8418523" y="990752"/>
                  <a:pt x="8414802" y="987404"/>
                </a:cubicBezTo>
                <a:cubicBezTo>
                  <a:pt x="8411081" y="984055"/>
                  <a:pt x="8402449" y="980893"/>
                  <a:pt x="8388906" y="977916"/>
                </a:cubicBezTo>
                <a:cubicBezTo>
                  <a:pt x="8366731" y="972930"/>
                  <a:pt x="8350917" y="966307"/>
                  <a:pt x="8341467" y="958047"/>
                </a:cubicBezTo>
                <a:cubicBezTo>
                  <a:pt x="8331942" y="949787"/>
                  <a:pt x="8327179" y="939258"/>
                  <a:pt x="8327179" y="926459"/>
                </a:cubicBezTo>
                <a:cubicBezTo>
                  <a:pt x="8327179" y="918050"/>
                  <a:pt x="8329617" y="910106"/>
                  <a:pt x="8334491" y="902627"/>
                </a:cubicBezTo>
                <a:cubicBezTo>
                  <a:pt x="8339365" y="895149"/>
                  <a:pt x="8346695" y="889270"/>
                  <a:pt x="8356480" y="884991"/>
                </a:cubicBezTo>
                <a:cubicBezTo>
                  <a:pt x="8366265" y="880712"/>
                  <a:pt x="8379678" y="878573"/>
                  <a:pt x="8396719" y="878573"/>
                </a:cubicBezTo>
                <a:close/>
                <a:moveTo>
                  <a:pt x="8225269" y="878573"/>
                </a:moveTo>
                <a:cubicBezTo>
                  <a:pt x="8246179" y="878573"/>
                  <a:pt x="8262123" y="882461"/>
                  <a:pt x="8273099" y="890237"/>
                </a:cubicBezTo>
                <a:cubicBezTo>
                  <a:pt x="8284075" y="898014"/>
                  <a:pt x="8290605" y="910385"/>
                  <a:pt x="8292689" y="927351"/>
                </a:cubicBezTo>
                <a:lnTo>
                  <a:pt x="8245026" y="930142"/>
                </a:lnTo>
                <a:cubicBezTo>
                  <a:pt x="8243761" y="922775"/>
                  <a:pt x="8241101" y="917417"/>
                  <a:pt x="8237045" y="914069"/>
                </a:cubicBezTo>
                <a:cubicBezTo>
                  <a:pt x="8232989" y="910720"/>
                  <a:pt x="8227390" y="909046"/>
                  <a:pt x="8220246" y="909046"/>
                </a:cubicBezTo>
                <a:cubicBezTo>
                  <a:pt x="8214367" y="909046"/>
                  <a:pt x="8209940" y="910292"/>
                  <a:pt x="8206963" y="912785"/>
                </a:cubicBezTo>
                <a:cubicBezTo>
                  <a:pt x="8203987" y="915278"/>
                  <a:pt x="8202499" y="918310"/>
                  <a:pt x="8202499" y="921882"/>
                </a:cubicBezTo>
                <a:cubicBezTo>
                  <a:pt x="8202499" y="924487"/>
                  <a:pt x="8203727" y="926831"/>
                  <a:pt x="8206182" y="928914"/>
                </a:cubicBezTo>
                <a:cubicBezTo>
                  <a:pt x="8208563" y="931072"/>
                  <a:pt x="8214219" y="933081"/>
                  <a:pt x="8223149" y="934942"/>
                </a:cubicBezTo>
                <a:cubicBezTo>
                  <a:pt x="8245249" y="939704"/>
                  <a:pt x="8261081" y="944523"/>
                  <a:pt x="8270643" y="949397"/>
                </a:cubicBezTo>
                <a:cubicBezTo>
                  <a:pt x="8280205" y="954271"/>
                  <a:pt x="8287163" y="960317"/>
                  <a:pt x="8291517" y="967535"/>
                </a:cubicBezTo>
                <a:cubicBezTo>
                  <a:pt x="8295869" y="974753"/>
                  <a:pt x="8298046" y="982827"/>
                  <a:pt x="8298046" y="991757"/>
                </a:cubicBezTo>
                <a:cubicBezTo>
                  <a:pt x="8298046" y="1002249"/>
                  <a:pt x="8295144" y="1011923"/>
                  <a:pt x="8289339" y="1020778"/>
                </a:cubicBezTo>
                <a:cubicBezTo>
                  <a:pt x="8283535" y="1029634"/>
                  <a:pt x="8275425" y="1036350"/>
                  <a:pt x="8265007" y="1040926"/>
                </a:cubicBezTo>
                <a:cubicBezTo>
                  <a:pt x="8254589" y="1045503"/>
                  <a:pt x="8241455" y="1047791"/>
                  <a:pt x="8225604" y="1047791"/>
                </a:cubicBezTo>
                <a:cubicBezTo>
                  <a:pt x="8197773" y="1047791"/>
                  <a:pt x="8178500" y="1042433"/>
                  <a:pt x="8167785" y="1031717"/>
                </a:cubicBezTo>
                <a:cubicBezTo>
                  <a:pt x="8157069" y="1021002"/>
                  <a:pt x="8151004" y="1007384"/>
                  <a:pt x="8149590" y="990864"/>
                </a:cubicBezTo>
                <a:lnTo>
                  <a:pt x="8197699" y="987850"/>
                </a:lnTo>
                <a:cubicBezTo>
                  <a:pt x="8198741" y="995664"/>
                  <a:pt x="8200861" y="1001617"/>
                  <a:pt x="8204061" y="1005710"/>
                </a:cubicBezTo>
                <a:cubicBezTo>
                  <a:pt x="8209270" y="1012332"/>
                  <a:pt x="8216711" y="1015644"/>
                  <a:pt x="8226385" y="1015644"/>
                </a:cubicBezTo>
                <a:cubicBezTo>
                  <a:pt x="8233603" y="1015644"/>
                  <a:pt x="8239166" y="1013951"/>
                  <a:pt x="8243073" y="1010565"/>
                </a:cubicBezTo>
                <a:cubicBezTo>
                  <a:pt x="8246979" y="1007179"/>
                  <a:pt x="8248933" y="1003254"/>
                  <a:pt x="8248933" y="998789"/>
                </a:cubicBezTo>
                <a:cubicBezTo>
                  <a:pt x="8248933" y="994548"/>
                  <a:pt x="8247073" y="990752"/>
                  <a:pt x="8243352" y="987404"/>
                </a:cubicBezTo>
                <a:cubicBezTo>
                  <a:pt x="8239631" y="984055"/>
                  <a:pt x="8230999" y="980893"/>
                  <a:pt x="8217455" y="977916"/>
                </a:cubicBezTo>
                <a:cubicBezTo>
                  <a:pt x="8195281" y="972930"/>
                  <a:pt x="8179467" y="966307"/>
                  <a:pt x="8170017" y="958047"/>
                </a:cubicBezTo>
                <a:cubicBezTo>
                  <a:pt x="8160492" y="949787"/>
                  <a:pt x="8155729" y="939258"/>
                  <a:pt x="8155729" y="926459"/>
                </a:cubicBezTo>
                <a:cubicBezTo>
                  <a:pt x="8155729" y="918050"/>
                  <a:pt x="8158167" y="910106"/>
                  <a:pt x="8163041" y="902627"/>
                </a:cubicBezTo>
                <a:cubicBezTo>
                  <a:pt x="8167915" y="895149"/>
                  <a:pt x="8175245" y="889270"/>
                  <a:pt x="8185030" y="884991"/>
                </a:cubicBezTo>
                <a:cubicBezTo>
                  <a:pt x="8194815" y="880712"/>
                  <a:pt x="8208229" y="878573"/>
                  <a:pt x="8225269" y="878573"/>
                </a:cubicBezTo>
                <a:close/>
                <a:moveTo>
                  <a:pt x="7682753" y="878573"/>
                </a:moveTo>
                <a:cubicBezTo>
                  <a:pt x="7703366" y="878573"/>
                  <a:pt x="7719570" y="882740"/>
                  <a:pt x="7731365" y="891075"/>
                </a:cubicBezTo>
                <a:cubicBezTo>
                  <a:pt x="7743159" y="899409"/>
                  <a:pt x="7751921" y="912208"/>
                  <a:pt x="7757651" y="929472"/>
                </a:cubicBezTo>
                <a:lnTo>
                  <a:pt x="7713003" y="939407"/>
                </a:lnTo>
                <a:cubicBezTo>
                  <a:pt x="7711440" y="934421"/>
                  <a:pt x="7709803" y="930775"/>
                  <a:pt x="7708091" y="928468"/>
                </a:cubicBezTo>
                <a:cubicBezTo>
                  <a:pt x="7705263" y="924598"/>
                  <a:pt x="7701803" y="921622"/>
                  <a:pt x="7697711" y="919538"/>
                </a:cubicBezTo>
                <a:cubicBezTo>
                  <a:pt x="7693618" y="917454"/>
                  <a:pt x="7689041" y="916413"/>
                  <a:pt x="7683981" y="916413"/>
                </a:cubicBezTo>
                <a:cubicBezTo>
                  <a:pt x="7672521" y="916413"/>
                  <a:pt x="7663741" y="921021"/>
                  <a:pt x="7657639" y="930238"/>
                </a:cubicBezTo>
                <a:cubicBezTo>
                  <a:pt x="7653025" y="937076"/>
                  <a:pt x="7650718" y="947815"/>
                  <a:pt x="7650718" y="962456"/>
                </a:cubicBezTo>
                <a:cubicBezTo>
                  <a:pt x="7650718" y="980593"/>
                  <a:pt x="7653471" y="993024"/>
                  <a:pt x="7658978" y="999750"/>
                </a:cubicBezTo>
                <a:cubicBezTo>
                  <a:pt x="7664485" y="1006476"/>
                  <a:pt x="7672224" y="1009840"/>
                  <a:pt x="7682195" y="1009840"/>
                </a:cubicBezTo>
                <a:cubicBezTo>
                  <a:pt x="7691869" y="1009840"/>
                  <a:pt x="7699181" y="1007123"/>
                  <a:pt x="7704129" y="1001691"/>
                </a:cubicBezTo>
                <a:cubicBezTo>
                  <a:pt x="7709077" y="996259"/>
                  <a:pt x="7712668" y="988371"/>
                  <a:pt x="7714901" y="978028"/>
                </a:cubicBezTo>
                <a:lnTo>
                  <a:pt x="7759214" y="991422"/>
                </a:lnTo>
                <a:cubicBezTo>
                  <a:pt x="7756237" y="1003849"/>
                  <a:pt x="7751549" y="1014230"/>
                  <a:pt x="7745149" y="1022564"/>
                </a:cubicBezTo>
                <a:cubicBezTo>
                  <a:pt x="7738750" y="1030899"/>
                  <a:pt x="7730807" y="1037187"/>
                  <a:pt x="7721319" y="1041428"/>
                </a:cubicBezTo>
                <a:cubicBezTo>
                  <a:pt x="7711831" y="1045670"/>
                  <a:pt x="7699757" y="1047791"/>
                  <a:pt x="7685097" y="1047791"/>
                </a:cubicBezTo>
                <a:cubicBezTo>
                  <a:pt x="7667313" y="1047791"/>
                  <a:pt x="7652783" y="1045207"/>
                  <a:pt x="7641509" y="1040038"/>
                </a:cubicBezTo>
                <a:cubicBezTo>
                  <a:pt x="7630236" y="1034870"/>
                  <a:pt x="7620506" y="1025779"/>
                  <a:pt x="7612321" y="1012765"/>
                </a:cubicBezTo>
                <a:cubicBezTo>
                  <a:pt x="7604135" y="999752"/>
                  <a:pt x="7600042" y="983094"/>
                  <a:pt x="7600042" y="962791"/>
                </a:cubicBezTo>
                <a:cubicBezTo>
                  <a:pt x="7600042" y="935723"/>
                  <a:pt x="7607242" y="914920"/>
                  <a:pt x="7621641" y="900381"/>
                </a:cubicBezTo>
                <a:cubicBezTo>
                  <a:pt x="7636040" y="885842"/>
                  <a:pt x="7656411" y="878573"/>
                  <a:pt x="7682753" y="878573"/>
                </a:cubicBezTo>
                <a:close/>
                <a:moveTo>
                  <a:pt x="4954213" y="878573"/>
                </a:moveTo>
                <a:cubicBezTo>
                  <a:pt x="4972296" y="878573"/>
                  <a:pt x="4985821" y="880210"/>
                  <a:pt x="4994788" y="883484"/>
                </a:cubicBezTo>
                <a:cubicBezTo>
                  <a:pt x="5003754" y="886759"/>
                  <a:pt x="5011196" y="891837"/>
                  <a:pt x="5017112" y="898721"/>
                </a:cubicBezTo>
                <a:cubicBezTo>
                  <a:pt x="5023028" y="905604"/>
                  <a:pt x="5027474" y="914329"/>
                  <a:pt x="5030451" y="924896"/>
                </a:cubicBezTo>
                <a:lnTo>
                  <a:pt x="4981672" y="933602"/>
                </a:lnTo>
                <a:cubicBezTo>
                  <a:pt x="4979663" y="927426"/>
                  <a:pt x="4976258" y="922701"/>
                  <a:pt x="4971459" y="919426"/>
                </a:cubicBezTo>
                <a:cubicBezTo>
                  <a:pt x="4966659" y="916152"/>
                  <a:pt x="4960538" y="914515"/>
                  <a:pt x="4953097" y="914515"/>
                </a:cubicBezTo>
                <a:cubicBezTo>
                  <a:pt x="4942009" y="914515"/>
                  <a:pt x="4933173" y="918366"/>
                  <a:pt x="4926587" y="926068"/>
                </a:cubicBezTo>
                <a:cubicBezTo>
                  <a:pt x="4920001" y="933770"/>
                  <a:pt x="4916709" y="945955"/>
                  <a:pt x="4916709" y="962624"/>
                </a:cubicBezTo>
                <a:cubicBezTo>
                  <a:pt x="4916709" y="980334"/>
                  <a:pt x="4920039" y="992985"/>
                  <a:pt x="4926699" y="1000575"/>
                </a:cubicBezTo>
                <a:cubicBezTo>
                  <a:pt x="4933359" y="1008165"/>
                  <a:pt x="4942642" y="1011960"/>
                  <a:pt x="4954548" y="1011960"/>
                </a:cubicBezTo>
                <a:cubicBezTo>
                  <a:pt x="4960204" y="1011960"/>
                  <a:pt x="4965599" y="1011142"/>
                  <a:pt x="4970733" y="1009505"/>
                </a:cubicBezTo>
                <a:cubicBezTo>
                  <a:pt x="4975868" y="1007868"/>
                  <a:pt x="4981746" y="1005077"/>
                  <a:pt x="4988369" y="1001133"/>
                </a:cubicBezTo>
                <a:lnTo>
                  <a:pt x="4988369" y="985729"/>
                </a:lnTo>
                <a:lnTo>
                  <a:pt x="4954548" y="985729"/>
                </a:lnTo>
                <a:lnTo>
                  <a:pt x="4954548" y="951685"/>
                </a:lnTo>
                <a:lnTo>
                  <a:pt x="5032683" y="951685"/>
                </a:lnTo>
                <a:lnTo>
                  <a:pt x="5032683" y="1021448"/>
                </a:lnTo>
                <a:cubicBezTo>
                  <a:pt x="5017726" y="1031643"/>
                  <a:pt x="5004499" y="1038582"/>
                  <a:pt x="4993002" y="1042266"/>
                </a:cubicBezTo>
                <a:cubicBezTo>
                  <a:pt x="4981505" y="1045949"/>
                  <a:pt x="4967868" y="1047791"/>
                  <a:pt x="4952092" y="1047791"/>
                </a:cubicBezTo>
                <a:cubicBezTo>
                  <a:pt x="4932670" y="1047791"/>
                  <a:pt x="4916839" y="1044479"/>
                  <a:pt x="4904598" y="1037856"/>
                </a:cubicBezTo>
                <a:cubicBezTo>
                  <a:pt x="4892357" y="1031234"/>
                  <a:pt x="4882869" y="1021374"/>
                  <a:pt x="4876134" y="1008277"/>
                </a:cubicBezTo>
                <a:cubicBezTo>
                  <a:pt x="4869400" y="995180"/>
                  <a:pt x="4866033" y="980148"/>
                  <a:pt x="4866033" y="963182"/>
                </a:cubicBezTo>
                <a:cubicBezTo>
                  <a:pt x="4866033" y="945323"/>
                  <a:pt x="4869716" y="929789"/>
                  <a:pt x="4877083" y="916580"/>
                </a:cubicBezTo>
                <a:cubicBezTo>
                  <a:pt x="4884450" y="903372"/>
                  <a:pt x="4895240" y="893344"/>
                  <a:pt x="4909453" y="886498"/>
                </a:cubicBezTo>
                <a:cubicBezTo>
                  <a:pt x="4920541" y="881215"/>
                  <a:pt x="4935461" y="878573"/>
                  <a:pt x="4954213" y="878573"/>
                </a:cubicBezTo>
                <a:close/>
                <a:moveTo>
                  <a:pt x="4740868" y="878573"/>
                </a:moveTo>
                <a:cubicBezTo>
                  <a:pt x="4768104" y="878573"/>
                  <a:pt x="4789088" y="885884"/>
                  <a:pt x="4803822" y="900507"/>
                </a:cubicBezTo>
                <a:cubicBezTo>
                  <a:pt x="4818556" y="915129"/>
                  <a:pt x="4825923" y="935611"/>
                  <a:pt x="4825923" y="961954"/>
                </a:cubicBezTo>
                <a:cubicBezTo>
                  <a:pt x="4825923" y="981079"/>
                  <a:pt x="4822705" y="996761"/>
                  <a:pt x="4816268" y="1009002"/>
                </a:cubicBezTo>
                <a:cubicBezTo>
                  <a:pt x="4809831" y="1021244"/>
                  <a:pt x="4800530" y="1030769"/>
                  <a:pt x="4788363" y="1037577"/>
                </a:cubicBezTo>
                <a:cubicBezTo>
                  <a:pt x="4776196" y="1044386"/>
                  <a:pt x="4761034" y="1047791"/>
                  <a:pt x="4742877" y="1047791"/>
                </a:cubicBezTo>
                <a:cubicBezTo>
                  <a:pt x="4724423" y="1047791"/>
                  <a:pt x="4709149" y="1044851"/>
                  <a:pt x="4697057" y="1038973"/>
                </a:cubicBezTo>
                <a:cubicBezTo>
                  <a:pt x="4684965" y="1033094"/>
                  <a:pt x="4675161" y="1023792"/>
                  <a:pt x="4667645" y="1011067"/>
                </a:cubicBezTo>
                <a:cubicBezTo>
                  <a:pt x="4660129" y="998343"/>
                  <a:pt x="4656371" y="982418"/>
                  <a:pt x="4656371" y="963294"/>
                </a:cubicBezTo>
                <a:cubicBezTo>
                  <a:pt x="4656371" y="936579"/>
                  <a:pt x="4663812" y="915780"/>
                  <a:pt x="4678695" y="900897"/>
                </a:cubicBezTo>
                <a:cubicBezTo>
                  <a:pt x="4693578" y="886014"/>
                  <a:pt x="4714302" y="878573"/>
                  <a:pt x="4740868" y="878573"/>
                </a:cubicBezTo>
                <a:close/>
                <a:moveTo>
                  <a:pt x="4378918" y="878573"/>
                </a:moveTo>
                <a:cubicBezTo>
                  <a:pt x="4406154" y="878573"/>
                  <a:pt x="4427138" y="885884"/>
                  <a:pt x="4441872" y="900507"/>
                </a:cubicBezTo>
                <a:cubicBezTo>
                  <a:pt x="4456606" y="915129"/>
                  <a:pt x="4463973" y="935611"/>
                  <a:pt x="4463973" y="961954"/>
                </a:cubicBezTo>
                <a:cubicBezTo>
                  <a:pt x="4463973" y="981079"/>
                  <a:pt x="4460755" y="996761"/>
                  <a:pt x="4454318" y="1009002"/>
                </a:cubicBezTo>
                <a:cubicBezTo>
                  <a:pt x="4447881" y="1021244"/>
                  <a:pt x="4438580" y="1030769"/>
                  <a:pt x="4426413" y="1037577"/>
                </a:cubicBezTo>
                <a:cubicBezTo>
                  <a:pt x="4414246" y="1044386"/>
                  <a:pt x="4399084" y="1047791"/>
                  <a:pt x="4380927" y="1047791"/>
                </a:cubicBezTo>
                <a:cubicBezTo>
                  <a:pt x="4362473" y="1047791"/>
                  <a:pt x="4347199" y="1044851"/>
                  <a:pt x="4335107" y="1038973"/>
                </a:cubicBezTo>
                <a:cubicBezTo>
                  <a:pt x="4323015" y="1033094"/>
                  <a:pt x="4313211" y="1023792"/>
                  <a:pt x="4305695" y="1011067"/>
                </a:cubicBezTo>
                <a:cubicBezTo>
                  <a:pt x="4298179" y="998343"/>
                  <a:pt x="4294421" y="982418"/>
                  <a:pt x="4294421" y="963294"/>
                </a:cubicBezTo>
                <a:cubicBezTo>
                  <a:pt x="4294421" y="936579"/>
                  <a:pt x="4301862" y="915780"/>
                  <a:pt x="4316745" y="900897"/>
                </a:cubicBezTo>
                <a:cubicBezTo>
                  <a:pt x="4331628" y="886014"/>
                  <a:pt x="4352352" y="878573"/>
                  <a:pt x="4378918" y="878573"/>
                </a:cubicBezTo>
                <a:close/>
                <a:moveTo>
                  <a:pt x="3787029" y="878573"/>
                </a:moveTo>
                <a:cubicBezTo>
                  <a:pt x="3807641" y="878573"/>
                  <a:pt x="3823845" y="882740"/>
                  <a:pt x="3835640" y="891075"/>
                </a:cubicBezTo>
                <a:cubicBezTo>
                  <a:pt x="3847434" y="899409"/>
                  <a:pt x="3856196" y="912208"/>
                  <a:pt x="3861926" y="929472"/>
                </a:cubicBezTo>
                <a:lnTo>
                  <a:pt x="3817278" y="939407"/>
                </a:lnTo>
                <a:cubicBezTo>
                  <a:pt x="3815715" y="934421"/>
                  <a:pt x="3814078" y="930775"/>
                  <a:pt x="3812367" y="928468"/>
                </a:cubicBezTo>
                <a:cubicBezTo>
                  <a:pt x="3809539" y="924598"/>
                  <a:pt x="3806079" y="921622"/>
                  <a:pt x="3801986" y="919538"/>
                </a:cubicBezTo>
                <a:cubicBezTo>
                  <a:pt x="3797893" y="917454"/>
                  <a:pt x="3793317" y="916413"/>
                  <a:pt x="3788256" y="916413"/>
                </a:cubicBezTo>
                <a:cubicBezTo>
                  <a:pt x="3776797" y="916413"/>
                  <a:pt x="3768016" y="921021"/>
                  <a:pt x="3761914" y="930238"/>
                </a:cubicBezTo>
                <a:cubicBezTo>
                  <a:pt x="3757300" y="937076"/>
                  <a:pt x="3754993" y="947815"/>
                  <a:pt x="3754993" y="962456"/>
                </a:cubicBezTo>
                <a:cubicBezTo>
                  <a:pt x="3754993" y="980593"/>
                  <a:pt x="3757747" y="993024"/>
                  <a:pt x="3763253" y="999750"/>
                </a:cubicBezTo>
                <a:cubicBezTo>
                  <a:pt x="3768760" y="1006476"/>
                  <a:pt x="3776499" y="1009840"/>
                  <a:pt x="3786470" y="1009840"/>
                </a:cubicBezTo>
                <a:cubicBezTo>
                  <a:pt x="3796144" y="1009840"/>
                  <a:pt x="3803456" y="1007123"/>
                  <a:pt x="3808404" y="1001691"/>
                </a:cubicBezTo>
                <a:cubicBezTo>
                  <a:pt x="3813353" y="996259"/>
                  <a:pt x="3816943" y="988371"/>
                  <a:pt x="3819175" y="978028"/>
                </a:cubicBezTo>
                <a:lnTo>
                  <a:pt x="3863489" y="991422"/>
                </a:lnTo>
                <a:cubicBezTo>
                  <a:pt x="3860512" y="1003849"/>
                  <a:pt x="3855824" y="1014230"/>
                  <a:pt x="3849425" y="1022564"/>
                </a:cubicBezTo>
                <a:cubicBezTo>
                  <a:pt x="3843025" y="1030899"/>
                  <a:pt x="3835081" y="1037187"/>
                  <a:pt x="3825594" y="1041428"/>
                </a:cubicBezTo>
                <a:cubicBezTo>
                  <a:pt x="3816106" y="1045670"/>
                  <a:pt x="3804032" y="1047791"/>
                  <a:pt x="3789373" y="1047791"/>
                </a:cubicBezTo>
                <a:cubicBezTo>
                  <a:pt x="3771588" y="1047791"/>
                  <a:pt x="3757058" y="1045207"/>
                  <a:pt x="3745785" y="1040038"/>
                </a:cubicBezTo>
                <a:cubicBezTo>
                  <a:pt x="3734511" y="1034870"/>
                  <a:pt x="3724781" y="1025779"/>
                  <a:pt x="3716596" y="1012765"/>
                </a:cubicBezTo>
                <a:cubicBezTo>
                  <a:pt x="3708410" y="999752"/>
                  <a:pt x="3704317" y="983094"/>
                  <a:pt x="3704317" y="962791"/>
                </a:cubicBezTo>
                <a:cubicBezTo>
                  <a:pt x="3704317" y="935723"/>
                  <a:pt x="3711517" y="914920"/>
                  <a:pt x="3725916" y="900381"/>
                </a:cubicBezTo>
                <a:cubicBezTo>
                  <a:pt x="3740315" y="885842"/>
                  <a:pt x="3760686" y="878573"/>
                  <a:pt x="3787029" y="878573"/>
                </a:cubicBezTo>
                <a:close/>
                <a:moveTo>
                  <a:pt x="2950168" y="878573"/>
                </a:moveTo>
                <a:cubicBezTo>
                  <a:pt x="2977404" y="878573"/>
                  <a:pt x="2998388" y="885884"/>
                  <a:pt x="3013122" y="900507"/>
                </a:cubicBezTo>
                <a:cubicBezTo>
                  <a:pt x="3027856" y="915129"/>
                  <a:pt x="3035223" y="935611"/>
                  <a:pt x="3035223" y="961954"/>
                </a:cubicBezTo>
                <a:cubicBezTo>
                  <a:pt x="3035223" y="981079"/>
                  <a:pt x="3032005" y="996761"/>
                  <a:pt x="3025568" y="1009002"/>
                </a:cubicBezTo>
                <a:cubicBezTo>
                  <a:pt x="3019131" y="1021244"/>
                  <a:pt x="3009830" y="1030769"/>
                  <a:pt x="2997663" y="1037577"/>
                </a:cubicBezTo>
                <a:cubicBezTo>
                  <a:pt x="2985496" y="1044386"/>
                  <a:pt x="2970334" y="1047791"/>
                  <a:pt x="2952177" y="1047791"/>
                </a:cubicBezTo>
                <a:cubicBezTo>
                  <a:pt x="2933723" y="1047791"/>
                  <a:pt x="2918449" y="1044851"/>
                  <a:pt x="2906357" y="1038973"/>
                </a:cubicBezTo>
                <a:cubicBezTo>
                  <a:pt x="2894264" y="1033094"/>
                  <a:pt x="2884460" y="1023792"/>
                  <a:pt x="2876945" y="1011067"/>
                </a:cubicBezTo>
                <a:cubicBezTo>
                  <a:pt x="2869429" y="998343"/>
                  <a:pt x="2865671" y="982418"/>
                  <a:pt x="2865671" y="963294"/>
                </a:cubicBezTo>
                <a:cubicBezTo>
                  <a:pt x="2865671" y="936579"/>
                  <a:pt x="2873112" y="915780"/>
                  <a:pt x="2887995" y="900897"/>
                </a:cubicBezTo>
                <a:cubicBezTo>
                  <a:pt x="2902878" y="886014"/>
                  <a:pt x="2923602" y="878573"/>
                  <a:pt x="2950168" y="878573"/>
                </a:cubicBezTo>
                <a:close/>
                <a:moveTo>
                  <a:pt x="1624445" y="878573"/>
                </a:moveTo>
                <a:cubicBezTo>
                  <a:pt x="1645355" y="878573"/>
                  <a:pt x="1661298" y="882461"/>
                  <a:pt x="1672274" y="890237"/>
                </a:cubicBezTo>
                <a:cubicBezTo>
                  <a:pt x="1683251" y="898014"/>
                  <a:pt x="1689780" y="910385"/>
                  <a:pt x="1691864" y="927351"/>
                </a:cubicBezTo>
                <a:lnTo>
                  <a:pt x="1644201" y="930142"/>
                </a:lnTo>
                <a:cubicBezTo>
                  <a:pt x="1642936" y="922775"/>
                  <a:pt x="1640277" y="917417"/>
                  <a:pt x="1636221" y="914069"/>
                </a:cubicBezTo>
                <a:cubicBezTo>
                  <a:pt x="1632165" y="910720"/>
                  <a:pt x="1626566" y="909046"/>
                  <a:pt x="1619422" y="909046"/>
                </a:cubicBezTo>
                <a:cubicBezTo>
                  <a:pt x="1613543" y="909046"/>
                  <a:pt x="1609115" y="910292"/>
                  <a:pt x="1606139" y="912785"/>
                </a:cubicBezTo>
                <a:cubicBezTo>
                  <a:pt x="1603162" y="915278"/>
                  <a:pt x="1601674" y="918310"/>
                  <a:pt x="1601674" y="921882"/>
                </a:cubicBezTo>
                <a:cubicBezTo>
                  <a:pt x="1601674" y="924487"/>
                  <a:pt x="1602902" y="926831"/>
                  <a:pt x="1605358" y="928914"/>
                </a:cubicBezTo>
                <a:cubicBezTo>
                  <a:pt x="1607738" y="931072"/>
                  <a:pt x="1613394" y="933081"/>
                  <a:pt x="1622324" y="934942"/>
                </a:cubicBezTo>
                <a:cubicBezTo>
                  <a:pt x="1644425" y="939704"/>
                  <a:pt x="1660256" y="944523"/>
                  <a:pt x="1669819" y="949397"/>
                </a:cubicBezTo>
                <a:cubicBezTo>
                  <a:pt x="1679381" y="954271"/>
                  <a:pt x="1686339" y="960317"/>
                  <a:pt x="1690692" y="967535"/>
                </a:cubicBezTo>
                <a:cubicBezTo>
                  <a:pt x="1695045" y="974753"/>
                  <a:pt x="1697222" y="982827"/>
                  <a:pt x="1697222" y="991757"/>
                </a:cubicBezTo>
                <a:cubicBezTo>
                  <a:pt x="1697222" y="1002249"/>
                  <a:pt x="1694319" y="1011923"/>
                  <a:pt x="1688515" y="1020778"/>
                </a:cubicBezTo>
                <a:cubicBezTo>
                  <a:pt x="1682711" y="1029634"/>
                  <a:pt x="1674599" y="1036350"/>
                  <a:pt x="1664182" y="1040926"/>
                </a:cubicBezTo>
                <a:cubicBezTo>
                  <a:pt x="1653764" y="1045503"/>
                  <a:pt x="1640630" y="1047791"/>
                  <a:pt x="1624780" y="1047791"/>
                </a:cubicBezTo>
                <a:cubicBezTo>
                  <a:pt x="1596949" y="1047791"/>
                  <a:pt x="1577676" y="1042433"/>
                  <a:pt x="1566960" y="1031717"/>
                </a:cubicBezTo>
                <a:cubicBezTo>
                  <a:pt x="1556244" y="1021002"/>
                  <a:pt x="1550179" y="1007384"/>
                  <a:pt x="1548766" y="990864"/>
                </a:cubicBezTo>
                <a:lnTo>
                  <a:pt x="1596874" y="987850"/>
                </a:lnTo>
                <a:cubicBezTo>
                  <a:pt x="1597916" y="995664"/>
                  <a:pt x="1600037" y="1001617"/>
                  <a:pt x="1603237" y="1005710"/>
                </a:cubicBezTo>
                <a:cubicBezTo>
                  <a:pt x="1608445" y="1012332"/>
                  <a:pt x="1615887" y="1015644"/>
                  <a:pt x="1625561" y="1015644"/>
                </a:cubicBezTo>
                <a:cubicBezTo>
                  <a:pt x="1632779" y="1015644"/>
                  <a:pt x="1638341" y="1013951"/>
                  <a:pt x="1642248" y="1010565"/>
                </a:cubicBezTo>
                <a:cubicBezTo>
                  <a:pt x="1646155" y="1007179"/>
                  <a:pt x="1648108" y="1003254"/>
                  <a:pt x="1648108" y="998789"/>
                </a:cubicBezTo>
                <a:cubicBezTo>
                  <a:pt x="1648108" y="994548"/>
                  <a:pt x="1646248" y="990752"/>
                  <a:pt x="1642528" y="987404"/>
                </a:cubicBezTo>
                <a:cubicBezTo>
                  <a:pt x="1638807" y="984055"/>
                  <a:pt x="1630175" y="980893"/>
                  <a:pt x="1616632" y="977916"/>
                </a:cubicBezTo>
                <a:cubicBezTo>
                  <a:pt x="1594456" y="972930"/>
                  <a:pt x="1578643" y="966307"/>
                  <a:pt x="1569193" y="958047"/>
                </a:cubicBezTo>
                <a:cubicBezTo>
                  <a:pt x="1559667" y="949787"/>
                  <a:pt x="1554905" y="939258"/>
                  <a:pt x="1554905" y="926459"/>
                </a:cubicBezTo>
                <a:cubicBezTo>
                  <a:pt x="1554905" y="918050"/>
                  <a:pt x="1557342" y="910106"/>
                  <a:pt x="1562216" y="902627"/>
                </a:cubicBezTo>
                <a:cubicBezTo>
                  <a:pt x="1567090" y="895149"/>
                  <a:pt x="1574420" y="889270"/>
                  <a:pt x="1584205" y="884991"/>
                </a:cubicBezTo>
                <a:cubicBezTo>
                  <a:pt x="1593991" y="880712"/>
                  <a:pt x="1607404" y="878573"/>
                  <a:pt x="1624445" y="878573"/>
                </a:cubicBezTo>
                <a:close/>
                <a:moveTo>
                  <a:pt x="1010863" y="878573"/>
                </a:moveTo>
                <a:cubicBezTo>
                  <a:pt x="1028946" y="878573"/>
                  <a:pt x="1042471" y="880210"/>
                  <a:pt x="1051438" y="883484"/>
                </a:cubicBezTo>
                <a:cubicBezTo>
                  <a:pt x="1060405" y="886759"/>
                  <a:pt x="1067846" y="891837"/>
                  <a:pt x="1073762" y="898721"/>
                </a:cubicBezTo>
                <a:cubicBezTo>
                  <a:pt x="1079678" y="905604"/>
                  <a:pt x="1084125" y="914329"/>
                  <a:pt x="1087101" y="924896"/>
                </a:cubicBezTo>
                <a:lnTo>
                  <a:pt x="1038323" y="933602"/>
                </a:lnTo>
                <a:cubicBezTo>
                  <a:pt x="1036313" y="927426"/>
                  <a:pt x="1032909" y="922701"/>
                  <a:pt x="1028109" y="919426"/>
                </a:cubicBezTo>
                <a:cubicBezTo>
                  <a:pt x="1023309" y="916152"/>
                  <a:pt x="1017189" y="914515"/>
                  <a:pt x="1009747" y="914515"/>
                </a:cubicBezTo>
                <a:cubicBezTo>
                  <a:pt x="998660" y="914515"/>
                  <a:pt x="989823" y="918366"/>
                  <a:pt x="983237" y="926068"/>
                </a:cubicBezTo>
                <a:cubicBezTo>
                  <a:pt x="976652" y="933770"/>
                  <a:pt x="973359" y="945955"/>
                  <a:pt x="973359" y="962624"/>
                </a:cubicBezTo>
                <a:cubicBezTo>
                  <a:pt x="973359" y="980334"/>
                  <a:pt x="976689" y="992985"/>
                  <a:pt x="983349" y="1000575"/>
                </a:cubicBezTo>
                <a:cubicBezTo>
                  <a:pt x="990009" y="1008165"/>
                  <a:pt x="999292" y="1011960"/>
                  <a:pt x="1011199" y="1011960"/>
                </a:cubicBezTo>
                <a:cubicBezTo>
                  <a:pt x="1016854" y="1011960"/>
                  <a:pt x="1022249" y="1011142"/>
                  <a:pt x="1027384" y="1009505"/>
                </a:cubicBezTo>
                <a:cubicBezTo>
                  <a:pt x="1032518" y="1007868"/>
                  <a:pt x="1038396" y="1005077"/>
                  <a:pt x="1045019" y="1001133"/>
                </a:cubicBezTo>
                <a:lnTo>
                  <a:pt x="1045019" y="985729"/>
                </a:lnTo>
                <a:lnTo>
                  <a:pt x="1011199" y="985729"/>
                </a:lnTo>
                <a:lnTo>
                  <a:pt x="1011199" y="951685"/>
                </a:lnTo>
                <a:lnTo>
                  <a:pt x="1089333" y="951685"/>
                </a:lnTo>
                <a:lnTo>
                  <a:pt x="1089333" y="1021448"/>
                </a:lnTo>
                <a:cubicBezTo>
                  <a:pt x="1074376" y="1031643"/>
                  <a:pt x="1061149" y="1038582"/>
                  <a:pt x="1049652" y="1042266"/>
                </a:cubicBezTo>
                <a:cubicBezTo>
                  <a:pt x="1038155" y="1045949"/>
                  <a:pt x="1024519" y="1047791"/>
                  <a:pt x="1008743" y="1047791"/>
                </a:cubicBezTo>
                <a:cubicBezTo>
                  <a:pt x="989321" y="1047791"/>
                  <a:pt x="973489" y="1044479"/>
                  <a:pt x="961248" y="1037856"/>
                </a:cubicBezTo>
                <a:cubicBezTo>
                  <a:pt x="949007" y="1031234"/>
                  <a:pt x="939519" y="1021374"/>
                  <a:pt x="932784" y="1008277"/>
                </a:cubicBezTo>
                <a:cubicBezTo>
                  <a:pt x="926050" y="995180"/>
                  <a:pt x="922683" y="980148"/>
                  <a:pt x="922683" y="963182"/>
                </a:cubicBezTo>
                <a:cubicBezTo>
                  <a:pt x="922683" y="945323"/>
                  <a:pt x="926366" y="929789"/>
                  <a:pt x="933733" y="916580"/>
                </a:cubicBezTo>
                <a:cubicBezTo>
                  <a:pt x="941101" y="903372"/>
                  <a:pt x="951891" y="893344"/>
                  <a:pt x="966103" y="886498"/>
                </a:cubicBezTo>
                <a:cubicBezTo>
                  <a:pt x="977191" y="881215"/>
                  <a:pt x="992111" y="878573"/>
                  <a:pt x="1010863" y="878573"/>
                </a:cubicBezTo>
                <a:close/>
                <a:moveTo>
                  <a:pt x="1460012" y="431673"/>
                </a:moveTo>
                <a:lnTo>
                  <a:pt x="1610050" y="431673"/>
                </a:lnTo>
                <a:lnTo>
                  <a:pt x="1685488" y="603504"/>
                </a:lnTo>
                <a:lnTo>
                  <a:pt x="1534612" y="603504"/>
                </a:lnTo>
                <a:close/>
                <a:moveTo>
                  <a:pt x="939909" y="431673"/>
                </a:moveTo>
                <a:lnTo>
                  <a:pt x="1089946" y="431673"/>
                </a:lnTo>
                <a:lnTo>
                  <a:pt x="1015346" y="603504"/>
                </a:lnTo>
                <a:lnTo>
                  <a:pt x="864471" y="603504"/>
                </a:lnTo>
                <a:close/>
                <a:moveTo>
                  <a:pt x="7555723" y="391440"/>
                </a:moveTo>
                <a:lnTo>
                  <a:pt x="7714719" y="391440"/>
                </a:lnTo>
                <a:lnTo>
                  <a:pt x="7714719" y="425806"/>
                </a:lnTo>
                <a:lnTo>
                  <a:pt x="7889824" y="425806"/>
                </a:lnTo>
                <a:lnTo>
                  <a:pt x="7889824" y="494538"/>
                </a:lnTo>
                <a:lnTo>
                  <a:pt x="7765771" y="494538"/>
                </a:lnTo>
                <a:lnTo>
                  <a:pt x="7889824" y="568300"/>
                </a:lnTo>
                <a:lnTo>
                  <a:pt x="7889824" y="600990"/>
                </a:lnTo>
                <a:lnTo>
                  <a:pt x="7728955" y="600990"/>
                </a:lnTo>
                <a:lnTo>
                  <a:pt x="7637735" y="540639"/>
                </a:lnTo>
                <a:lnTo>
                  <a:pt x="7546516" y="600990"/>
                </a:lnTo>
                <a:lnTo>
                  <a:pt x="7386485" y="600990"/>
                </a:lnTo>
                <a:lnTo>
                  <a:pt x="7386485" y="568300"/>
                </a:lnTo>
                <a:lnTo>
                  <a:pt x="7508863" y="494538"/>
                </a:lnTo>
                <a:lnTo>
                  <a:pt x="7381455" y="494538"/>
                </a:lnTo>
                <a:lnTo>
                  <a:pt x="7381455" y="425806"/>
                </a:lnTo>
                <a:lnTo>
                  <a:pt x="7555723" y="425806"/>
                </a:lnTo>
                <a:close/>
                <a:moveTo>
                  <a:pt x="7542809" y="290856"/>
                </a:moveTo>
                <a:lnTo>
                  <a:pt x="7542809" y="312649"/>
                </a:lnTo>
                <a:lnTo>
                  <a:pt x="7727213" y="312649"/>
                </a:lnTo>
                <a:lnTo>
                  <a:pt x="7727213" y="290856"/>
                </a:lnTo>
                <a:close/>
                <a:moveTo>
                  <a:pt x="4428897" y="236373"/>
                </a:moveTo>
                <a:lnTo>
                  <a:pt x="5032400" y="236373"/>
                </a:lnTo>
                <a:lnTo>
                  <a:pt x="5032400" y="311811"/>
                </a:lnTo>
                <a:lnTo>
                  <a:pt x="4905833" y="389763"/>
                </a:lnTo>
                <a:lnTo>
                  <a:pt x="5164836" y="389763"/>
                </a:lnTo>
                <a:lnTo>
                  <a:pt x="5164836" y="465201"/>
                </a:lnTo>
                <a:lnTo>
                  <a:pt x="4822851" y="465201"/>
                </a:lnTo>
                <a:lnTo>
                  <a:pt x="4822851" y="522199"/>
                </a:lnTo>
                <a:lnTo>
                  <a:pt x="4806925" y="604342"/>
                </a:lnTo>
                <a:lnTo>
                  <a:pt x="4654372" y="604342"/>
                </a:lnTo>
                <a:lnTo>
                  <a:pt x="4671975" y="511302"/>
                </a:lnTo>
                <a:lnTo>
                  <a:pt x="4671975" y="465201"/>
                </a:lnTo>
                <a:lnTo>
                  <a:pt x="4336695" y="465201"/>
                </a:lnTo>
                <a:lnTo>
                  <a:pt x="4336695" y="389763"/>
                </a:lnTo>
                <a:lnTo>
                  <a:pt x="4684547" y="389763"/>
                </a:lnTo>
                <a:lnTo>
                  <a:pt x="4816983" y="311811"/>
                </a:lnTo>
                <a:lnTo>
                  <a:pt x="4428897" y="311811"/>
                </a:lnTo>
                <a:close/>
                <a:moveTo>
                  <a:pt x="1062914" y="227152"/>
                </a:moveTo>
                <a:lnTo>
                  <a:pt x="1062914" y="320193"/>
                </a:lnTo>
                <a:lnTo>
                  <a:pt x="1486205" y="320193"/>
                </a:lnTo>
                <a:lnTo>
                  <a:pt x="1486205" y="227152"/>
                </a:lnTo>
                <a:close/>
                <a:moveTo>
                  <a:pt x="2354657" y="218770"/>
                </a:moveTo>
                <a:lnTo>
                  <a:pt x="2354657" y="274092"/>
                </a:lnTo>
                <a:lnTo>
                  <a:pt x="2407463" y="274092"/>
                </a:lnTo>
                <a:lnTo>
                  <a:pt x="2407463" y="218770"/>
                </a:lnTo>
                <a:close/>
                <a:moveTo>
                  <a:pt x="2151812" y="218770"/>
                </a:moveTo>
                <a:lnTo>
                  <a:pt x="2151812" y="274092"/>
                </a:lnTo>
                <a:lnTo>
                  <a:pt x="2203781" y="274092"/>
                </a:lnTo>
                <a:lnTo>
                  <a:pt x="2203781" y="218770"/>
                </a:lnTo>
                <a:close/>
                <a:moveTo>
                  <a:pt x="7542809" y="211227"/>
                </a:moveTo>
                <a:lnTo>
                  <a:pt x="7542809" y="233020"/>
                </a:lnTo>
                <a:lnTo>
                  <a:pt x="7727213" y="233020"/>
                </a:lnTo>
                <a:lnTo>
                  <a:pt x="7727213" y="211227"/>
                </a:lnTo>
                <a:close/>
                <a:moveTo>
                  <a:pt x="7298055" y="181890"/>
                </a:moveTo>
                <a:lnTo>
                  <a:pt x="7357567" y="181890"/>
                </a:lnTo>
                <a:lnTo>
                  <a:pt x="7365111" y="600151"/>
                </a:lnTo>
                <a:lnTo>
                  <a:pt x="7304761" y="600151"/>
                </a:lnTo>
                <a:close/>
                <a:moveTo>
                  <a:pt x="7070903" y="181890"/>
                </a:moveTo>
                <a:lnTo>
                  <a:pt x="7130415" y="181890"/>
                </a:lnTo>
                <a:lnTo>
                  <a:pt x="7122871" y="600151"/>
                </a:lnTo>
                <a:lnTo>
                  <a:pt x="7062521" y="600151"/>
                </a:lnTo>
                <a:close/>
                <a:moveTo>
                  <a:pt x="8168183" y="179375"/>
                </a:moveTo>
                <a:lnTo>
                  <a:pt x="8231048" y="179375"/>
                </a:lnTo>
                <a:lnTo>
                  <a:pt x="8240267" y="600151"/>
                </a:lnTo>
                <a:lnTo>
                  <a:pt x="8178241" y="600151"/>
                </a:lnTo>
                <a:close/>
                <a:moveTo>
                  <a:pt x="7934325" y="179375"/>
                </a:moveTo>
                <a:lnTo>
                  <a:pt x="7996352" y="179375"/>
                </a:lnTo>
                <a:lnTo>
                  <a:pt x="7987131" y="600151"/>
                </a:lnTo>
                <a:lnTo>
                  <a:pt x="7925105" y="600151"/>
                </a:lnTo>
                <a:close/>
                <a:moveTo>
                  <a:pt x="912039" y="151714"/>
                </a:moveTo>
                <a:lnTo>
                  <a:pt x="1637081" y="151714"/>
                </a:lnTo>
                <a:lnTo>
                  <a:pt x="1637081" y="395631"/>
                </a:lnTo>
                <a:lnTo>
                  <a:pt x="1349578" y="395631"/>
                </a:lnTo>
                <a:lnTo>
                  <a:pt x="1349578" y="516331"/>
                </a:lnTo>
                <a:lnTo>
                  <a:pt x="1327786" y="603504"/>
                </a:lnTo>
                <a:lnTo>
                  <a:pt x="1178586" y="603504"/>
                </a:lnTo>
                <a:lnTo>
                  <a:pt x="1203732" y="504597"/>
                </a:lnTo>
                <a:lnTo>
                  <a:pt x="1203732" y="395631"/>
                </a:lnTo>
                <a:lnTo>
                  <a:pt x="912039" y="395631"/>
                </a:lnTo>
                <a:close/>
                <a:moveTo>
                  <a:pt x="7391933" y="144171"/>
                </a:moveTo>
                <a:lnTo>
                  <a:pt x="7878089" y="144171"/>
                </a:lnTo>
                <a:lnTo>
                  <a:pt x="7878089" y="379705"/>
                </a:lnTo>
                <a:lnTo>
                  <a:pt x="7391933" y="379705"/>
                </a:lnTo>
                <a:close/>
                <a:moveTo>
                  <a:pt x="6072226" y="113157"/>
                </a:moveTo>
                <a:lnTo>
                  <a:pt x="6072226" y="285826"/>
                </a:lnTo>
                <a:lnTo>
                  <a:pt x="6285967" y="285826"/>
                </a:lnTo>
                <a:lnTo>
                  <a:pt x="6285967" y="113157"/>
                </a:lnTo>
                <a:close/>
                <a:moveTo>
                  <a:pt x="5405476" y="113157"/>
                </a:moveTo>
                <a:lnTo>
                  <a:pt x="5405476" y="285826"/>
                </a:lnTo>
                <a:lnTo>
                  <a:pt x="5619217" y="285826"/>
                </a:lnTo>
                <a:lnTo>
                  <a:pt x="5619217" y="113157"/>
                </a:lnTo>
                <a:close/>
                <a:moveTo>
                  <a:pt x="4349268" y="106452"/>
                </a:moveTo>
                <a:lnTo>
                  <a:pt x="5151425" y="106452"/>
                </a:lnTo>
                <a:lnTo>
                  <a:pt x="5151425" y="223800"/>
                </a:lnTo>
                <a:lnTo>
                  <a:pt x="5000549" y="223800"/>
                </a:lnTo>
                <a:lnTo>
                  <a:pt x="5000549" y="181890"/>
                </a:lnTo>
                <a:lnTo>
                  <a:pt x="4500144" y="181890"/>
                </a:lnTo>
                <a:lnTo>
                  <a:pt x="4500144" y="223800"/>
                </a:lnTo>
                <a:lnTo>
                  <a:pt x="4349268" y="223800"/>
                </a:lnTo>
                <a:close/>
                <a:moveTo>
                  <a:pt x="2354657" y="85497"/>
                </a:moveTo>
                <a:lnTo>
                  <a:pt x="2354657" y="143332"/>
                </a:lnTo>
                <a:lnTo>
                  <a:pt x="2407463" y="143332"/>
                </a:lnTo>
                <a:lnTo>
                  <a:pt x="2407463" y="85497"/>
                </a:lnTo>
                <a:close/>
                <a:moveTo>
                  <a:pt x="2151812" y="85497"/>
                </a:moveTo>
                <a:lnTo>
                  <a:pt x="2151812" y="143332"/>
                </a:lnTo>
                <a:lnTo>
                  <a:pt x="2203781" y="143332"/>
                </a:lnTo>
                <a:lnTo>
                  <a:pt x="2203781" y="85497"/>
                </a:lnTo>
                <a:close/>
                <a:moveTo>
                  <a:pt x="5917159" y="35205"/>
                </a:moveTo>
                <a:lnTo>
                  <a:pt x="6441034" y="35205"/>
                </a:lnTo>
                <a:lnTo>
                  <a:pt x="6441034" y="365455"/>
                </a:lnTo>
                <a:lnTo>
                  <a:pt x="6072226" y="365455"/>
                </a:lnTo>
                <a:lnTo>
                  <a:pt x="6072226" y="595960"/>
                </a:lnTo>
                <a:lnTo>
                  <a:pt x="5917159" y="595960"/>
                </a:lnTo>
                <a:close/>
                <a:moveTo>
                  <a:pt x="5250409" y="35205"/>
                </a:moveTo>
                <a:lnTo>
                  <a:pt x="5774284" y="35205"/>
                </a:lnTo>
                <a:lnTo>
                  <a:pt x="5774284" y="365455"/>
                </a:lnTo>
                <a:lnTo>
                  <a:pt x="5405476" y="365455"/>
                </a:lnTo>
                <a:lnTo>
                  <a:pt x="5405476" y="595960"/>
                </a:lnTo>
                <a:lnTo>
                  <a:pt x="5250409" y="595960"/>
                </a:lnTo>
                <a:close/>
                <a:moveTo>
                  <a:pt x="6538341" y="34366"/>
                </a:moveTo>
                <a:lnTo>
                  <a:pt x="7009409" y="34366"/>
                </a:lnTo>
                <a:lnTo>
                  <a:pt x="7009409" y="112319"/>
                </a:lnTo>
                <a:lnTo>
                  <a:pt x="6850989" y="112319"/>
                </a:lnTo>
                <a:lnTo>
                  <a:pt x="6850989" y="597637"/>
                </a:lnTo>
                <a:lnTo>
                  <a:pt x="6696761" y="597637"/>
                </a:lnTo>
                <a:lnTo>
                  <a:pt x="6696761" y="112319"/>
                </a:lnTo>
                <a:lnTo>
                  <a:pt x="6538341" y="112319"/>
                </a:lnTo>
                <a:close/>
                <a:moveTo>
                  <a:pt x="2653436" y="31852"/>
                </a:moveTo>
                <a:lnTo>
                  <a:pt x="3380994" y="31852"/>
                </a:lnTo>
                <a:lnTo>
                  <a:pt x="3380994" y="107290"/>
                </a:lnTo>
                <a:lnTo>
                  <a:pt x="3092653" y="107290"/>
                </a:lnTo>
                <a:lnTo>
                  <a:pt x="3092653" y="524713"/>
                </a:lnTo>
                <a:lnTo>
                  <a:pt x="3409493" y="524713"/>
                </a:lnTo>
                <a:lnTo>
                  <a:pt x="3409493" y="600151"/>
                </a:lnTo>
                <a:lnTo>
                  <a:pt x="2624938" y="600151"/>
                </a:lnTo>
                <a:lnTo>
                  <a:pt x="2624938" y="524713"/>
                </a:lnTo>
                <a:lnTo>
                  <a:pt x="2941777" y="524713"/>
                </a:lnTo>
                <a:lnTo>
                  <a:pt x="2941777" y="107290"/>
                </a:lnTo>
                <a:lnTo>
                  <a:pt x="2653436" y="107290"/>
                </a:lnTo>
                <a:close/>
                <a:moveTo>
                  <a:pt x="1724330" y="16764"/>
                </a:moveTo>
                <a:lnTo>
                  <a:pt x="1989202" y="16764"/>
                </a:lnTo>
                <a:lnTo>
                  <a:pt x="1989202" y="92202"/>
                </a:lnTo>
                <a:lnTo>
                  <a:pt x="1932204" y="92202"/>
                </a:lnTo>
                <a:lnTo>
                  <a:pt x="1932204" y="268224"/>
                </a:lnTo>
                <a:lnTo>
                  <a:pt x="1988364" y="268224"/>
                </a:lnTo>
                <a:lnTo>
                  <a:pt x="1988364" y="343662"/>
                </a:lnTo>
                <a:lnTo>
                  <a:pt x="1932204" y="343662"/>
                </a:lnTo>
                <a:lnTo>
                  <a:pt x="1932204" y="517170"/>
                </a:lnTo>
                <a:lnTo>
                  <a:pt x="1989202" y="516331"/>
                </a:lnTo>
                <a:lnTo>
                  <a:pt x="1989202" y="591769"/>
                </a:lnTo>
                <a:lnTo>
                  <a:pt x="1724330" y="596799"/>
                </a:lnTo>
                <a:lnTo>
                  <a:pt x="1724330" y="521361"/>
                </a:lnTo>
                <a:lnTo>
                  <a:pt x="1781328" y="520522"/>
                </a:lnTo>
                <a:lnTo>
                  <a:pt x="1781328" y="343662"/>
                </a:lnTo>
                <a:lnTo>
                  <a:pt x="1725169" y="343662"/>
                </a:lnTo>
                <a:lnTo>
                  <a:pt x="1725169" y="268224"/>
                </a:lnTo>
                <a:lnTo>
                  <a:pt x="1781328" y="268224"/>
                </a:lnTo>
                <a:lnTo>
                  <a:pt x="1781328" y="92202"/>
                </a:lnTo>
                <a:lnTo>
                  <a:pt x="1724330" y="92202"/>
                </a:lnTo>
                <a:close/>
                <a:moveTo>
                  <a:pt x="2010156" y="10059"/>
                </a:moveTo>
                <a:lnTo>
                  <a:pt x="2549957" y="10059"/>
                </a:lnTo>
                <a:lnTo>
                  <a:pt x="2549957" y="349530"/>
                </a:lnTo>
                <a:lnTo>
                  <a:pt x="2354657" y="349530"/>
                </a:lnTo>
                <a:lnTo>
                  <a:pt x="2354657" y="399822"/>
                </a:lnTo>
                <a:lnTo>
                  <a:pt x="2549119" y="399822"/>
                </a:lnTo>
                <a:lnTo>
                  <a:pt x="2549119" y="475260"/>
                </a:lnTo>
                <a:lnTo>
                  <a:pt x="2354657" y="475260"/>
                </a:lnTo>
                <a:lnTo>
                  <a:pt x="2354657" y="523875"/>
                </a:lnTo>
                <a:lnTo>
                  <a:pt x="2556662" y="523875"/>
                </a:lnTo>
                <a:lnTo>
                  <a:pt x="2556662" y="599313"/>
                </a:lnTo>
                <a:lnTo>
                  <a:pt x="2002613" y="599313"/>
                </a:lnTo>
                <a:lnTo>
                  <a:pt x="2002613" y="523875"/>
                </a:lnTo>
                <a:lnTo>
                  <a:pt x="2203781" y="523875"/>
                </a:lnTo>
                <a:lnTo>
                  <a:pt x="2203781" y="475260"/>
                </a:lnTo>
                <a:lnTo>
                  <a:pt x="2010156" y="475260"/>
                </a:lnTo>
                <a:lnTo>
                  <a:pt x="2010156" y="399822"/>
                </a:lnTo>
                <a:lnTo>
                  <a:pt x="2203781" y="399822"/>
                </a:lnTo>
                <a:lnTo>
                  <a:pt x="2203781" y="349530"/>
                </a:lnTo>
                <a:lnTo>
                  <a:pt x="2010156" y="349530"/>
                </a:lnTo>
                <a:close/>
                <a:moveTo>
                  <a:pt x="451790" y="6706"/>
                </a:moveTo>
                <a:lnTo>
                  <a:pt x="602666" y="6706"/>
                </a:lnTo>
                <a:lnTo>
                  <a:pt x="602666" y="130759"/>
                </a:lnTo>
                <a:lnTo>
                  <a:pt x="812216" y="75438"/>
                </a:lnTo>
                <a:lnTo>
                  <a:pt x="812216" y="158420"/>
                </a:lnTo>
                <a:lnTo>
                  <a:pt x="602666" y="214579"/>
                </a:lnTo>
                <a:lnTo>
                  <a:pt x="602666" y="518846"/>
                </a:lnTo>
                <a:lnTo>
                  <a:pt x="815569" y="518846"/>
                </a:lnTo>
                <a:lnTo>
                  <a:pt x="815569" y="594284"/>
                </a:lnTo>
                <a:lnTo>
                  <a:pt x="451790" y="594284"/>
                </a:lnTo>
                <a:close/>
                <a:moveTo>
                  <a:pt x="187757" y="6706"/>
                </a:moveTo>
                <a:lnTo>
                  <a:pt x="338633" y="6706"/>
                </a:lnTo>
                <a:lnTo>
                  <a:pt x="338633" y="600990"/>
                </a:lnTo>
                <a:lnTo>
                  <a:pt x="187757" y="600990"/>
                </a:lnTo>
                <a:lnTo>
                  <a:pt x="187757" y="486994"/>
                </a:lnTo>
                <a:lnTo>
                  <a:pt x="0" y="555727"/>
                </a:lnTo>
                <a:lnTo>
                  <a:pt x="0" y="466039"/>
                </a:lnTo>
                <a:lnTo>
                  <a:pt x="187757" y="397307"/>
                </a:lnTo>
                <a:lnTo>
                  <a:pt x="187757" y="190272"/>
                </a:lnTo>
                <a:lnTo>
                  <a:pt x="0" y="190272"/>
                </a:lnTo>
                <a:lnTo>
                  <a:pt x="0" y="114834"/>
                </a:lnTo>
                <a:lnTo>
                  <a:pt x="187757" y="114834"/>
                </a:lnTo>
                <a:close/>
                <a:moveTo>
                  <a:pt x="8754085" y="5029"/>
                </a:moveTo>
                <a:lnTo>
                  <a:pt x="8754085" y="81306"/>
                </a:lnTo>
                <a:lnTo>
                  <a:pt x="8402879" y="86335"/>
                </a:lnTo>
                <a:lnTo>
                  <a:pt x="8402040" y="128245"/>
                </a:lnTo>
                <a:lnTo>
                  <a:pt x="8743188" y="128245"/>
                </a:lnTo>
                <a:lnTo>
                  <a:pt x="8743188" y="375514"/>
                </a:lnTo>
                <a:lnTo>
                  <a:pt x="8668588" y="462687"/>
                </a:lnTo>
                <a:lnTo>
                  <a:pt x="8757437" y="559080"/>
                </a:lnTo>
                <a:lnTo>
                  <a:pt x="8757437" y="600151"/>
                </a:lnTo>
                <a:lnTo>
                  <a:pt x="8619972" y="600151"/>
                </a:lnTo>
                <a:lnTo>
                  <a:pt x="8583930" y="560756"/>
                </a:lnTo>
                <a:lnTo>
                  <a:pt x="8550402" y="600151"/>
                </a:lnTo>
                <a:lnTo>
                  <a:pt x="8409584" y="600151"/>
                </a:lnTo>
                <a:lnTo>
                  <a:pt x="8409584" y="559080"/>
                </a:lnTo>
                <a:lnTo>
                  <a:pt x="8494242" y="464363"/>
                </a:lnTo>
                <a:lnTo>
                  <a:pt x="8419643" y="382219"/>
                </a:lnTo>
                <a:lnTo>
                  <a:pt x="8419643" y="231343"/>
                </a:lnTo>
                <a:lnTo>
                  <a:pt x="8558784" y="231343"/>
                </a:lnTo>
                <a:lnTo>
                  <a:pt x="8558784" y="342824"/>
                </a:lnTo>
                <a:lnTo>
                  <a:pt x="8580577" y="367132"/>
                </a:lnTo>
                <a:lnTo>
                  <a:pt x="8602370" y="342824"/>
                </a:lnTo>
                <a:lnTo>
                  <a:pt x="8602370" y="203683"/>
                </a:lnTo>
                <a:lnTo>
                  <a:pt x="8400364" y="203683"/>
                </a:lnTo>
                <a:lnTo>
                  <a:pt x="8392820" y="600151"/>
                </a:lnTo>
                <a:lnTo>
                  <a:pt x="8251164" y="600151"/>
                </a:lnTo>
                <a:lnTo>
                  <a:pt x="8262061" y="11735"/>
                </a:lnTo>
                <a:close/>
                <a:moveTo>
                  <a:pt x="4968697" y="4191"/>
                </a:moveTo>
                <a:lnTo>
                  <a:pt x="5126279" y="4191"/>
                </a:lnTo>
                <a:lnTo>
                  <a:pt x="5082693" y="88849"/>
                </a:lnTo>
                <a:lnTo>
                  <a:pt x="4925949" y="88849"/>
                </a:lnTo>
                <a:close/>
                <a:moveTo>
                  <a:pt x="4641800" y="4191"/>
                </a:moveTo>
                <a:lnTo>
                  <a:pt x="4799381" y="4191"/>
                </a:lnTo>
                <a:lnTo>
                  <a:pt x="4842129" y="88849"/>
                </a:lnTo>
                <a:lnTo>
                  <a:pt x="4685386" y="88849"/>
                </a:lnTo>
                <a:close/>
                <a:moveTo>
                  <a:pt x="4374414" y="4191"/>
                </a:moveTo>
                <a:lnTo>
                  <a:pt x="4531995" y="4191"/>
                </a:lnTo>
                <a:lnTo>
                  <a:pt x="4575581" y="88849"/>
                </a:lnTo>
                <a:lnTo>
                  <a:pt x="4418000" y="88849"/>
                </a:lnTo>
                <a:close/>
                <a:moveTo>
                  <a:pt x="3808552" y="3353"/>
                </a:moveTo>
                <a:lnTo>
                  <a:pt x="3959428" y="3353"/>
                </a:lnTo>
                <a:lnTo>
                  <a:pt x="3959428" y="106452"/>
                </a:lnTo>
                <a:lnTo>
                  <a:pt x="4286326" y="106452"/>
                </a:lnTo>
                <a:lnTo>
                  <a:pt x="4286326" y="181890"/>
                </a:lnTo>
                <a:lnTo>
                  <a:pt x="3983736" y="181890"/>
                </a:lnTo>
                <a:lnTo>
                  <a:pt x="4272077" y="563271"/>
                </a:lnTo>
                <a:lnTo>
                  <a:pt x="4272077" y="600990"/>
                </a:lnTo>
                <a:lnTo>
                  <a:pt x="4109466" y="600990"/>
                </a:lnTo>
                <a:lnTo>
                  <a:pt x="3883990" y="295885"/>
                </a:lnTo>
                <a:lnTo>
                  <a:pt x="3658514" y="600990"/>
                </a:lnTo>
                <a:lnTo>
                  <a:pt x="3495903" y="600990"/>
                </a:lnTo>
                <a:lnTo>
                  <a:pt x="3495903" y="563271"/>
                </a:lnTo>
                <a:lnTo>
                  <a:pt x="3784244" y="181890"/>
                </a:lnTo>
                <a:lnTo>
                  <a:pt x="3481654" y="181890"/>
                </a:lnTo>
                <a:lnTo>
                  <a:pt x="3481654" y="106452"/>
                </a:lnTo>
                <a:lnTo>
                  <a:pt x="3808552" y="106452"/>
                </a:lnTo>
                <a:close/>
                <a:moveTo>
                  <a:pt x="1199541" y="2515"/>
                </a:moveTo>
                <a:lnTo>
                  <a:pt x="1349578" y="2515"/>
                </a:lnTo>
                <a:lnTo>
                  <a:pt x="1349578" y="37719"/>
                </a:lnTo>
                <a:lnTo>
                  <a:pt x="1688212" y="37719"/>
                </a:lnTo>
                <a:lnTo>
                  <a:pt x="1688212" y="113157"/>
                </a:lnTo>
                <a:lnTo>
                  <a:pt x="860070" y="113157"/>
                </a:lnTo>
                <a:lnTo>
                  <a:pt x="860070" y="37719"/>
                </a:lnTo>
                <a:lnTo>
                  <a:pt x="1199541" y="37719"/>
                </a:lnTo>
                <a:close/>
                <a:moveTo>
                  <a:pt x="8011439" y="1677"/>
                </a:moveTo>
                <a:lnTo>
                  <a:pt x="8152257" y="1677"/>
                </a:lnTo>
                <a:lnTo>
                  <a:pt x="8152257" y="75438"/>
                </a:lnTo>
                <a:lnTo>
                  <a:pt x="8240267" y="75438"/>
                </a:lnTo>
                <a:lnTo>
                  <a:pt x="8240267" y="150876"/>
                </a:lnTo>
                <a:lnTo>
                  <a:pt x="8152257" y="150876"/>
                </a:lnTo>
                <a:lnTo>
                  <a:pt x="8152257" y="600151"/>
                </a:lnTo>
                <a:lnTo>
                  <a:pt x="8011439" y="600151"/>
                </a:lnTo>
                <a:lnTo>
                  <a:pt x="8011439" y="150876"/>
                </a:lnTo>
                <a:lnTo>
                  <a:pt x="7929295" y="150876"/>
                </a:lnTo>
                <a:lnTo>
                  <a:pt x="7929295" y="75438"/>
                </a:lnTo>
                <a:lnTo>
                  <a:pt x="8011439" y="75438"/>
                </a:lnTo>
                <a:close/>
                <a:moveTo>
                  <a:pt x="7143826" y="1677"/>
                </a:moveTo>
                <a:lnTo>
                  <a:pt x="7284643" y="1677"/>
                </a:lnTo>
                <a:lnTo>
                  <a:pt x="7284643" y="81306"/>
                </a:lnTo>
                <a:lnTo>
                  <a:pt x="7367625" y="81306"/>
                </a:lnTo>
                <a:lnTo>
                  <a:pt x="7367625" y="156744"/>
                </a:lnTo>
                <a:lnTo>
                  <a:pt x="7284643" y="156744"/>
                </a:lnTo>
                <a:lnTo>
                  <a:pt x="7284643" y="600151"/>
                </a:lnTo>
                <a:lnTo>
                  <a:pt x="7143826" y="600151"/>
                </a:lnTo>
                <a:lnTo>
                  <a:pt x="7143826" y="156744"/>
                </a:lnTo>
                <a:lnTo>
                  <a:pt x="7060006" y="156744"/>
                </a:lnTo>
                <a:lnTo>
                  <a:pt x="7060006" y="81306"/>
                </a:lnTo>
                <a:lnTo>
                  <a:pt x="7143826" y="81306"/>
                </a:lnTo>
                <a:close/>
                <a:moveTo>
                  <a:pt x="7433843" y="0"/>
                </a:moveTo>
                <a:lnTo>
                  <a:pt x="7584719" y="0"/>
                </a:lnTo>
                <a:lnTo>
                  <a:pt x="7584719" y="25984"/>
                </a:lnTo>
                <a:lnTo>
                  <a:pt x="7690332" y="25984"/>
                </a:lnTo>
                <a:lnTo>
                  <a:pt x="7690332" y="0"/>
                </a:lnTo>
                <a:lnTo>
                  <a:pt x="7836179" y="0"/>
                </a:lnTo>
                <a:lnTo>
                  <a:pt x="7836179" y="25984"/>
                </a:lnTo>
                <a:lnTo>
                  <a:pt x="7889824" y="25984"/>
                </a:lnTo>
                <a:lnTo>
                  <a:pt x="7889824" y="101422"/>
                </a:lnTo>
                <a:lnTo>
                  <a:pt x="7836179" y="101422"/>
                </a:lnTo>
                <a:lnTo>
                  <a:pt x="7836179" y="127407"/>
                </a:lnTo>
                <a:lnTo>
                  <a:pt x="7690332" y="127407"/>
                </a:lnTo>
                <a:lnTo>
                  <a:pt x="7690332" y="101422"/>
                </a:lnTo>
                <a:lnTo>
                  <a:pt x="7584719" y="101422"/>
                </a:lnTo>
                <a:lnTo>
                  <a:pt x="7584719" y="127407"/>
                </a:lnTo>
                <a:lnTo>
                  <a:pt x="7433843" y="127407"/>
                </a:lnTo>
                <a:lnTo>
                  <a:pt x="7433843" y="101422"/>
                </a:lnTo>
                <a:lnTo>
                  <a:pt x="7381037" y="101422"/>
                </a:lnTo>
                <a:lnTo>
                  <a:pt x="7381037" y="25984"/>
                </a:lnTo>
                <a:lnTo>
                  <a:pt x="7433843" y="259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dist"/>
            <a:endParaRPr lang="zh-CN" alt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84544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35F9E298-001B-4942-B243-6F61F6875F65}"/>
              </a:ext>
            </a:extLst>
          </p:cNvPr>
          <p:cNvSpPr/>
          <p:nvPr userDrawn="1"/>
        </p:nvSpPr>
        <p:spPr>
          <a:xfrm>
            <a:off x="10962308" y="0"/>
            <a:ext cx="806209" cy="1400908"/>
          </a:xfrm>
          <a:custGeom>
            <a:avLst/>
            <a:gdLst>
              <a:gd name="connsiteX0" fmla="*/ 2 w 806209"/>
              <a:gd name="connsiteY0" fmla="*/ 0 h 1400908"/>
              <a:gd name="connsiteX1" fmla="*/ 806209 w 806209"/>
              <a:gd name="connsiteY1" fmla="*/ 0 h 1400908"/>
              <a:gd name="connsiteX2" fmla="*/ 806209 w 806209"/>
              <a:gd name="connsiteY2" fmla="*/ 1179275 h 1400908"/>
              <a:gd name="connsiteX3" fmla="*/ 806209 w 806209"/>
              <a:gd name="connsiteY3" fmla="*/ 1190694 h 1400908"/>
              <a:gd name="connsiteX4" fmla="*/ 806209 w 806209"/>
              <a:gd name="connsiteY4" fmla="*/ 1400908 h 1400908"/>
              <a:gd name="connsiteX5" fmla="*/ 400516 w 806209"/>
              <a:gd name="connsiteY5" fmla="*/ 1195861 h 1400908"/>
              <a:gd name="connsiteX6" fmla="*/ 0 w 806209"/>
              <a:gd name="connsiteY6" fmla="*/ 1398292 h 1400908"/>
              <a:gd name="connsiteX7" fmla="*/ 0 w 806209"/>
              <a:gd name="connsiteY7" fmla="*/ 1176659 h 1400908"/>
              <a:gd name="connsiteX8" fmla="*/ 2 w 806209"/>
              <a:gd name="connsiteY8" fmla="*/ 1176659 h 1400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6209" h="1400908">
                <a:moveTo>
                  <a:pt x="2" y="0"/>
                </a:moveTo>
                <a:lnTo>
                  <a:pt x="806209" y="0"/>
                </a:lnTo>
                <a:lnTo>
                  <a:pt x="806209" y="1179275"/>
                </a:lnTo>
                <a:lnTo>
                  <a:pt x="806209" y="1190694"/>
                </a:lnTo>
                <a:lnTo>
                  <a:pt x="806209" y="1400908"/>
                </a:lnTo>
                <a:lnTo>
                  <a:pt x="400516" y="1195861"/>
                </a:lnTo>
                <a:lnTo>
                  <a:pt x="0" y="1398292"/>
                </a:lnTo>
                <a:lnTo>
                  <a:pt x="0" y="1176659"/>
                </a:lnTo>
                <a:lnTo>
                  <a:pt x="2" y="117665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360000" rtlCol="0" anchor="b" anchorCtr="0">
            <a:noAutofit/>
          </a:bodyPr>
          <a:lstStyle/>
          <a:p>
            <a:pPr algn="ctr"/>
            <a:r>
              <a:rPr lang="en-US" altLang="zh-CN" dirty="0"/>
              <a:t>V5.5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448093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任意多边形: 形状 353">
            <a:extLst>
              <a:ext uri="{FF2B5EF4-FFF2-40B4-BE49-F238E27FC236}">
                <a16:creationId xmlns:a16="http://schemas.microsoft.com/office/drawing/2014/main" id="{04401C91-7107-445D-9949-461D5C8176D8}"/>
              </a:ext>
            </a:extLst>
          </p:cNvPr>
          <p:cNvSpPr/>
          <p:nvPr/>
        </p:nvSpPr>
        <p:spPr>
          <a:xfrm>
            <a:off x="7212587" y="175895"/>
            <a:ext cx="6782002" cy="6528662"/>
          </a:xfrm>
          <a:custGeom>
            <a:avLst/>
            <a:gdLst>
              <a:gd name="connsiteX0" fmla="*/ 0 w 6782002"/>
              <a:gd name="connsiteY0" fmla="*/ 4815169 h 6528662"/>
              <a:gd name="connsiteX1" fmla="*/ 652924 w 6782002"/>
              <a:gd name="connsiteY1" fmla="*/ 4916505 h 6528662"/>
              <a:gd name="connsiteX2" fmla="*/ 2212687 w 6782002"/>
              <a:gd name="connsiteY2" fmla="*/ 4904414 h 6528662"/>
              <a:gd name="connsiteX3" fmla="*/ 2439540 w 6782002"/>
              <a:gd name="connsiteY3" fmla="*/ 4941263 h 6528662"/>
              <a:gd name="connsiteX4" fmla="*/ 2936430 w 6782002"/>
              <a:gd name="connsiteY4" fmla="*/ 4998840 h 6528662"/>
              <a:gd name="connsiteX5" fmla="*/ 2780972 w 6782002"/>
              <a:gd name="connsiteY5" fmla="*/ 5615490 h 6528662"/>
              <a:gd name="connsiteX6" fmla="*/ 3391289 w 6782002"/>
              <a:gd name="connsiteY6" fmla="*/ 5719129 h 6528662"/>
              <a:gd name="connsiteX7" fmla="*/ 4002182 w 6782002"/>
              <a:gd name="connsiteY7" fmla="*/ 5617217 h 6528662"/>
              <a:gd name="connsiteX8" fmla="*/ 3849602 w 6782002"/>
              <a:gd name="connsiteY8" fmla="*/ 5000567 h 6528662"/>
              <a:gd name="connsiteX9" fmla="*/ 4346492 w 6782002"/>
              <a:gd name="connsiteY9" fmla="*/ 4942990 h 6528662"/>
              <a:gd name="connsiteX10" fmla="*/ 4573346 w 6782002"/>
              <a:gd name="connsiteY10" fmla="*/ 4906141 h 6528662"/>
              <a:gd name="connsiteX11" fmla="*/ 6133108 w 6782002"/>
              <a:gd name="connsiteY11" fmla="*/ 4918232 h 6528662"/>
              <a:gd name="connsiteX12" fmla="*/ 6131957 w 6782002"/>
              <a:gd name="connsiteY12" fmla="*/ 4918232 h 6528662"/>
              <a:gd name="connsiteX13" fmla="*/ 6782002 w 6782002"/>
              <a:gd name="connsiteY13" fmla="*/ 4815169 h 6528662"/>
              <a:gd name="connsiteX14" fmla="*/ 6373205 w 6782002"/>
              <a:gd name="connsiteY14" fmla="*/ 5271180 h 6528662"/>
              <a:gd name="connsiteX15" fmla="*/ 3800086 w 6782002"/>
              <a:gd name="connsiteY15" fmla="*/ 5742735 h 6528662"/>
              <a:gd name="connsiteX16" fmla="*/ 3968211 w 6782002"/>
              <a:gd name="connsiteY16" fmla="*/ 6403720 h 6528662"/>
              <a:gd name="connsiteX17" fmla="*/ 3392440 w 6782002"/>
              <a:gd name="connsiteY17" fmla="*/ 6528662 h 6528662"/>
              <a:gd name="connsiteX18" fmla="*/ 2816670 w 6782002"/>
              <a:gd name="connsiteY18" fmla="*/ 6403720 h 6528662"/>
              <a:gd name="connsiteX19" fmla="*/ 2981916 w 6782002"/>
              <a:gd name="connsiteY19" fmla="*/ 5742735 h 6528662"/>
              <a:gd name="connsiteX20" fmla="*/ 408797 w 6782002"/>
              <a:gd name="connsiteY20" fmla="*/ 5271180 h 6528662"/>
              <a:gd name="connsiteX21" fmla="*/ 0 w 6782002"/>
              <a:gd name="connsiteY21" fmla="*/ 4815169 h 6528662"/>
              <a:gd name="connsiteX22" fmla="*/ 377129 w 6782002"/>
              <a:gd name="connsiteY22" fmla="*/ 4007939 h 6528662"/>
              <a:gd name="connsiteX23" fmla="*/ 737561 w 6782002"/>
              <a:gd name="connsiteY23" fmla="*/ 4047091 h 6528662"/>
              <a:gd name="connsiteX24" fmla="*/ 1050205 w 6782002"/>
              <a:gd name="connsiteY24" fmla="*/ 4047091 h 6528662"/>
              <a:gd name="connsiteX25" fmla="*/ 1408334 w 6782002"/>
              <a:gd name="connsiteY25" fmla="*/ 4043637 h 6528662"/>
              <a:gd name="connsiteX26" fmla="*/ 1948983 w 6782002"/>
              <a:gd name="connsiteY26" fmla="*/ 4057455 h 6528662"/>
              <a:gd name="connsiteX27" fmla="*/ 2533390 w 6782002"/>
              <a:gd name="connsiteY27" fmla="*/ 4193337 h 6528662"/>
              <a:gd name="connsiteX28" fmla="*/ 2946793 w 6782002"/>
              <a:gd name="connsiteY28" fmla="*/ 4222126 h 6528662"/>
              <a:gd name="connsiteX29" fmla="*/ 2807457 w 6782002"/>
              <a:gd name="connsiteY29" fmla="*/ 4815169 h 6528662"/>
              <a:gd name="connsiteX30" fmla="*/ 3383227 w 6782002"/>
              <a:gd name="connsiteY30" fmla="*/ 4883110 h 6528662"/>
              <a:gd name="connsiteX31" fmla="*/ 3397046 w 6782002"/>
              <a:gd name="connsiteY31" fmla="*/ 4883110 h 6528662"/>
              <a:gd name="connsiteX32" fmla="*/ 3972816 w 6782002"/>
              <a:gd name="connsiteY32" fmla="*/ 4814594 h 6528662"/>
              <a:gd name="connsiteX33" fmla="*/ 3836935 w 6782002"/>
              <a:gd name="connsiteY33" fmla="*/ 4223277 h 6528662"/>
              <a:gd name="connsiteX34" fmla="*/ 4249762 w 6782002"/>
              <a:gd name="connsiteY34" fmla="*/ 4195064 h 6528662"/>
              <a:gd name="connsiteX35" fmla="*/ 4834169 w 6782002"/>
              <a:gd name="connsiteY35" fmla="*/ 4059183 h 6528662"/>
              <a:gd name="connsiteX36" fmla="*/ 5374818 w 6782002"/>
              <a:gd name="connsiteY36" fmla="*/ 4045364 h 6528662"/>
              <a:gd name="connsiteX37" fmla="*/ 5732947 w 6782002"/>
              <a:gd name="connsiteY37" fmla="*/ 4048819 h 6528662"/>
              <a:gd name="connsiteX38" fmla="*/ 6045591 w 6782002"/>
              <a:gd name="connsiteY38" fmla="*/ 4048819 h 6528662"/>
              <a:gd name="connsiteX39" fmla="*/ 6044439 w 6782002"/>
              <a:gd name="connsiteY39" fmla="*/ 4047667 h 6528662"/>
              <a:gd name="connsiteX40" fmla="*/ 6404871 w 6782002"/>
              <a:gd name="connsiteY40" fmla="*/ 4008515 h 6528662"/>
              <a:gd name="connsiteX41" fmla="*/ 6059409 w 6782002"/>
              <a:gd name="connsiteY41" fmla="*/ 4348795 h 6528662"/>
              <a:gd name="connsiteX42" fmla="*/ 5556762 w 6782002"/>
              <a:gd name="connsiteY42" fmla="*/ 4579103 h 6528662"/>
              <a:gd name="connsiteX43" fmla="*/ 4334400 w 6782002"/>
              <a:gd name="connsiteY43" fmla="*/ 4850291 h 6528662"/>
              <a:gd name="connsiteX44" fmla="*/ 3786842 w 6782002"/>
              <a:gd name="connsiteY44" fmla="*/ 4911899 h 6528662"/>
              <a:gd name="connsiteX45" fmla="*/ 3733296 w 6782002"/>
              <a:gd name="connsiteY45" fmla="*/ 4917081 h 6528662"/>
              <a:gd name="connsiteX46" fmla="*/ 3887602 w 6782002"/>
              <a:gd name="connsiteY46" fmla="*/ 5540640 h 6528662"/>
              <a:gd name="connsiteX47" fmla="*/ 3391288 w 6782002"/>
              <a:gd name="connsiteY47" fmla="*/ 5624703 h 6528662"/>
              <a:gd name="connsiteX48" fmla="*/ 2895550 w 6782002"/>
              <a:gd name="connsiteY48" fmla="*/ 5540640 h 6528662"/>
              <a:gd name="connsiteX49" fmla="*/ 3048705 w 6782002"/>
              <a:gd name="connsiteY49" fmla="*/ 4916505 h 6528662"/>
              <a:gd name="connsiteX50" fmla="*/ 2995158 w 6782002"/>
              <a:gd name="connsiteY50" fmla="*/ 4911323 h 6528662"/>
              <a:gd name="connsiteX51" fmla="*/ 2447600 w 6782002"/>
              <a:gd name="connsiteY51" fmla="*/ 4849716 h 6528662"/>
              <a:gd name="connsiteX52" fmla="*/ 1225239 w 6782002"/>
              <a:gd name="connsiteY52" fmla="*/ 4578527 h 6528662"/>
              <a:gd name="connsiteX53" fmla="*/ 722591 w 6782002"/>
              <a:gd name="connsiteY53" fmla="*/ 4348219 h 6528662"/>
              <a:gd name="connsiteX54" fmla="*/ 377129 w 6782002"/>
              <a:gd name="connsiteY54" fmla="*/ 4007939 h 6528662"/>
              <a:gd name="connsiteX55" fmla="*/ 6060561 w 6782002"/>
              <a:gd name="connsiteY55" fmla="*/ 3114343 h 6528662"/>
              <a:gd name="connsiteX56" fmla="*/ 5720857 w 6782002"/>
              <a:gd name="connsiteY56" fmla="*/ 3488018 h 6528662"/>
              <a:gd name="connsiteX57" fmla="*/ 5218785 w 6782002"/>
              <a:gd name="connsiteY57" fmla="*/ 3812753 h 6528662"/>
              <a:gd name="connsiteX58" fmla="*/ 4230187 w 6782002"/>
              <a:gd name="connsiteY58" fmla="*/ 4100638 h 6528662"/>
              <a:gd name="connsiteX59" fmla="*/ 3803540 w 6782002"/>
              <a:gd name="connsiteY59" fmla="*/ 4127699 h 6528662"/>
              <a:gd name="connsiteX60" fmla="*/ 3775328 w 6782002"/>
              <a:gd name="connsiteY60" fmla="*/ 4127699 h 6528662"/>
              <a:gd name="connsiteX61" fmla="*/ 3717751 w 6782002"/>
              <a:gd name="connsiteY61" fmla="*/ 4127699 h 6528662"/>
              <a:gd name="connsiteX62" fmla="*/ 3858239 w 6782002"/>
              <a:gd name="connsiteY62" fmla="*/ 4733986 h 6528662"/>
              <a:gd name="connsiteX63" fmla="*/ 3394743 w 6782002"/>
              <a:gd name="connsiteY63" fmla="*/ 4791563 h 6528662"/>
              <a:gd name="connsiteX64" fmla="*/ 3388410 w 6782002"/>
              <a:gd name="connsiteY64" fmla="*/ 4791563 h 6528662"/>
              <a:gd name="connsiteX65" fmla="*/ 3382652 w 6782002"/>
              <a:gd name="connsiteY65" fmla="*/ 4791563 h 6528662"/>
              <a:gd name="connsiteX66" fmla="*/ 2922036 w 6782002"/>
              <a:gd name="connsiteY66" fmla="*/ 4733986 h 6528662"/>
              <a:gd name="connsiteX67" fmla="*/ 3063099 w 6782002"/>
              <a:gd name="connsiteY67" fmla="*/ 4128275 h 6528662"/>
              <a:gd name="connsiteX68" fmla="*/ 3005522 w 6782002"/>
              <a:gd name="connsiteY68" fmla="*/ 4128275 h 6528662"/>
              <a:gd name="connsiteX69" fmla="*/ 2976734 w 6782002"/>
              <a:gd name="connsiteY69" fmla="*/ 4128275 h 6528662"/>
              <a:gd name="connsiteX70" fmla="*/ 2550088 w 6782002"/>
              <a:gd name="connsiteY70" fmla="*/ 4101214 h 6528662"/>
              <a:gd name="connsiteX71" fmla="*/ 1561490 w 6782002"/>
              <a:gd name="connsiteY71" fmla="*/ 3813329 h 6528662"/>
              <a:gd name="connsiteX72" fmla="*/ 1058842 w 6782002"/>
              <a:gd name="connsiteY72" fmla="*/ 3488018 h 6528662"/>
              <a:gd name="connsiteX73" fmla="*/ 719713 w 6782002"/>
              <a:gd name="connsiteY73" fmla="*/ 3114919 h 6528662"/>
              <a:gd name="connsiteX74" fmla="*/ 1076115 w 6782002"/>
              <a:gd name="connsiteY74" fmla="*/ 3155223 h 6528662"/>
              <a:gd name="connsiteX75" fmla="*/ 1214300 w 6782002"/>
              <a:gd name="connsiteY75" fmla="*/ 3161557 h 6528662"/>
              <a:gd name="connsiteX76" fmla="*/ 1863193 w 6782002"/>
              <a:gd name="connsiteY76" fmla="*/ 3195527 h 6528662"/>
              <a:gd name="connsiteX77" fmla="*/ 1935740 w 6782002"/>
              <a:gd name="connsiteY77" fmla="*/ 3234103 h 6528662"/>
              <a:gd name="connsiteX78" fmla="*/ 2669848 w 6782002"/>
              <a:gd name="connsiteY78" fmla="*/ 3468442 h 6528662"/>
              <a:gd name="connsiteX79" fmla="*/ 2801124 w 6782002"/>
              <a:gd name="connsiteY79" fmla="*/ 3477078 h 6528662"/>
              <a:gd name="connsiteX80" fmla="*/ 2961764 w 6782002"/>
              <a:gd name="connsiteY80" fmla="*/ 3468442 h 6528662"/>
              <a:gd name="connsiteX81" fmla="*/ 2835670 w 6782002"/>
              <a:gd name="connsiteY81" fmla="*/ 3995848 h 6528662"/>
              <a:gd name="connsiteX82" fmla="*/ 3391289 w 6782002"/>
              <a:gd name="connsiteY82" fmla="*/ 4030394 h 6528662"/>
              <a:gd name="connsiteX83" fmla="*/ 3947483 w 6782002"/>
              <a:gd name="connsiteY83" fmla="*/ 3993545 h 6528662"/>
              <a:gd name="connsiteX84" fmla="*/ 3820814 w 6782002"/>
              <a:gd name="connsiteY84" fmla="*/ 3466139 h 6528662"/>
              <a:gd name="connsiteX85" fmla="*/ 3982030 w 6782002"/>
              <a:gd name="connsiteY85" fmla="*/ 3474775 h 6528662"/>
              <a:gd name="connsiteX86" fmla="*/ 4113305 w 6782002"/>
              <a:gd name="connsiteY86" fmla="*/ 3466139 h 6528662"/>
              <a:gd name="connsiteX87" fmla="*/ 4846837 w 6782002"/>
              <a:gd name="connsiteY87" fmla="*/ 3231800 h 6528662"/>
              <a:gd name="connsiteX88" fmla="*/ 4919960 w 6782002"/>
              <a:gd name="connsiteY88" fmla="*/ 3193225 h 6528662"/>
              <a:gd name="connsiteX89" fmla="*/ 5568853 w 6782002"/>
              <a:gd name="connsiteY89" fmla="*/ 3159253 h 6528662"/>
              <a:gd name="connsiteX90" fmla="*/ 5707038 w 6782002"/>
              <a:gd name="connsiteY90" fmla="*/ 3152920 h 6528662"/>
              <a:gd name="connsiteX91" fmla="*/ 5704735 w 6782002"/>
              <a:gd name="connsiteY91" fmla="*/ 3154647 h 6528662"/>
              <a:gd name="connsiteX92" fmla="*/ 6060561 w 6782002"/>
              <a:gd name="connsiteY92" fmla="*/ 3114343 h 6528662"/>
              <a:gd name="connsiteX93" fmla="*/ 3386683 w 6782002"/>
              <a:gd name="connsiteY93" fmla="*/ 821625 h 6528662"/>
              <a:gd name="connsiteX94" fmla="*/ 3271529 w 6782002"/>
              <a:gd name="connsiteY94" fmla="*/ 984569 h 6528662"/>
              <a:gd name="connsiteX95" fmla="*/ 3271529 w 6782002"/>
              <a:gd name="connsiteY95" fmla="*/ 992630 h 6528662"/>
              <a:gd name="connsiteX96" fmla="*/ 3174223 w 6782002"/>
              <a:gd name="connsiteY96" fmla="*/ 1495277 h 6528662"/>
              <a:gd name="connsiteX97" fmla="*/ 3166738 w 6782002"/>
              <a:gd name="connsiteY97" fmla="*/ 1532702 h 6528662"/>
              <a:gd name="connsiteX98" fmla="*/ 3094191 w 6782002"/>
              <a:gd name="connsiteY98" fmla="*/ 1532702 h 6528662"/>
              <a:gd name="connsiteX99" fmla="*/ 1344424 w 6782002"/>
              <a:gd name="connsiteY99" fmla="*/ 1279938 h 6528662"/>
              <a:gd name="connsiteX100" fmla="*/ 1497004 w 6782002"/>
              <a:gd name="connsiteY100" fmla="*/ 1655916 h 6528662"/>
              <a:gd name="connsiteX101" fmla="*/ 1915589 w 6782002"/>
              <a:gd name="connsiteY101" fmla="*/ 1915589 h 6528662"/>
              <a:gd name="connsiteX102" fmla="*/ 1950135 w 6782002"/>
              <a:gd name="connsiteY102" fmla="*/ 1922498 h 6528662"/>
              <a:gd name="connsiteX103" fmla="*/ 1950135 w 6782002"/>
              <a:gd name="connsiteY103" fmla="*/ 1957620 h 6528662"/>
              <a:gd name="connsiteX104" fmla="*/ 2102714 w 6782002"/>
              <a:gd name="connsiteY104" fmla="*/ 2262779 h 6528662"/>
              <a:gd name="connsiteX105" fmla="*/ 2424570 w 6782002"/>
              <a:gd name="connsiteY105" fmla="*/ 2364690 h 6528662"/>
              <a:gd name="connsiteX106" fmla="*/ 2467753 w 6782002"/>
              <a:gd name="connsiteY106" fmla="*/ 2364690 h 6528662"/>
              <a:gd name="connsiteX107" fmla="*/ 2504026 w 6782002"/>
              <a:gd name="connsiteY107" fmla="*/ 2360660 h 6528662"/>
              <a:gd name="connsiteX108" fmla="*/ 2516693 w 6782002"/>
              <a:gd name="connsiteY108" fmla="*/ 2395207 h 6528662"/>
              <a:gd name="connsiteX109" fmla="*/ 2757365 w 6782002"/>
              <a:gd name="connsiteY109" fmla="*/ 2594422 h 6528662"/>
              <a:gd name="connsiteX110" fmla="*/ 2880580 w 6782002"/>
              <a:gd name="connsiteY110" fmla="*/ 2612847 h 6528662"/>
              <a:gd name="connsiteX111" fmla="*/ 3040069 w 6782002"/>
              <a:gd name="connsiteY111" fmla="*/ 2585211 h 6528662"/>
              <a:gd name="connsiteX112" fmla="*/ 3124707 w 6782002"/>
              <a:gd name="connsiteY112" fmla="*/ 2550088 h 6528662"/>
              <a:gd name="connsiteX113" fmla="*/ 3000341 w 6782002"/>
              <a:gd name="connsiteY113" fmla="*/ 3059069 h 6528662"/>
              <a:gd name="connsiteX114" fmla="*/ 3782237 w 6782002"/>
              <a:gd name="connsiteY114" fmla="*/ 3059069 h 6528662"/>
              <a:gd name="connsiteX115" fmla="*/ 3657871 w 6782002"/>
              <a:gd name="connsiteY115" fmla="*/ 2549512 h 6528662"/>
              <a:gd name="connsiteX116" fmla="*/ 3742509 w 6782002"/>
              <a:gd name="connsiteY116" fmla="*/ 2585211 h 6528662"/>
              <a:gd name="connsiteX117" fmla="*/ 3902573 w 6782002"/>
              <a:gd name="connsiteY117" fmla="*/ 2612271 h 6528662"/>
              <a:gd name="connsiteX118" fmla="*/ 4025788 w 6782002"/>
              <a:gd name="connsiteY118" fmla="*/ 2593847 h 6528662"/>
              <a:gd name="connsiteX119" fmla="*/ 4266460 w 6782002"/>
              <a:gd name="connsiteY119" fmla="*/ 2394630 h 6528662"/>
              <a:gd name="connsiteX120" fmla="*/ 4279127 w 6782002"/>
              <a:gd name="connsiteY120" fmla="*/ 2360660 h 6528662"/>
              <a:gd name="connsiteX121" fmla="*/ 4317704 w 6782002"/>
              <a:gd name="connsiteY121" fmla="*/ 2367569 h 6528662"/>
              <a:gd name="connsiteX122" fmla="*/ 4360886 w 6782002"/>
              <a:gd name="connsiteY122" fmla="*/ 2367569 h 6528662"/>
              <a:gd name="connsiteX123" fmla="*/ 4682742 w 6782002"/>
              <a:gd name="connsiteY123" fmla="*/ 2265657 h 6528662"/>
              <a:gd name="connsiteX124" fmla="*/ 4835322 w 6782002"/>
              <a:gd name="connsiteY124" fmla="*/ 1958196 h 6528662"/>
              <a:gd name="connsiteX125" fmla="*/ 4835322 w 6782002"/>
              <a:gd name="connsiteY125" fmla="*/ 1923074 h 6528662"/>
              <a:gd name="connsiteX126" fmla="*/ 4869868 w 6782002"/>
              <a:gd name="connsiteY126" fmla="*/ 1916166 h 6528662"/>
              <a:gd name="connsiteX127" fmla="*/ 5285574 w 6782002"/>
              <a:gd name="connsiteY127" fmla="*/ 1655916 h 6528662"/>
              <a:gd name="connsiteX128" fmla="*/ 5438153 w 6782002"/>
              <a:gd name="connsiteY128" fmla="*/ 1279938 h 6528662"/>
              <a:gd name="connsiteX129" fmla="*/ 3688386 w 6782002"/>
              <a:gd name="connsiteY129" fmla="*/ 1532702 h 6528662"/>
              <a:gd name="connsiteX130" fmla="*/ 3616991 w 6782002"/>
              <a:gd name="connsiteY130" fmla="*/ 1532702 h 6528662"/>
              <a:gd name="connsiteX131" fmla="*/ 3609506 w 6782002"/>
              <a:gd name="connsiteY131" fmla="*/ 1495277 h 6528662"/>
              <a:gd name="connsiteX132" fmla="*/ 3512201 w 6782002"/>
              <a:gd name="connsiteY132" fmla="*/ 992630 h 6528662"/>
              <a:gd name="connsiteX133" fmla="*/ 3512201 w 6782002"/>
              <a:gd name="connsiteY133" fmla="*/ 984569 h 6528662"/>
              <a:gd name="connsiteX134" fmla="*/ 3397047 w 6782002"/>
              <a:gd name="connsiteY134" fmla="*/ 821625 h 6528662"/>
              <a:gd name="connsiteX135" fmla="*/ 4169942 w 6782002"/>
              <a:gd name="connsiteY135" fmla="*/ 789139 h 6528662"/>
              <a:gd name="connsiteX136" fmla="*/ 4291794 w 6782002"/>
              <a:gd name="connsiteY136" fmla="*/ 801473 h 6528662"/>
              <a:gd name="connsiteX137" fmla="*/ 4516920 w 6782002"/>
              <a:gd name="connsiteY137" fmla="*/ 947143 h 6528662"/>
              <a:gd name="connsiteX138" fmla="*/ 4249763 w 6782002"/>
              <a:gd name="connsiteY138" fmla="*/ 962113 h 6528662"/>
              <a:gd name="connsiteX139" fmla="*/ 4050546 w 6782002"/>
              <a:gd name="connsiteY139" fmla="*/ 816443 h 6528662"/>
              <a:gd name="connsiteX140" fmla="*/ 4169942 w 6782002"/>
              <a:gd name="connsiteY140" fmla="*/ 789139 h 6528662"/>
              <a:gd name="connsiteX141" fmla="*/ 4538223 w 6782002"/>
              <a:gd name="connsiteY141" fmla="*/ 544104 h 6528662"/>
              <a:gd name="connsiteX142" fmla="*/ 4768532 w 6782002"/>
              <a:gd name="connsiteY142" fmla="*/ 575771 h 6528662"/>
              <a:gd name="connsiteX143" fmla="*/ 4552042 w 6782002"/>
              <a:gd name="connsiteY143" fmla="*/ 700138 h 6528662"/>
              <a:gd name="connsiteX144" fmla="*/ 4318279 w 6782002"/>
              <a:gd name="connsiteY144" fmla="*/ 625863 h 6528662"/>
              <a:gd name="connsiteX145" fmla="*/ 4539375 w 6782002"/>
              <a:gd name="connsiteY145" fmla="*/ 544680 h 6528662"/>
              <a:gd name="connsiteX146" fmla="*/ 4090850 w 6782002"/>
              <a:gd name="connsiteY146" fmla="*/ 257370 h 6528662"/>
              <a:gd name="connsiteX147" fmla="*/ 4136335 w 6782002"/>
              <a:gd name="connsiteY147" fmla="*/ 525103 h 6528662"/>
              <a:gd name="connsiteX148" fmla="*/ 4138639 w 6782002"/>
              <a:gd name="connsiteY148" fmla="*/ 525103 h 6528662"/>
              <a:gd name="connsiteX149" fmla="*/ 4023484 w 6782002"/>
              <a:gd name="connsiteY149" fmla="*/ 748502 h 6528662"/>
              <a:gd name="connsiteX150" fmla="*/ 3965907 w 6782002"/>
              <a:gd name="connsiteY150" fmla="*/ 499194 h 6528662"/>
              <a:gd name="connsiteX151" fmla="*/ 4090850 w 6782002"/>
              <a:gd name="connsiteY151" fmla="*/ 257370 h 6528662"/>
              <a:gd name="connsiteX152" fmla="*/ 4689076 w 6782002"/>
              <a:gd name="connsiteY152" fmla="*/ 0 h 6528662"/>
              <a:gd name="connsiteX153" fmla="*/ 4645317 w 6782002"/>
              <a:gd name="connsiteY153" fmla="*/ 258521 h 6528662"/>
              <a:gd name="connsiteX154" fmla="*/ 4510011 w 6782002"/>
              <a:gd name="connsiteY154" fmla="*/ 399009 h 6528662"/>
              <a:gd name="connsiteX155" fmla="*/ 4457615 w 6782002"/>
              <a:gd name="connsiteY155" fmla="*/ 485950 h 6528662"/>
              <a:gd name="connsiteX156" fmla="*/ 3777055 w 6782002"/>
              <a:gd name="connsiteY156" fmla="*/ 955779 h 6528662"/>
              <a:gd name="connsiteX157" fmla="*/ 3977998 w 6782002"/>
              <a:gd name="connsiteY157" fmla="*/ 969598 h 6528662"/>
              <a:gd name="connsiteX158" fmla="*/ 3979150 w 6782002"/>
              <a:gd name="connsiteY158" fmla="*/ 968446 h 6528662"/>
              <a:gd name="connsiteX159" fmla="*/ 4200246 w 6782002"/>
              <a:gd name="connsiteY159" fmla="*/ 1127359 h 6528662"/>
              <a:gd name="connsiteX160" fmla="*/ 3939422 w 6782002"/>
              <a:gd name="connsiteY160" fmla="*/ 1131389 h 6528662"/>
              <a:gd name="connsiteX161" fmla="*/ 3755751 w 6782002"/>
              <a:gd name="connsiteY161" fmla="*/ 963840 h 6528662"/>
              <a:gd name="connsiteX162" fmla="*/ 3612037 w 6782002"/>
              <a:gd name="connsiteY162" fmla="*/ 1016625 h 6528662"/>
              <a:gd name="connsiteX163" fmla="*/ 3617549 w 6782002"/>
              <a:gd name="connsiteY163" fmla="*/ 1044871 h 6528662"/>
              <a:gd name="connsiteX164" fmla="*/ 3694144 w 6782002"/>
              <a:gd name="connsiteY164" fmla="*/ 1439427 h 6528662"/>
              <a:gd name="connsiteX165" fmla="*/ 5473275 w 6782002"/>
              <a:gd name="connsiteY165" fmla="*/ 1172269 h 6528662"/>
              <a:gd name="connsiteX166" fmla="*/ 5534883 w 6782002"/>
              <a:gd name="connsiteY166" fmla="*/ 1151541 h 6528662"/>
              <a:gd name="connsiteX167" fmla="*/ 5534883 w 6782002"/>
              <a:gd name="connsiteY167" fmla="*/ 1212574 h 6528662"/>
              <a:gd name="connsiteX168" fmla="*/ 5358697 w 6782002"/>
              <a:gd name="connsiteY168" fmla="*/ 1711766 h 6528662"/>
              <a:gd name="connsiteX169" fmla="*/ 4921111 w 6782002"/>
              <a:gd name="connsiteY169" fmla="*/ 1996773 h 6528662"/>
              <a:gd name="connsiteX170" fmla="*/ 4738592 w 6782002"/>
              <a:gd name="connsiteY170" fmla="*/ 2335326 h 6528662"/>
              <a:gd name="connsiteX171" fmla="*/ 4654529 w 6782002"/>
              <a:gd name="connsiteY171" fmla="*/ 2392903 h 6528662"/>
              <a:gd name="connsiteX172" fmla="*/ 5495155 w 6782002"/>
              <a:gd name="connsiteY172" fmla="*/ 2264506 h 6528662"/>
              <a:gd name="connsiteX173" fmla="*/ 5561368 w 6782002"/>
              <a:gd name="connsiteY173" fmla="*/ 2251839 h 6528662"/>
              <a:gd name="connsiteX174" fmla="*/ 5556762 w 6782002"/>
              <a:gd name="connsiteY174" fmla="*/ 2251839 h 6528662"/>
              <a:gd name="connsiteX175" fmla="*/ 5736978 w 6782002"/>
              <a:gd name="connsiteY175" fmla="*/ 2214414 h 6528662"/>
              <a:gd name="connsiteX176" fmla="*/ 5457730 w 6782002"/>
              <a:gd name="connsiteY176" fmla="*/ 2625514 h 6528662"/>
              <a:gd name="connsiteX177" fmla="*/ 4800200 w 6782002"/>
              <a:gd name="connsiteY177" fmla="*/ 3149465 h 6528662"/>
              <a:gd name="connsiteX178" fmla="*/ 4094881 w 6782002"/>
              <a:gd name="connsiteY178" fmla="*/ 3374016 h 6528662"/>
              <a:gd name="connsiteX179" fmla="*/ 3979727 w 6782002"/>
              <a:gd name="connsiteY179" fmla="*/ 3382077 h 6528662"/>
              <a:gd name="connsiteX180" fmla="*/ 3764964 w 6782002"/>
              <a:gd name="connsiteY180" fmla="*/ 3366531 h 6528662"/>
              <a:gd name="connsiteX181" fmla="*/ 3697023 w 6782002"/>
              <a:gd name="connsiteY181" fmla="*/ 3356167 h 6528662"/>
              <a:gd name="connsiteX182" fmla="*/ 3828875 w 6782002"/>
              <a:gd name="connsiteY182" fmla="*/ 3907755 h 6528662"/>
              <a:gd name="connsiteX183" fmla="*/ 3388986 w 6782002"/>
              <a:gd name="connsiteY183" fmla="*/ 3935392 h 6528662"/>
              <a:gd name="connsiteX184" fmla="*/ 2949673 w 6782002"/>
              <a:gd name="connsiteY184" fmla="*/ 3907755 h 6528662"/>
              <a:gd name="connsiteX185" fmla="*/ 3081524 w 6782002"/>
              <a:gd name="connsiteY185" fmla="*/ 3356167 h 6528662"/>
              <a:gd name="connsiteX186" fmla="*/ 3013583 w 6782002"/>
              <a:gd name="connsiteY186" fmla="*/ 3366531 h 6528662"/>
              <a:gd name="connsiteX187" fmla="*/ 2798821 w 6782002"/>
              <a:gd name="connsiteY187" fmla="*/ 3382077 h 6528662"/>
              <a:gd name="connsiteX188" fmla="*/ 2683667 w 6782002"/>
              <a:gd name="connsiteY188" fmla="*/ 3374016 h 6528662"/>
              <a:gd name="connsiteX189" fmla="*/ 1978348 w 6782002"/>
              <a:gd name="connsiteY189" fmla="*/ 3149465 h 6528662"/>
              <a:gd name="connsiteX190" fmla="*/ 1320818 w 6782002"/>
              <a:gd name="connsiteY190" fmla="*/ 2625514 h 6528662"/>
              <a:gd name="connsiteX191" fmla="*/ 1041569 w 6782002"/>
              <a:gd name="connsiteY191" fmla="*/ 2214414 h 6528662"/>
              <a:gd name="connsiteX192" fmla="*/ 1221785 w 6782002"/>
              <a:gd name="connsiteY192" fmla="*/ 2251839 h 6528662"/>
              <a:gd name="connsiteX193" fmla="*/ 1287999 w 6782002"/>
              <a:gd name="connsiteY193" fmla="*/ 2264506 h 6528662"/>
              <a:gd name="connsiteX194" fmla="*/ 2128624 w 6782002"/>
              <a:gd name="connsiteY194" fmla="*/ 2392327 h 6528662"/>
              <a:gd name="connsiteX195" fmla="*/ 2044561 w 6782002"/>
              <a:gd name="connsiteY195" fmla="*/ 2337629 h 6528662"/>
              <a:gd name="connsiteX196" fmla="*/ 1862042 w 6782002"/>
              <a:gd name="connsiteY196" fmla="*/ 1999076 h 6528662"/>
              <a:gd name="connsiteX197" fmla="*/ 1424456 w 6782002"/>
              <a:gd name="connsiteY197" fmla="*/ 1714070 h 6528662"/>
              <a:gd name="connsiteX198" fmla="*/ 1248271 w 6782002"/>
              <a:gd name="connsiteY198" fmla="*/ 1214877 h 6528662"/>
              <a:gd name="connsiteX199" fmla="*/ 1248271 w 6782002"/>
              <a:gd name="connsiteY199" fmla="*/ 1151541 h 6528662"/>
              <a:gd name="connsiteX200" fmla="*/ 1313333 w 6782002"/>
              <a:gd name="connsiteY200" fmla="*/ 1171118 h 6528662"/>
              <a:gd name="connsiteX201" fmla="*/ 3092464 w 6782002"/>
              <a:gd name="connsiteY201" fmla="*/ 1439427 h 6528662"/>
              <a:gd name="connsiteX202" fmla="*/ 3182860 w 6782002"/>
              <a:gd name="connsiteY202" fmla="*/ 974205 h 6528662"/>
              <a:gd name="connsiteX203" fmla="*/ 3182860 w 6782002"/>
              <a:gd name="connsiteY203" fmla="*/ 966719 h 6528662"/>
              <a:gd name="connsiteX204" fmla="*/ 3389562 w 6782002"/>
              <a:gd name="connsiteY204" fmla="*/ 728350 h 6528662"/>
              <a:gd name="connsiteX205" fmla="*/ 3397047 w 6782002"/>
              <a:gd name="connsiteY205" fmla="*/ 728350 h 6528662"/>
              <a:gd name="connsiteX206" fmla="*/ 3598149 w 6782002"/>
              <a:gd name="connsiteY206" fmla="*/ 939946 h 6528662"/>
              <a:gd name="connsiteX207" fmla="*/ 3599281 w 6782002"/>
              <a:gd name="connsiteY207" fmla="*/ 945357 h 6528662"/>
              <a:gd name="connsiteX208" fmla="*/ 3735024 w 6782002"/>
              <a:gd name="connsiteY208" fmla="*/ 895323 h 6528662"/>
              <a:gd name="connsiteX209" fmla="*/ 3677446 w 6782002"/>
              <a:gd name="connsiteY209" fmla="*/ 648893 h 6528662"/>
              <a:gd name="connsiteX210" fmla="*/ 3813904 w 6782002"/>
              <a:gd name="connsiteY210" fmla="*/ 412252 h 6528662"/>
              <a:gd name="connsiteX211" fmla="*/ 3857663 w 6782002"/>
              <a:gd name="connsiteY211" fmla="*/ 677682 h 6528662"/>
              <a:gd name="connsiteX212" fmla="*/ 3738478 w 6782002"/>
              <a:gd name="connsiteY212" fmla="*/ 893596 h 6528662"/>
              <a:gd name="connsiteX213" fmla="*/ 4276824 w 6782002"/>
              <a:gd name="connsiteY213" fmla="*/ 575771 h 6528662"/>
              <a:gd name="connsiteX214" fmla="*/ 4223277 w 6782002"/>
              <a:gd name="connsiteY214" fmla="*/ 336826 h 6528662"/>
              <a:gd name="connsiteX215" fmla="*/ 4338431 w 6782002"/>
              <a:gd name="connsiteY215" fmla="*/ 106518 h 6528662"/>
              <a:gd name="connsiteX216" fmla="*/ 4381038 w 6782002"/>
              <a:gd name="connsiteY216" fmla="*/ 363887 h 6528662"/>
              <a:gd name="connsiteX217" fmla="*/ 4279703 w 6782002"/>
              <a:gd name="connsiteY217" fmla="*/ 575771 h 6528662"/>
              <a:gd name="connsiteX218" fmla="*/ 4445524 w 6782002"/>
              <a:gd name="connsiteY218" fmla="*/ 424343 h 6528662"/>
              <a:gd name="connsiteX219" fmla="*/ 4483525 w 6782002"/>
              <a:gd name="connsiteY219" fmla="*/ 379433 h 6528662"/>
              <a:gd name="connsiteX220" fmla="*/ 4516344 w 6782002"/>
              <a:gd name="connsiteY220" fmla="*/ 172731 h 6528662"/>
              <a:gd name="connsiteX221" fmla="*/ 4689076 w 6782002"/>
              <a:gd name="connsiteY221" fmla="*/ 0 h 6528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</a:cxnLst>
            <a:rect l="l" t="t" r="r" b="b"/>
            <a:pathLst>
              <a:path w="6782002" h="6528662">
                <a:moveTo>
                  <a:pt x="0" y="4815169"/>
                </a:moveTo>
                <a:cubicBezTo>
                  <a:pt x="214456" y="4866988"/>
                  <a:pt x="432850" y="4900884"/>
                  <a:pt x="652924" y="4916505"/>
                </a:cubicBezTo>
                <a:cubicBezTo>
                  <a:pt x="1073236" y="4933202"/>
                  <a:pt x="1668007" y="4897504"/>
                  <a:pt x="2212687" y="4904414"/>
                </a:cubicBezTo>
                <a:cubicBezTo>
                  <a:pt x="2300204" y="4920535"/>
                  <a:pt x="2378509" y="4933202"/>
                  <a:pt x="2439540" y="4941263"/>
                </a:cubicBezTo>
                <a:cubicBezTo>
                  <a:pt x="2585786" y="4961415"/>
                  <a:pt x="2829337" y="4987325"/>
                  <a:pt x="2936430" y="4998840"/>
                </a:cubicBezTo>
                <a:lnTo>
                  <a:pt x="2780972" y="5615490"/>
                </a:lnTo>
                <a:lnTo>
                  <a:pt x="3391289" y="5719129"/>
                </a:lnTo>
                <a:lnTo>
                  <a:pt x="4002182" y="5617217"/>
                </a:lnTo>
                <a:lnTo>
                  <a:pt x="3849602" y="5000567"/>
                </a:lnTo>
                <a:cubicBezTo>
                  <a:pt x="3956696" y="4987325"/>
                  <a:pt x="4200247" y="4961415"/>
                  <a:pt x="4346492" y="4942990"/>
                </a:cubicBezTo>
                <a:cubicBezTo>
                  <a:pt x="4407524" y="4934929"/>
                  <a:pt x="4485829" y="4922262"/>
                  <a:pt x="4573346" y="4906141"/>
                </a:cubicBezTo>
                <a:cubicBezTo>
                  <a:pt x="5118025" y="4899231"/>
                  <a:pt x="5712796" y="4934929"/>
                  <a:pt x="6133108" y="4918232"/>
                </a:cubicBezTo>
                <a:lnTo>
                  <a:pt x="6131957" y="4918232"/>
                </a:lnTo>
                <a:cubicBezTo>
                  <a:pt x="6351095" y="4901886"/>
                  <a:pt x="6568564" y="4867415"/>
                  <a:pt x="6782002" y="4815169"/>
                </a:cubicBezTo>
                <a:cubicBezTo>
                  <a:pt x="6782002" y="4815169"/>
                  <a:pt x="6591422" y="5121479"/>
                  <a:pt x="6373205" y="5271180"/>
                </a:cubicBezTo>
                <a:cubicBezTo>
                  <a:pt x="5533386" y="5513850"/>
                  <a:pt x="4671382" y="5671824"/>
                  <a:pt x="3800086" y="5742735"/>
                </a:cubicBezTo>
                <a:lnTo>
                  <a:pt x="3968211" y="6403720"/>
                </a:lnTo>
                <a:lnTo>
                  <a:pt x="3392440" y="6528662"/>
                </a:lnTo>
                <a:lnTo>
                  <a:pt x="2816670" y="6403720"/>
                </a:lnTo>
                <a:lnTo>
                  <a:pt x="2981916" y="5742735"/>
                </a:lnTo>
                <a:cubicBezTo>
                  <a:pt x="2110620" y="5671824"/>
                  <a:pt x="1248616" y="5513850"/>
                  <a:pt x="408797" y="5271180"/>
                </a:cubicBezTo>
                <a:cubicBezTo>
                  <a:pt x="190580" y="5124358"/>
                  <a:pt x="0" y="4815169"/>
                  <a:pt x="0" y="4815169"/>
                </a:cubicBezTo>
                <a:close/>
                <a:moveTo>
                  <a:pt x="377129" y="4007939"/>
                </a:moveTo>
                <a:cubicBezTo>
                  <a:pt x="496107" y="4030101"/>
                  <a:pt x="616598" y="4043193"/>
                  <a:pt x="737561" y="4047091"/>
                </a:cubicBezTo>
                <a:cubicBezTo>
                  <a:pt x="823351" y="4050546"/>
                  <a:pt x="928717" y="4047091"/>
                  <a:pt x="1050205" y="4047091"/>
                </a:cubicBezTo>
                <a:cubicBezTo>
                  <a:pt x="1157874" y="4043637"/>
                  <a:pt x="1279937" y="4043637"/>
                  <a:pt x="1408334" y="4043637"/>
                </a:cubicBezTo>
                <a:cubicBezTo>
                  <a:pt x="1557459" y="4043637"/>
                  <a:pt x="1745736" y="4045940"/>
                  <a:pt x="1948983" y="4057455"/>
                </a:cubicBezTo>
                <a:cubicBezTo>
                  <a:pt x="2140801" y="4114744"/>
                  <a:pt x="2335975" y="4160121"/>
                  <a:pt x="2533390" y="4193337"/>
                </a:cubicBezTo>
                <a:cubicBezTo>
                  <a:pt x="2670308" y="4212954"/>
                  <a:pt x="2808476" y="4222580"/>
                  <a:pt x="2946793" y="4222126"/>
                </a:cubicBezTo>
                <a:lnTo>
                  <a:pt x="2807457" y="4815169"/>
                </a:lnTo>
                <a:lnTo>
                  <a:pt x="3383227" y="4883110"/>
                </a:lnTo>
                <a:lnTo>
                  <a:pt x="3397046" y="4883110"/>
                </a:lnTo>
                <a:lnTo>
                  <a:pt x="3972816" y="4814594"/>
                </a:lnTo>
                <a:lnTo>
                  <a:pt x="3836935" y="4223277"/>
                </a:lnTo>
                <a:cubicBezTo>
                  <a:pt x="3975044" y="4223893"/>
                  <a:pt x="4113016" y="4214462"/>
                  <a:pt x="4249762" y="4195064"/>
                </a:cubicBezTo>
                <a:cubicBezTo>
                  <a:pt x="4447177" y="4161848"/>
                  <a:pt x="4642352" y="4116472"/>
                  <a:pt x="4834169" y="4059183"/>
                </a:cubicBezTo>
                <a:cubicBezTo>
                  <a:pt x="5037416" y="4045364"/>
                  <a:pt x="5225694" y="4045364"/>
                  <a:pt x="5374818" y="4045364"/>
                </a:cubicBezTo>
                <a:cubicBezTo>
                  <a:pt x="5502639" y="4045364"/>
                  <a:pt x="5625278" y="4048819"/>
                  <a:pt x="5732947" y="4048819"/>
                </a:cubicBezTo>
                <a:cubicBezTo>
                  <a:pt x="5853859" y="4048819"/>
                  <a:pt x="5959801" y="4048819"/>
                  <a:pt x="6045591" y="4048819"/>
                </a:cubicBezTo>
                <a:lnTo>
                  <a:pt x="6044439" y="4047667"/>
                </a:lnTo>
                <a:cubicBezTo>
                  <a:pt x="6165409" y="4043769"/>
                  <a:pt x="6285918" y="4030676"/>
                  <a:pt x="6404871" y="4008515"/>
                </a:cubicBezTo>
                <a:cubicBezTo>
                  <a:pt x="6307221" y="4138438"/>
                  <a:pt x="6190800" y="4253114"/>
                  <a:pt x="6059409" y="4348795"/>
                </a:cubicBezTo>
                <a:cubicBezTo>
                  <a:pt x="5898942" y="4440204"/>
                  <a:pt x="5730759" y="4517271"/>
                  <a:pt x="5556762" y="4579103"/>
                </a:cubicBezTo>
                <a:cubicBezTo>
                  <a:pt x="5155438" y="4695190"/>
                  <a:pt x="4747165" y="4785770"/>
                  <a:pt x="4334400" y="4850291"/>
                </a:cubicBezTo>
                <a:cubicBezTo>
                  <a:pt x="4145548" y="4874474"/>
                  <a:pt x="3790297" y="4911899"/>
                  <a:pt x="3786842" y="4911899"/>
                </a:cubicBezTo>
                <a:lnTo>
                  <a:pt x="3733296" y="4917081"/>
                </a:lnTo>
                <a:lnTo>
                  <a:pt x="3887602" y="5540640"/>
                </a:lnTo>
                <a:lnTo>
                  <a:pt x="3391288" y="5624703"/>
                </a:lnTo>
                <a:lnTo>
                  <a:pt x="2895550" y="5540640"/>
                </a:lnTo>
                <a:lnTo>
                  <a:pt x="3048705" y="4916505"/>
                </a:lnTo>
                <a:lnTo>
                  <a:pt x="2995158" y="4911323"/>
                </a:lnTo>
                <a:cubicBezTo>
                  <a:pt x="2991703" y="4910747"/>
                  <a:pt x="2636453" y="4873898"/>
                  <a:pt x="2447600" y="4849716"/>
                </a:cubicBezTo>
                <a:cubicBezTo>
                  <a:pt x="2034836" y="4785195"/>
                  <a:pt x="1626563" y="4694615"/>
                  <a:pt x="1225239" y="4578527"/>
                </a:cubicBezTo>
                <a:cubicBezTo>
                  <a:pt x="1051241" y="4516695"/>
                  <a:pt x="883036" y="4439629"/>
                  <a:pt x="722591" y="4348219"/>
                </a:cubicBezTo>
                <a:cubicBezTo>
                  <a:pt x="591212" y="4252538"/>
                  <a:pt x="474783" y="4137862"/>
                  <a:pt x="377129" y="4007939"/>
                </a:cubicBezTo>
                <a:close/>
                <a:moveTo>
                  <a:pt x="6060561" y="3114343"/>
                </a:moveTo>
                <a:cubicBezTo>
                  <a:pt x="5966480" y="3255050"/>
                  <a:pt x="5851960" y="3380982"/>
                  <a:pt x="5720857" y="3488018"/>
                </a:cubicBezTo>
                <a:cubicBezTo>
                  <a:pt x="5568490" y="3617843"/>
                  <a:pt x="5399680" y="3727026"/>
                  <a:pt x="5218785" y="3812753"/>
                </a:cubicBezTo>
                <a:cubicBezTo>
                  <a:pt x="4903648" y="3952596"/>
                  <a:pt x="4571135" y="4049429"/>
                  <a:pt x="4230187" y="4100638"/>
                </a:cubicBezTo>
                <a:cubicBezTo>
                  <a:pt x="4088812" y="4119967"/>
                  <a:pt x="3946222" y="4129012"/>
                  <a:pt x="3803540" y="4127699"/>
                </a:cubicBezTo>
                <a:lnTo>
                  <a:pt x="3775328" y="4127699"/>
                </a:lnTo>
                <a:lnTo>
                  <a:pt x="3717751" y="4127699"/>
                </a:lnTo>
                <a:lnTo>
                  <a:pt x="3858239" y="4733986"/>
                </a:lnTo>
                <a:lnTo>
                  <a:pt x="3394743" y="4791563"/>
                </a:lnTo>
                <a:lnTo>
                  <a:pt x="3388410" y="4791563"/>
                </a:lnTo>
                <a:lnTo>
                  <a:pt x="3382652" y="4791563"/>
                </a:lnTo>
                <a:lnTo>
                  <a:pt x="2922036" y="4733986"/>
                </a:lnTo>
                <a:lnTo>
                  <a:pt x="3063099" y="4128275"/>
                </a:lnTo>
                <a:lnTo>
                  <a:pt x="3005522" y="4128275"/>
                </a:lnTo>
                <a:lnTo>
                  <a:pt x="2976734" y="4128275"/>
                </a:lnTo>
                <a:cubicBezTo>
                  <a:pt x="2834052" y="4129553"/>
                  <a:pt x="2691462" y="4120508"/>
                  <a:pt x="2550088" y="4101214"/>
                </a:cubicBezTo>
                <a:cubicBezTo>
                  <a:pt x="2209174" y="4049861"/>
                  <a:pt x="1876678" y="3953034"/>
                  <a:pt x="1561490" y="3813329"/>
                </a:cubicBezTo>
                <a:cubicBezTo>
                  <a:pt x="1380496" y="3727228"/>
                  <a:pt x="1211525" y="3617866"/>
                  <a:pt x="1058842" y="3488018"/>
                </a:cubicBezTo>
                <a:cubicBezTo>
                  <a:pt x="928073" y="3381000"/>
                  <a:pt x="813800" y="3255280"/>
                  <a:pt x="719713" y="3114919"/>
                </a:cubicBezTo>
                <a:cubicBezTo>
                  <a:pt x="845807" y="3133919"/>
                  <a:pt x="1030053" y="3155223"/>
                  <a:pt x="1076115" y="3155223"/>
                </a:cubicBezTo>
                <a:lnTo>
                  <a:pt x="1214300" y="3161557"/>
                </a:lnTo>
                <a:cubicBezTo>
                  <a:pt x="1381849" y="3169617"/>
                  <a:pt x="1598915" y="3179405"/>
                  <a:pt x="1863193" y="3195527"/>
                </a:cubicBezTo>
                <a:lnTo>
                  <a:pt x="1935740" y="3234103"/>
                </a:lnTo>
                <a:cubicBezTo>
                  <a:pt x="2166440" y="3350714"/>
                  <a:pt x="2414252" y="3429819"/>
                  <a:pt x="2669848" y="3468442"/>
                </a:cubicBezTo>
                <a:cubicBezTo>
                  <a:pt x="2713330" y="3474574"/>
                  <a:pt x="2757210" y="3477458"/>
                  <a:pt x="2801124" y="3477078"/>
                </a:cubicBezTo>
                <a:cubicBezTo>
                  <a:pt x="2854786" y="3477009"/>
                  <a:pt x="2908407" y="3474130"/>
                  <a:pt x="2961764" y="3468442"/>
                </a:cubicBezTo>
                <a:lnTo>
                  <a:pt x="2835670" y="3995848"/>
                </a:lnTo>
                <a:lnTo>
                  <a:pt x="3391289" y="4030394"/>
                </a:lnTo>
                <a:lnTo>
                  <a:pt x="3947483" y="3993545"/>
                </a:lnTo>
                <a:lnTo>
                  <a:pt x="3820814" y="3466139"/>
                </a:lnTo>
                <a:cubicBezTo>
                  <a:pt x="3874366" y="3471810"/>
                  <a:pt x="3928178" y="3474689"/>
                  <a:pt x="3982030" y="3474775"/>
                </a:cubicBezTo>
                <a:cubicBezTo>
                  <a:pt x="4025943" y="3475155"/>
                  <a:pt x="4069823" y="3472271"/>
                  <a:pt x="4113305" y="3466139"/>
                </a:cubicBezTo>
                <a:cubicBezTo>
                  <a:pt x="4368740" y="3427603"/>
                  <a:pt x="4616373" y="3348492"/>
                  <a:pt x="4846837" y="3231800"/>
                </a:cubicBezTo>
                <a:lnTo>
                  <a:pt x="4919960" y="3193225"/>
                </a:lnTo>
                <a:cubicBezTo>
                  <a:pt x="5183663" y="3177102"/>
                  <a:pt x="5401304" y="3167314"/>
                  <a:pt x="5568853" y="3159253"/>
                </a:cubicBezTo>
                <a:lnTo>
                  <a:pt x="5707038" y="3152920"/>
                </a:lnTo>
                <a:lnTo>
                  <a:pt x="5704735" y="3154647"/>
                </a:lnTo>
                <a:cubicBezTo>
                  <a:pt x="5750797" y="3152344"/>
                  <a:pt x="5935043" y="3133343"/>
                  <a:pt x="6060561" y="3114343"/>
                </a:cubicBezTo>
                <a:close/>
                <a:moveTo>
                  <a:pt x="3386683" y="821625"/>
                </a:moveTo>
                <a:cubicBezTo>
                  <a:pt x="3312984" y="821625"/>
                  <a:pt x="3287074" y="903960"/>
                  <a:pt x="3271529" y="984569"/>
                </a:cubicBezTo>
                <a:lnTo>
                  <a:pt x="3271529" y="992630"/>
                </a:lnTo>
                <a:cubicBezTo>
                  <a:pt x="3263468" y="1034660"/>
                  <a:pt x="3174223" y="1495277"/>
                  <a:pt x="3174223" y="1495277"/>
                </a:cubicBezTo>
                <a:lnTo>
                  <a:pt x="3166738" y="1532702"/>
                </a:lnTo>
                <a:lnTo>
                  <a:pt x="3094191" y="1532702"/>
                </a:lnTo>
                <a:cubicBezTo>
                  <a:pt x="2501683" y="1534936"/>
                  <a:pt x="1912082" y="1449768"/>
                  <a:pt x="1344424" y="1279938"/>
                </a:cubicBezTo>
                <a:cubicBezTo>
                  <a:pt x="1357391" y="1417496"/>
                  <a:pt x="1410442" y="1548224"/>
                  <a:pt x="1497004" y="1655916"/>
                </a:cubicBezTo>
                <a:cubicBezTo>
                  <a:pt x="1605554" y="1784573"/>
                  <a:pt x="1752104" y="1875487"/>
                  <a:pt x="1915589" y="1915589"/>
                </a:cubicBezTo>
                <a:lnTo>
                  <a:pt x="1950135" y="1922498"/>
                </a:lnTo>
                <a:lnTo>
                  <a:pt x="1950135" y="1957620"/>
                </a:lnTo>
                <a:cubicBezTo>
                  <a:pt x="1962796" y="2074335"/>
                  <a:pt x="2016942" y="2182620"/>
                  <a:pt x="2102714" y="2262779"/>
                </a:cubicBezTo>
                <a:cubicBezTo>
                  <a:pt x="2195759" y="2331445"/>
                  <a:pt x="2308961" y="2367292"/>
                  <a:pt x="2424570" y="2364690"/>
                </a:cubicBezTo>
                <a:cubicBezTo>
                  <a:pt x="2451055" y="2364690"/>
                  <a:pt x="2467753" y="2364690"/>
                  <a:pt x="2467753" y="2364690"/>
                </a:cubicBezTo>
                <a:lnTo>
                  <a:pt x="2504026" y="2360660"/>
                </a:lnTo>
                <a:lnTo>
                  <a:pt x="2516693" y="2395207"/>
                </a:lnTo>
                <a:cubicBezTo>
                  <a:pt x="2564707" y="2492995"/>
                  <a:pt x="2652328" y="2565525"/>
                  <a:pt x="2757365" y="2594422"/>
                </a:cubicBezTo>
                <a:cubicBezTo>
                  <a:pt x="2797266" y="2606778"/>
                  <a:pt x="2838814" y="2612992"/>
                  <a:pt x="2880580" y="2612847"/>
                </a:cubicBezTo>
                <a:cubicBezTo>
                  <a:pt x="2934927" y="2612772"/>
                  <a:pt x="2988866" y="2603422"/>
                  <a:pt x="3040069" y="2585211"/>
                </a:cubicBezTo>
                <a:lnTo>
                  <a:pt x="3124707" y="2550088"/>
                </a:lnTo>
                <a:lnTo>
                  <a:pt x="3000341" y="3059069"/>
                </a:lnTo>
                <a:lnTo>
                  <a:pt x="3782237" y="3059069"/>
                </a:lnTo>
                <a:lnTo>
                  <a:pt x="3657871" y="2549512"/>
                </a:lnTo>
                <a:lnTo>
                  <a:pt x="3742509" y="2585211"/>
                </a:lnTo>
                <a:cubicBezTo>
                  <a:pt x="3793931" y="2603295"/>
                  <a:pt x="3848065" y="2612444"/>
                  <a:pt x="3902573" y="2612271"/>
                </a:cubicBezTo>
                <a:cubicBezTo>
                  <a:pt x="3944340" y="2612415"/>
                  <a:pt x="3985887" y="2606204"/>
                  <a:pt x="4025788" y="2593847"/>
                </a:cubicBezTo>
                <a:cubicBezTo>
                  <a:pt x="4130861" y="2565019"/>
                  <a:pt x="4218504" y="2492471"/>
                  <a:pt x="4266460" y="2394630"/>
                </a:cubicBezTo>
                <a:lnTo>
                  <a:pt x="4279127" y="2360660"/>
                </a:lnTo>
                <a:lnTo>
                  <a:pt x="4317704" y="2367569"/>
                </a:lnTo>
                <a:cubicBezTo>
                  <a:pt x="4317704" y="2367569"/>
                  <a:pt x="4334401" y="2367569"/>
                  <a:pt x="4360886" y="2367569"/>
                </a:cubicBezTo>
                <a:cubicBezTo>
                  <a:pt x="4476496" y="2370171"/>
                  <a:pt x="4589698" y="2334325"/>
                  <a:pt x="4682742" y="2265657"/>
                </a:cubicBezTo>
                <a:cubicBezTo>
                  <a:pt x="4769010" y="2184917"/>
                  <a:pt x="4823196" y="2075728"/>
                  <a:pt x="4835322" y="1958196"/>
                </a:cubicBezTo>
                <a:lnTo>
                  <a:pt x="4835322" y="1923074"/>
                </a:lnTo>
                <a:lnTo>
                  <a:pt x="4869868" y="1916166"/>
                </a:lnTo>
                <a:cubicBezTo>
                  <a:pt x="5032195" y="1874916"/>
                  <a:pt x="5177554" y="1783916"/>
                  <a:pt x="5285574" y="1655916"/>
                </a:cubicBezTo>
                <a:cubicBezTo>
                  <a:pt x="5372136" y="1548224"/>
                  <a:pt x="5425187" y="1417496"/>
                  <a:pt x="5438153" y="1279938"/>
                </a:cubicBezTo>
                <a:cubicBezTo>
                  <a:pt x="4870495" y="1449768"/>
                  <a:pt x="4280895" y="1534936"/>
                  <a:pt x="3688386" y="1532702"/>
                </a:cubicBezTo>
                <a:lnTo>
                  <a:pt x="3616991" y="1532702"/>
                </a:lnTo>
                <a:lnTo>
                  <a:pt x="3609506" y="1495277"/>
                </a:lnTo>
                <a:cubicBezTo>
                  <a:pt x="3609506" y="1495277"/>
                  <a:pt x="3519686" y="1032357"/>
                  <a:pt x="3512201" y="992630"/>
                </a:cubicBezTo>
                <a:lnTo>
                  <a:pt x="3512201" y="984569"/>
                </a:lnTo>
                <a:cubicBezTo>
                  <a:pt x="3497231" y="903960"/>
                  <a:pt x="3470745" y="821625"/>
                  <a:pt x="3397047" y="821625"/>
                </a:cubicBezTo>
                <a:close/>
                <a:moveTo>
                  <a:pt x="4169942" y="789139"/>
                </a:moveTo>
                <a:cubicBezTo>
                  <a:pt x="4210693" y="786611"/>
                  <a:pt x="4251853" y="790689"/>
                  <a:pt x="4291794" y="801473"/>
                </a:cubicBezTo>
                <a:cubicBezTo>
                  <a:pt x="4377452" y="831234"/>
                  <a:pt x="4454674" y="881200"/>
                  <a:pt x="4516920" y="947143"/>
                </a:cubicBezTo>
                <a:cubicBezTo>
                  <a:pt x="4429213" y="966189"/>
                  <a:pt x="4339048" y="971245"/>
                  <a:pt x="4249763" y="962113"/>
                </a:cubicBezTo>
                <a:cubicBezTo>
                  <a:pt x="4139215" y="950022"/>
                  <a:pt x="4050546" y="816443"/>
                  <a:pt x="4050546" y="816443"/>
                </a:cubicBezTo>
                <a:cubicBezTo>
                  <a:pt x="4088849" y="800802"/>
                  <a:pt x="4129191" y="791667"/>
                  <a:pt x="4169942" y="789139"/>
                </a:cubicBezTo>
                <a:close/>
                <a:moveTo>
                  <a:pt x="4538223" y="544104"/>
                </a:moveTo>
                <a:cubicBezTo>
                  <a:pt x="4615774" y="547888"/>
                  <a:pt x="4692841" y="558484"/>
                  <a:pt x="4768532" y="575771"/>
                </a:cubicBezTo>
                <a:cubicBezTo>
                  <a:pt x="4709976" y="637373"/>
                  <a:pt x="4634751" y="680585"/>
                  <a:pt x="4552042" y="700138"/>
                </a:cubicBezTo>
                <a:cubicBezTo>
                  <a:pt x="4449555" y="721441"/>
                  <a:pt x="4318279" y="625863"/>
                  <a:pt x="4318279" y="625863"/>
                </a:cubicBezTo>
                <a:cubicBezTo>
                  <a:pt x="4380192" y="573739"/>
                  <a:pt x="4458439" y="545007"/>
                  <a:pt x="4539375" y="544680"/>
                </a:cubicBezTo>
                <a:close/>
                <a:moveTo>
                  <a:pt x="4090850" y="257370"/>
                </a:moveTo>
                <a:cubicBezTo>
                  <a:pt x="4116633" y="344481"/>
                  <a:pt x="4131908" y="434364"/>
                  <a:pt x="4136335" y="525103"/>
                </a:cubicBezTo>
                <a:lnTo>
                  <a:pt x="4138639" y="525103"/>
                </a:lnTo>
                <a:cubicBezTo>
                  <a:pt x="4138639" y="637954"/>
                  <a:pt x="4023484" y="748502"/>
                  <a:pt x="4023484" y="748502"/>
                </a:cubicBezTo>
                <a:cubicBezTo>
                  <a:pt x="3978183" y="673669"/>
                  <a:pt x="3958008" y="586313"/>
                  <a:pt x="3965907" y="499194"/>
                </a:cubicBezTo>
                <a:cubicBezTo>
                  <a:pt x="3983515" y="408276"/>
                  <a:pt x="4026882" y="324336"/>
                  <a:pt x="4090850" y="257370"/>
                </a:cubicBezTo>
                <a:close/>
                <a:moveTo>
                  <a:pt x="4689076" y="0"/>
                </a:moveTo>
                <a:cubicBezTo>
                  <a:pt x="4687671" y="87893"/>
                  <a:pt x="4672914" y="175061"/>
                  <a:pt x="4645317" y="258521"/>
                </a:cubicBezTo>
                <a:cubicBezTo>
                  <a:pt x="4624900" y="324071"/>
                  <a:pt x="4574745" y="376142"/>
                  <a:pt x="4510011" y="399009"/>
                </a:cubicBezTo>
                <a:cubicBezTo>
                  <a:pt x="4497563" y="430731"/>
                  <a:pt x="4479846" y="460124"/>
                  <a:pt x="4457615" y="485950"/>
                </a:cubicBezTo>
                <a:cubicBezTo>
                  <a:pt x="4318279" y="651772"/>
                  <a:pt x="4064940" y="831413"/>
                  <a:pt x="3777055" y="955779"/>
                </a:cubicBezTo>
                <a:cubicBezTo>
                  <a:pt x="3843516" y="936042"/>
                  <a:pt x="3914865" y="940947"/>
                  <a:pt x="3977998" y="969598"/>
                </a:cubicBezTo>
                <a:lnTo>
                  <a:pt x="3979150" y="968446"/>
                </a:lnTo>
                <a:cubicBezTo>
                  <a:pt x="4061324" y="1008497"/>
                  <a:pt x="4136094" y="1062233"/>
                  <a:pt x="4200246" y="1127359"/>
                </a:cubicBezTo>
                <a:cubicBezTo>
                  <a:pt x="4200246" y="1127359"/>
                  <a:pt x="4116183" y="1171117"/>
                  <a:pt x="3939422" y="1131389"/>
                </a:cubicBezTo>
                <a:cubicBezTo>
                  <a:pt x="3854841" y="1108289"/>
                  <a:pt x="3786503" y="1045951"/>
                  <a:pt x="3755751" y="963840"/>
                </a:cubicBezTo>
                <a:lnTo>
                  <a:pt x="3612037" y="1016625"/>
                </a:lnTo>
                <a:lnTo>
                  <a:pt x="3617549" y="1044871"/>
                </a:lnTo>
                <a:cubicBezTo>
                  <a:pt x="3638870" y="1154205"/>
                  <a:pt x="3678167" y="1356084"/>
                  <a:pt x="3694144" y="1439427"/>
                </a:cubicBezTo>
                <a:cubicBezTo>
                  <a:pt x="4297454" y="1443205"/>
                  <a:pt x="4897683" y="1353073"/>
                  <a:pt x="5473275" y="1172269"/>
                </a:cubicBezTo>
                <a:lnTo>
                  <a:pt x="5534883" y="1151541"/>
                </a:lnTo>
                <a:lnTo>
                  <a:pt x="5534883" y="1212574"/>
                </a:lnTo>
                <a:cubicBezTo>
                  <a:pt x="5534025" y="1394063"/>
                  <a:pt x="5471946" y="1569948"/>
                  <a:pt x="5358697" y="1711766"/>
                </a:cubicBezTo>
                <a:cubicBezTo>
                  <a:pt x="5244971" y="1848782"/>
                  <a:pt x="5092409" y="1948149"/>
                  <a:pt x="4921111" y="1996773"/>
                </a:cubicBezTo>
                <a:cubicBezTo>
                  <a:pt x="4902128" y="2127628"/>
                  <a:pt x="4837475" y="2247549"/>
                  <a:pt x="4738592" y="2335326"/>
                </a:cubicBezTo>
                <a:cubicBezTo>
                  <a:pt x="4712590" y="2357314"/>
                  <a:pt x="4684424" y="2376603"/>
                  <a:pt x="4654529" y="2392903"/>
                </a:cubicBezTo>
                <a:cubicBezTo>
                  <a:pt x="5050084" y="2347993"/>
                  <a:pt x="5351212" y="2291567"/>
                  <a:pt x="5495155" y="2264506"/>
                </a:cubicBezTo>
                <a:lnTo>
                  <a:pt x="5561368" y="2251839"/>
                </a:lnTo>
                <a:lnTo>
                  <a:pt x="5556762" y="2251839"/>
                </a:lnTo>
                <a:cubicBezTo>
                  <a:pt x="5621824" y="2240899"/>
                  <a:pt x="5684583" y="2227081"/>
                  <a:pt x="5736978" y="2214414"/>
                </a:cubicBezTo>
                <a:cubicBezTo>
                  <a:pt x="5659278" y="2361287"/>
                  <a:pt x="5565629" y="2499150"/>
                  <a:pt x="5457730" y="2625514"/>
                </a:cubicBezTo>
                <a:cubicBezTo>
                  <a:pt x="5275366" y="2841935"/>
                  <a:pt x="5051874" y="3020021"/>
                  <a:pt x="4800200" y="3149465"/>
                </a:cubicBezTo>
                <a:cubicBezTo>
                  <a:pt x="4578464" y="3261188"/>
                  <a:pt x="4340395" y="3336988"/>
                  <a:pt x="4094881" y="3374016"/>
                </a:cubicBezTo>
                <a:cubicBezTo>
                  <a:pt x="4056753" y="3379572"/>
                  <a:pt x="4018257" y="3382267"/>
                  <a:pt x="3979727" y="3382077"/>
                </a:cubicBezTo>
                <a:cubicBezTo>
                  <a:pt x="3907882" y="3381437"/>
                  <a:pt x="3836153" y="3376244"/>
                  <a:pt x="3764964" y="3366531"/>
                </a:cubicBezTo>
                <a:lnTo>
                  <a:pt x="3697023" y="3356167"/>
                </a:lnTo>
                <a:lnTo>
                  <a:pt x="3828875" y="3907755"/>
                </a:lnTo>
                <a:lnTo>
                  <a:pt x="3388986" y="3935392"/>
                </a:lnTo>
                <a:lnTo>
                  <a:pt x="2949673" y="3907755"/>
                </a:lnTo>
                <a:lnTo>
                  <a:pt x="3081524" y="3356167"/>
                </a:lnTo>
                <a:lnTo>
                  <a:pt x="3013583" y="3366531"/>
                </a:lnTo>
                <a:cubicBezTo>
                  <a:pt x="2942395" y="3376244"/>
                  <a:pt x="2870666" y="3381437"/>
                  <a:pt x="2798821" y="3382077"/>
                </a:cubicBezTo>
                <a:cubicBezTo>
                  <a:pt x="2760290" y="3382267"/>
                  <a:pt x="2721794" y="3379572"/>
                  <a:pt x="2683667" y="3374016"/>
                </a:cubicBezTo>
                <a:cubicBezTo>
                  <a:pt x="2438153" y="3336982"/>
                  <a:pt x="2200083" y="3261188"/>
                  <a:pt x="1978348" y="3149465"/>
                </a:cubicBezTo>
                <a:cubicBezTo>
                  <a:pt x="1726540" y="3020228"/>
                  <a:pt x="1503015" y="2842107"/>
                  <a:pt x="1320818" y="2625514"/>
                </a:cubicBezTo>
                <a:cubicBezTo>
                  <a:pt x="1212918" y="2499150"/>
                  <a:pt x="1119269" y="2361287"/>
                  <a:pt x="1041569" y="2214414"/>
                </a:cubicBezTo>
                <a:cubicBezTo>
                  <a:pt x="1093964" y="2227081"/>
                  <a:pt x="1158450" y="2240899"/>
                  <a:pt x="1221785" y="2251839"/>
                </a:cubicBezTo>
                <a:lnTo>
                  <a:pt x="1287999" y="2264506"/>
                </a:lnTo>
                <a:cubicBezTo>
                  <a:pt x="1431942" y="2291567"/>
                  <a:pt x="1732494" y="2347993"/>
                  <a:pt x="2128624" y="2392327"/>
                </a:cubicBezTo>
                <a:cubicBezTo>
                  <a:pt x="2098718" y="2377173"/>
                  <a:pt x="2070534" y="2358834"/>
                  <a:pt x="2044561" y="2337629"/>
                </a:cubicBezTo>
                <a:cubicBezTo>
                  <a:pt x="1945673" y="2249853"/>
                  <a:pt x="1881025" y="2129931"/>
                  <a:pt x="1862042" y="1999076"/>
                </a:cubicBezTo>
                <a:cubicBezTo>
                  <a:pt x="1690745" y="1950452"/>
                  <a:pt x="1538183" y="1851085"/>
                  <a:pt x="1424456" y="1714070"/>
                </a:cubicBezTo>
                <a:cubicBezTo>
                  <a:pt x="1311208" y="1572252"/>
                  <a:pt x="1249129" y="1396365"/>
                  <a:pt x="1248271" y="1214877"/>
                </a:cubicBezTo>
                <a:lnTo>
                  <a:pt x="1248271" y="1151541"/>
                </a:lnTo>
                <a:lnTo>
                  <a:pt x="1313333" y="1171118"/>
                </a:lnTo>
                <a:cubicBezTo>
                  <a:pt x="1888867" y="1352313"/>
                  <a:pt x="2489091" y="1442830"/>
                  <a:pt x="3092464" y="1439427"/>
                </a:cubicBezTo>
                <a:cubicBezTo>
                  <a:pt x="3113768" y="1328304"/>
                  <a:pt x="3176526" y="1006447"/>
                  <a:pt x="3182860" y="974205"/>
                </a:cubicBezTo>
                <a:lnTo>
                  <a:pt x="3182860" y="966719"/>
                </a:lnTo>
                <a:cubicBezTo>
                  <a:pt x="3193800" y="907416"/>
                  <a:pt x="3228922" y="728350"/>
                  <a:pt x="3389562" y="728350"/>
                </a:cubicBezTo>
                <a:lnTo>
                  <a:pt x="3397047" y="728350"/>
                </a:lnTo>
                <a:cubicBezTo>
                  <a:pt x="3537607" y="728350"/>
                  <a:pt x="3581626" y="866769"/>
                  <a:pt x="3598149" y="939946"/>
                </a:cubicBezTo>
                <a:lnTo>
                  <a:pt x="3599281" y="945357"/>
                </a:lnTo>
                <a:lnTo>
                  <a:pt x="3735024" y="895323"/>
                </a:lnTo>
                <a:cubicBezTo>
                  <a:pt x="3688455" y="822079"/>
                  <a:pt x="3668153" y="735190"/>
                  <a:pt x="3677446" y="648893"/>
                </a:cubicBezTo>
                <a:cubicBezTo>
                  <a:pt x="3698491" y="558239"/>
                  <a:pt x="3745986" y="475876"/>
                  <a:pt x="3813904" y="412252"/>
                </a:cubicBezTo>
                <a:cubicBezTo>
                  <a:pt x="3839848" y="498478"/>
                  <a:pt x="3854553" y="587689"/>
                  <a:pt x="3857663" y="677682"/>
                </a:cubicBezTo>
                <a:cubicBezTo>
                  <a:pt x="3861117" y="778442"/>
                  <a:pt x="3758630" y="875171"/>
                  <a:pt x="3738478" y="893596"/>
                </a:cubicBezTo>
                <a:cubicBezTo>
                  <a:pt x="3931068" y="811675"/>
                  <a:pt x="4112061" y="704818"/>
                  <a:pt x="4276824" y="575771"/>
                </a:cubicBezTo>
                <a:cubicBezTo>
                  <a:pt x="4234625" y="503604"/>
                  <a:pt x="4215913" y="420100"/>
                  <a:pt x="4223277" y="336826"/>
                </a:cubicBezTo>
                <a:cubicBezTo>
                  <a:pt x="4239347" y="250791"/>
                  <a:pt x="4279247" y="170995"/>
                  <a:pt x="4338431" y="106518"/>
                </a:cubicBezTo>
                <a:cubicBezTo>
                  <a:pt x="4362337" y="190417"/>
                  <a:pt x="4376627" y="276760"/>
                  <a:pt x="4381038" y="363887"/>
                </a:cubicBezTo>
                <a:cubicBezTo>
                  <a:pt x="4386220" y="460616"/>
                  <a:pt x="4295248" y="559649"/>
                  <a:pt x="4279703" y="575771"/>
                </a:cubicBezTo>
                <a:cubicBezTo>
                  <a:pt x="4338707" y="529536"/>
                  <a:pt x="4394137" y="478916"/>
                  <a:pt x="4445524" y="424343"/>
                </a:cubicBezTo>
                <a:cubicBezTo>
                  <a:pt x="4459020" y="410095"/>
                  <a:pt x="4471705" y="395101"/>
                  <a:pt x="4483525" y="379433"/>
                </a:cubicBezTo>
                <a:cubicBezTo>
                  <a:pt x="4469655" y="308820"/>
                  <a:pt x="4481286" y="235576"/>
                  <a:pt x="4516344" y="172731"/>
                </a:cubicBezTo>
                <a:cubicBezTo>
                  <a:pt x="4554667" y="98672"/>
                  <a:pt x="4615014" y="38322"/>
                  <a:pt x="4689076" y="0"/>
                </a:cubicBezTo>
                <a:close/>
              </a:path>
            </a:pathLst>
          </a:custGeom>
          <a:solidFill>
            <a:schemeClr val="tx1">
              <a:alpha val="3000"/>
            </a:schemeClr>
          </a:solidFill>
          <a:ln w="5755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占位符 12">
            <a:extLst>
              <a:ext uri="{FF2B5EF4-FFF2-40B4-BE49-F238E27FC236}">
                <a16:creationId xmlns:a16="http://schemas.microsoft.com/office/drawing/2014/main" id="{F63B7C85-1073-4365-852C-DE0C04E61B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97615" y="4908366"/>
            <a:ext cx="7059690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FF2961-8E0B-4CFB-9897-39262A918722}"/>
              </a:ext>
            </a:extLst>
          </p:cNvPr>
          <p:cNvSpPr/>
          <p:nvPr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2BF83036-0FE6-45D5-B083-B31247B77CCD}"/>
              </a:ext>
            </a:extLst>
          </p:cNvPr>
          <p:cNvSpPr txBox="1"/>
          <p:nvPr/>
        </p:nvSpPr>
        <p:spPr>
          <a:xfrm rot="5400000">
            <a:off x="10417621" y="3602354"/>
            <a:ext cx="3222949" cy="122616"/>
          </a:xfrm>
          <a:custGeom>
            <a:avLst/>
            <a:gdLst/>
            <a:ahLst/>
            <a:cxnLst/>
            <a:rect l="l" t="t" r="r" b="b"/>
            <a:pathLst>
              <a:path w="2967187" h="112886">
                <a:moveTo>
                  <a:pt x="2865165" y="1860"/>
                </a:moveTo>
                <a:lnTo>
                  <a:pt x="2890987" y="1860"/>
                </a:lnTo>
                <a:lnTo>
                  <a:pt x="2916660" y="45020"/>
                </a:lnTo>
                <a:lnTo>
                  <a:pt x="2941812" y="1860"/>
                </a:lnTo>
                <a:lnTo>
                  <a:pt x="2967187" y="1860"/>
                </a:lnTo>
                <a:lnTo>
                  <a:pt x="2927078" y="65186"/>
                </a:lnTo>
                <a:lnTo>
                  <a:pt x="2927078" y="110951"/>
                </a:lnTo>
                <a:lnTo>
                  <a:pt x="2905126" y="110951"/>
                </a:lnTo>
                <a:lnTo>
                  <a:pt x="2905126" y="65038"/>
                </a:lnTo>
                <a:close/>
                <a:moveTo>
                  <a:pt x="2758381" y="56033"/>
                </a:moveTo>
                <a:cubicBezTo>
                  <a:pt x="2758381" y="44673"/>
                  <a:pt x="2760762" y="34577"/>
                  <a:pt x="2765525" y="25747"/>
                </a:cubicBezTo>
                <a:cubicBezTo>
                  <a:pt x="2770287" y="16916"/>
                  <a:pt x="2777257" y="10145"/>
                  <a:pt x="2786435" y="5432"/>
                </a:cubicBezTo>
                <a:cubicBezTo>
                  <a:pt x="2793430" y="1810"/>
                  <a:pt x="2802136" y="0"/>
                  <a:pt x="2812554" y="0"/>
                </a:cubicBezTo>
                <a:cubicBezTo>
                  <a:pt x="2826098" y="0"/>
                  <a:pt x="2836677" y="2840"/>
                  <a:pt x="2844292" y="8520"/>
                </a:cubicBezTo>
                <a:cubicBezTo>
                  <a:pt x="2851907" y="14200"/>
                  <a:pt x="2856806" y="22051"/>
                  <a:pt x="2858989" y="32072"/>
                </a:cubicBezTo>
                <a:lnTo>
                  <a:pt x="2837111" y="36165"/>
                </a:lnTo>
                <a:cubicBezTo>
                  <a:pt x="2835573" y="30807"/>
                  <a:pt x="2832683" y="26578"/>
                  <a:pt x="2828442" y="23477"/>
                </a:cubicBezTo>
                <a:cubicBezTo>
                  <a:pt x="2824200" y="20377"/>
                  <a:pt x="2818904" y="18826"/>
                  <a:pt x="2812554" y="18826"/>
                </a:cubicBezTo>
                <a:cubicBezTo>
                  <a:pt x="2802930" y="18826"/>
                  <a:pt x="2795278" y="21877"/>
                  <a:pt x="2789598" y="27979"/>
                </a:cubicBezTo>
                <a:cubicBezTo>
                  <a:pt x="2783918" y="34081"/>
                  <a:pt x="2781077" y="43135"/>
                  <a:pt x="2781077" y="55140"/>
                </a:cubicBezTo>
                <a:cubicBezTo>
                  <a:pt x="2781077" y="68089"/>
                  <a:pt x="2783955" y="77800"/>
                  <a:pt x="2789709" y="84274"/>
                </a:cubicBezTo>
                <a:cubicBezTo>
                  <a:pt x="2795464" y="90748"/>
                  <a:pt x="2803005" y="93985"/>
                  <a:pt x="2812331" y="93985"/>
                </a:cubicBezTo>
                <a:cubicBezTo>
                  <a:pt x="2816945" y="93985"/>
                  <a:pt x="2821571" y="93079"/>
                  <a:pt x="2826209" y="91268"/>
                </a:cubicBezTo>
                <a:cubicBezTo>
                  <a:pt x="2830848" y="89458"/>
                  <a:pt x="2834829" y="87263"/>
                  <a:pt x="2838153" y="84683"/>
                </a:cubicBezTo>
                <a:lnTo>
                  <a:pt x="2838153" y="70842"/>
                </a:lnTo>
                <a:lnTo>
                  <a:pt x="2812927" y="70842"/>
                </a:lnTo>
                <a:lnTo>
                  <a:pt x="2812927" y="52462"/>
                </a:lnTo>
                <a:lnTo>
                  <a:pt x="2860403" y="52462"/>
                </a:lnTo>
                <a:lnTo>
                  <a:pt x="2860403" y="95919"/>
                </a:lnTo>
                <a:cubicBezTo>
                  <a:pt x="2855789" y="100384"/>
                  <a:pt x="2849104" y="104316"/>
                  <a:pt x="2840348" y="107714"/>
                </a:cubicBezTo>
                <a:cubicBezTo>
                  <a:pt x="2831592" y="111112"/>
                  <a:pt x="2822724" y="112811"/>
                  <a:pt x="2813745" y="112811"/>
                </a:cubicBezTo>
                <a:cubicBezTo>
                  <a:pt x="2802335" y="112811"/>
                  <a:pt x="2792388" y="110418"/>
                  <a:pt x="2783905" y="105630"/>
                </a:cubicBezTo>
                <a:cubicBezTo>
                  <a:pt x="2775422" y="100843"/>
                  <a:pt x="2769047" y="93997"/>
                  <a:pt x="2764781" y="85092"/>
                </a:cubicBezTo>
                <a:cubicBezTo>
                  <a:pt x="2760514" y="76187"/>
                  <a:pt x="2758381" y="66501"/>
                  <a:pt x="2758381" y="56033"/>
                </a:cubicBezTo>
                <a:close/>
                <a:moveTo>
                  <a:pt x="2656583" y="56331"/>
                </a:moveTo>
                <a:cubicBezTo>
                  <a:pt x="2656583" y="68684"/>
                  <a:pt x="2659435" y="78048"/>
                  <a:pt x="2665140" y="84422"/>
                </a:cubicBezTo>
                <a:cubicBezTo>
                  <a:pt x="2670845" y="90797"/>
                  <a:pt x="2678088" y="93985"/>
                  <a:pt x="2686869" y="93985"/>
                </a:cubicBezTo>
                <a:cubicBezTo>
                  <a:pt x="2695650" y="93985"/>
                  <a:pt x="2702856" y="90822"/>
                  <a:pt x="2708486" y="84497"/>
                </a:cubicBezTo>
                <a:cubicBezTo>
                  <a:pt x="2714117" y="78172"/>
                  <a:pt x="2716932" y="68684"/>
                  <a:pt x="2716932" y="56033"/>
                </a:cubicBezTo>
                <a:cubicBezTo>
                  <a:pt x="2716932" y="43532"/>
                  <a:pt x="2714192" y="34205"/>
                  <a:pt x="2708710" y="28054"/>
                </a:cubicBezTo>
                <a:cubicBezTo>
                  <a:pt x="2703228" y="21902"/>
                  <a:pt x="2695948" y="18826"/>
                  <a:pt x="2686869" y="18826"/>
                </a:cubicBezTo>
                <a:cubicBezTo>
                  <a:pt x="2677791" y="18826"/>
                  <a:pt x="2670473" y="21939"/>
                  <a:pt x="2664917" y="28165"/>
                </a:cubicBezTo>
                <a:cubicBezTo>
                  <a:pt x="2659361" y="34391"/>
                  <a:pt x="2656583" y="43780"/>
                  <a:pt x="2656583" y="56331"/>
                </a:cubicBezTo>
                <a:close/>
                <a:moveTo>
                  <a:pt x="2633886" y="57075"/>
                </a:moveTo>
                <a:cubicBezTo>
                  <a:pt x="2633886" y="45963"/>
                  <a:pt x="2635548" y="36636"/>
                  <a:pt x="2638872" y="29096"/>
                </a:cubicBezTo>
                <a:cubicBezTo>
                  <a:pt x="2641352" y="23539"/>
                  <a:pt x="2644738" y="18554"/>
                  <a:pt x="2649030" y="14138"/>
                </a:cubicBezTo>
                <a:cubicBezTo>
                  <a:pt x="2653321" y="9723"/>
                  <a:pt x="2658021" y="6449"/>
                  <a:pt x="2663131" y="4316"/>
                </a:cubicBezTo>
                <a:cubicBezTo>
                  <a:pt x="2669927" y="1438"/>
                  <a:pt x="2677766" y="0"/>
                  <a:pt x="2686646" y="0"/>
                </a:cubicBezTo>
                <a:cubicBezTo>
                  <a:pt x="2702719" y="0"/>
                  <a:pt x="2715580" y="4985"/>
                  <a:pt x="2725230" y="14957"/>
                </a:cubicBezTo>
                <a:cubicBezTo>
                  <a:pt x="2734879" y="24928"/>
                  <a:pt x="2739703" y="38794"/>
                  <a:pt x="2739703" y="56554"/>
                </a:cubicBezTo>
                <a:cubicBezTo>
                  <a:pt x="2739703" y="74166"/>
                  <a:pt x="2734916" y="87945"/>
                  <a:pt x="2725341" y="97891"/>
                </a:cubicBezTo>
                <a:cubicBezTo>
                  <a:pt x="2715766" y="107838"/>
                  <a:pt x="2702967" y="112811"/>
                  <a:pt x="2686944" y="112811"/>
                </a:cubicBezTo>
                <a:cubicBezTo>
                  <a:pt x="2670721" y="112811"/>
                  <a:pt x="2657823" y="107863"/>
                  <a:pt x="2648248" y="97966"/>
                </a:cubicBezTo>
                <a:cubicBezTo>
                  <a:pt x="2638673" y="88069"/>
                  <a:pt x="2633886" y="74439"/>
                  <a:pt x="2633886" y="57075"/>
                </a:cubicBezTo>
                <a:close/>
                <a:moveTo>
                  <a:pt x="2534171" y="110951"/>
                </a:moveTo>
                <a:lnTo>
                  <a:pt x="2534171" y="2753"/>
                </a:lnTo>
                <a:lnTo>
                  <a:pt x="2556198" y="2753"/>
                </a:lnTo>
                <a:lnTo>
                  <a:pt x="2556198" y="92571"/>
                </a:lnTo>
                <a:lnTo>
                  <a:pt x="2610967" y="92571"/>
                </a:lnTo>
                <a:lnTo>
                  <a:pt x="2610967" y="110951"/>
                </a:lnTo>
                <a:close/>
                <a:moveTo>
                  <a:pt x="2437508" y="56331"/>
                </a:moveTo>
                <a:cubicBezTo>
                  <a:pt x="2437508" y="68684"/>
                  <a:pt x="2440360" y="78048"/>
                  <a:pt x="2446065" y="84422"/>
                </a:cubicBezTo>
                <a:cubicBezTo>
                  <a:pt x="2451770" y="90797"/>
                  <a:pt x="2459013" y="93985"/>
                  <a:pt x="2467794" y="93985"/>
                </a:cubicBezTo>
                <a:cubicBezTo>
                  <a:pt x="2476575" y="93985"/>
                  <a:pt x="2483781" y="90822"/>
                  <a:pt x="2489411" y="84497"/>
                </a:cubicBezTo>
                <a:cubicBezTo>
                  <a:pt x="2495042" y="78172"/>
                  <a:pt x="2497857" y="68684"/>
                  <a:pt x="2497857" y="56033"/>
                </a:cubicBezTo>
                <a:cubicBezTo>
                  <a:pt x="2497857" y="43532"/>
                  <a:pt x="2495117" y="34205"/>
                  <a:pt x="2489635" y="28054"/>
                </a:cubicBezTo>
                <a:cubicBezTo>
                  <a:pt x="2484153" y="21902"/>
                  <a:pt x="2476873" y="18826"/>
                  <a:pt x="2467794" y="18826"/>
                </a:cubicBezTo>
                <a:cubicBezTo>
                  <a:pt x="2458716" y="18826"/>
                  <a:pt x="2451398" y="21939"/>
                  <a:pt x="2445842" y="28165"/>
                </a:cubicBezTo>
                <a:cubicBezTo>
                  <a:pt x="2440286" y="34391"/>
                  <a:pt x="2437508" y="43780"/>
                  <a:pt x="2437508" y="56331"/>
                </a:cubicBezTo>
                <a:close/>
                <a:moveTo>
                  <a:pt x="2414811" y="57075"/>
                </a:moveTo>
                <a:cubicBezTo>
                  <a:pt x="2414811" y="45963"/>
                  <a:pt x="2416473" y="36636"/>
                  <a:pt x="2419797" y="29096"/>
                </a:cubicBezTo>
                <a:cubicBezTo>
                  <a:pt x="2422277" y="23539"/>
                  <a:pt x="2425663" y="18554"/>
                  <a:pt x="2429955" y="14138"/>
                </a:cubicBezTo>
                <a:cubicBezTo>
                  <a:pt x="2434246" y="9723"/>
                  <a:pt x="2438946" y="6449"/>
                  <a:pt x="2444056" y="4316"/>
                </a:cubicBezTo>
                <a:cubicBezTo>
                  <a:pt x="2450852" y="1438"/>
                  <a:pt x="2458691" y="0"/>
                  <a:pt x="2467571" y="0"/>
                </a:cubicBezTo>
                <a:cubicBezTo>
                  <a:pt x="2483644" y="0"/>
                  <a:pt x="2496505" y="4985"/>
                  <a:pt x="2506155" y="14957"/>
                </a:cubicBezTo>
                <a:cubicBezTo>
                  <a:pt x="2515804" y="24928"/>
                  <a:pt x="2520628" y="38794"/>
                  <a:pt x="2520628" y="56554"/>
                </a:cubicBezTo>
                <a:cubicBezTo>
                  <a:pt x="2520628" y="74166"/>
                  <a:pt x="2515841" y="87945"/>
                  <a:pt x="2506266" y="97891"/>
                </a:cubicBezTo>
                <a:cubicBezTo>
                  <a:pt x="2496691" y="107838"/>
                  <a:pt x="2483892" y="112811"/>
                  <a:pt x="2467869" y="112811"/>
                </a:cubicBezTo>
                <a:cubicBezTo>
                  <a:pt x="2451646" y="112811"/>
                  <a:pt x="2438748" y="107863"/>
                  <a:pt x="2429173" y="97966"/>
                </a:cubicBezTo>
                <a:cubicBezTo>
                  <a:pt x="2419598" y="88069"/>
                  <a:pt x="2414811" y="74439"/>
                  <a:pt x="2414811" y="57075"/>
                </a:cubicBezTo>
                <a:close/>
                <a:moveTo>
                  <a:pt x="2305199" y="110951"/>
                </a:moveTo>
                <a:lnTo>
                  <a:pt x="2305199" y="1860"/>
                </a:lnTo>
                <a:lnTo>
                  <a:pt x="2326631" y="1860"/>
                </a:lnTo>
                <a:lnTo>
                  <a:pt x="2371279" y="74711"/>
                </a:lnTo>
                <a:lnTo>
                  <a:pt x="2371279" y="1860"/>
                </a:lnTo>
                <a:lnTo>
                  <a:pt x="2391743" y="1860"/>
                </a:lnTo>
                <a:lnTo>
                  <a:pt x="2391743" y="110951"/>
                </a:lnTo>
                <a:lnTo>
                  <a:pt x="2369642" y="110951"/>
                </a:lnTo>
                <a:lnTo>
                  <a:pt x="2325663" y="39811"/>
                </a:lnTo>
                <a:lnTo>
                  <a:pt x="2325663" y="110951"/>
                </a:lnTo>
                <a:close/>
                <a:moveTo>
                  <a:pt x="2190751" y="110951"/>
                </a:moveTo>
                <a:lnTo>
                  <a:pt x="2190751" y="1860"/>
                </a:lnTo>
                <a:lnTo>
                  <a:pt x="2212777" y="1860"/>
                </a:lnTo>
                <a:lnTo>
                  <a:pt x="2212777" y="44797"/>
                </a:lnTo>
                <a:lnTo>
                  <a:pt x="2255937" y="44797"/>
                </a:lnTo>
                <a:lnTo>
                  <a:pt x="2255937" y="1860"/>
                </a:lnTo>
                <a:lnTo>
                  <a:pt x="2277964" y="1860"/>
                </a:lnTo>
                <a:lnTo>
                  <a:pt x="2277964" y="110951"/>
                </a:lnTo>
                <a:lnTo>
                  <a:pt x="2255937" y="110951"/>
                </a:lnTo>
                <a:lnTo>
                  <a:pt x="2255937" y="63252"/>
                </a:lnTo>
                <a:lnTo>
                  <a:pt x="2212777" y="63252"/>
                </a:lnTo>
                <a:lnTo>
                  <a:pt x="2212777" y="110951"/>
                </a:lnTo>
                <a:close/>
                <a:moveTo>
                  <a:pt x="2072507" y="57373"/>
                </a:moveTo>
                <a:cubicBezTo>
                  <a:pt x="2072507" y="39216"/>
                  <a:pt x="2077195" y="25114"/>
                  <a:pt x="2086571" y="15068"/>
                </a:cubicBezTo>
                <a:cubicBezTo>
                  <a:pt x="2095947" y="5023"/>
                  <a:pt x="2108275" y="0"/>
                  <a:pt x="2123555" y="0"/>
                </a:cubicBezTo>
                <a:cubicBezTo>
                  <a:pt x="2136899" y="0"/>
                  <a:pt x="2147739" y="3944"/>
                  <a:pt x="2156074" y="11831"/>
                </a:cubicBezTo>
                <a:cubicBezTo>
                  <a:pt x="2161034" y="16495"/>
                  <a:pt x="2164755" y="23192"/>
                  <a:pt x="2167236" y="31923"/>
                </a:cubicBezTo>
                <a:lnTo>
                  <a:pt x="2145432" y="37132"/>
                </a:lnTo>
                <a:cubicBezTo>
                  <a:pt x="2144142" y="31477"/>
                  <a:pt x="2141451" y="27012"/>
                  <a:pt x="2137358" y="23738"/>
                </a:cubicBezTo>
                <a:cubicBezTo>
                  <a:pt x="2133266" y="20463"/>
                  <a:pt x="2128292" y="18826"/>
                  <a:pt x="2122438" y="18826"/>
                </a:cubicBezTo>
                <a:cubicBezTo>
                  <a:pt x="2114352" y="18826"/>
                  <a:pt x="2107791" y="21729"/>
                  <a:pt x="2102756" y="27533"/>
                </a:cubicBezTo>
                <a:cubicBezTo>
                  <a:pt x="2097720" y="33337"/>
                  <a:pt x="2095203" y="42738"/>
                  <a:pt x="2095203" y="55736"/>
                </a:cubicBezTo>
                <a:cubicBezTo>
                  <a:pt x="2095203" y="69527"/>
                  <a:pt x="2097683" y="79350"/>
                  <a:pt x="2102644" y="85204"/>
                </a:cubicBezTo>
                <a:cubicBezTo>
                  <a:pt x="2107605" y="91058"/>
                  <a:pt x="2114054" y="93985"/>
                  <a:pt x="2121992" y="93985"/>
                </a:cubicBezTo>
                <a:cubicBezTo>
                  <a:pt x="2127846" y="93985"/>
                  <a:pt x="2132881" y="92124"/>
                  <a:pt x="2137098" y="88404"/>
                </a:cubicBezTo>
                <a:cubicBezTo>
                  <a:pt x="2141315" y="84683"/>
                  <a:pt x="2144341" y="78829"/>
                  <a:pt x="2146177" y="70842"/>
                </a:cubicBezTo>
                <a:lnTo>
                  <a:pt x="2167533" y="77613"/>
                </a:lnTo>
                <a:cubicBezTo>
                  <a:pt x="2164259" y="89520"/>
                  <a:pt x="2158814" y="98363"/>
                  <a:pt x="2151199" y="104142"/>
                </a:cubicBezTo>
                <a:cubicBezTo>
                  <a:pt x="2143584" y="109922"/>
                  <a:pt x="2133923" y="112811"/>
                  <a:pt x="2122215" y="112811"/>
                </a:cubicBezTo>
                <a:cubicBezTo>
                  <a:pt x="2107729" y="112811"/>
                  <a:pt x="2095823" y="107863"/>
                  <a:pt x="2086496" y="97966"/>
                </a:cubicBezTo>
                <a:cubicBezTo>
                  <a:pt x="2077170" y="88069"/>
                  <a:pt x="2072507" y="74538"/>
                  <a:pt x="2072507" y="57373"/>
                </a:cubicBezTo>
                <a:close/>
                <a:moveTo>
                  <a:pt x="1971601" y="110951"/>
                </a:moveTo>
                <a:lnTo>
                  <a:pt x="1971601" y="1860"/>
                </a:lnTo>
                <a:lnTo>
                  <a:pt x="2052489" y="1860"/>
                </a:lnTo>
                <a:lnTo>
                  <a:pt x="2052489" y="20315"/>
                </a:lnTo>
                <a:lnTo>
                  <a:pt x="1993628" y="20315"/>
                </a:lnTo>
                <a:lnTo>
                  <a:pt x="1993628" y="44499"/>
                </a:lnTo>
                <a:lnTo>
                  <a:pt x="2048396" y="44499"/>
                </a:lnTo>
                <a:lnTo>
                  <a:pt x="2048396" y="62880"/>
                </a:lnTo>
                <a:lnTo>
                  <a:pt x="1993628" y="62880"/>
                </a:lnTo>
                <a:lnTo>
                  <a:pt x="1993628" y="92571"/>
                </a:lnTo>
                <a:lnTo>
                  <a:pt x="2054573" y="92571"/>
                </a:lnTo>
                <a:lnTo>
                  <a:pt x="2054573" y="110951"/>
                </a:lnTo>
                <a:close/>
                <a:moveTo>
                  <a:pt x="1868537" y="20315"/>
                </a:moveTo>
                <a:lnTo>
                  <a:pt x="1868537" y="1860"/>
                </a:lnTo>
                <a:lnTo>
                  <a:pt x="1955230" y="1860"/>
                </a:lnTo>
                <a:lnTo>
                  <a:pt x="1955230" y="20315"/>
                </a:lnTo>
                <a:lnTo>
                  <a:pt x="1922934" y="20315"/>
                </a:lnTo>
                <a:lnTo>
                  <a:pt x="1922934" y="110951"/>
                </a:lnTo>
                <a:lnTo>
                  <a:pt x="1900908" y="110951"/>
                </a:lnTo>
                <a:lnTo>
                  <a:pt x="1900908" y="20315"/>
                </a:lnTo>
                <a:close/>
                <a:moveTo>
                  <a:pt x="1705050" y="110951"/>
                </a:moveTo>
                <a:lnTo>
                  <a:pt x="1705050" y="1860"/>
                </a:lnTo>
                <a:lnTo>
                  <a:pt x="1779836" y="1860"/>
                </a:lnTo>
                <a:lnTo>
                  <a:pt x="1779836" y="20315"/>
                </a:lnTo>
                <a:lnTo>
                  <a:pt x="1727076" y="20315"/>
                </a:lnTo>
                <a:lnTo>
                  <a:pt x="1727076" y="46136"/>
                </a:lnTo>
                <a:lnTo>
                  <a:pt x="1772618" y="46136"/>
                </a:lnTo>
                <a:lnTo>
                  <a:pt x="1772618" y="64591"/>
                </a:lnTo>
                <a:lnTo>
                  <a:pt x="1727076" y="64591"/>
                </a:lnTo>
                <a:lnTo>
                  <a:pt x="1727076" y="110951"/>
                </a:lnTo>
                <a:close/>
                <a:moveTo>
                  <a:pt x="1608832" y="56331"/>
                </a:moveTo>
                <a:cubicBezTo>
                  <a:pt x="1608832" y="68684"/>
                  <a:pt x="1611685" y="78048"/>
                  <a:pt x="1617390" y="84422"/>
                </a:cubicBezTo>
                <a:cubicBezTo>
                  <a:pt x="1623095" y="90797"/>
                  <a:pt x="1630338" y="93985"/>
                  <a:pt x="1639119" y="93985"/>
                </a:cubicBezTo>
                <a:cubicBezTo>
                  <a:pt x="1647900" y="93985"/>
                  <a:pt x="1655105" y="90822"/>
                  <a:pt x="1660736" y="84497"/>
                </a:cubicBezTo>
                <a:cubicBezTo>
                  <a:pt x="1666367" y="78172"/>
                  <a:pt x="1669182" y="68684"/>
                  <a:pt x="1669182" y="56033"/>
                </a:cubicBezTo>
                <a:cubicBezTo>
                  <a:pt x="1669182" y="43532"/>
                  <a:pt x="1666441" y="34205"/>
                  <a:pt x="1660959" y="28054"/>
                </a:cubicBezTo>
                <a:cubicBezTo>
                  <a:pt x="1655478" y="21902"/>
                  <a:pt x="1648197" y="18826"/>
                  <a:pt x="1639119" y="18826"/>
                </a:cubicBezTo>
                <a:cubicBezTo>
                  <a:pt x="1630040" y="18826"/>
                  <a:pt x="1622723" y="21939"/>
                  <a:pt x="1617167" y="28165"/>
                </a:cubicBezTo>
                <a:cubicBezTo>
                  <a:pt x="1611610" y="34391"/>
                  <a:pt x="1608832" y="43780"/>
                  <a:pt x="1608832" y="56331"/>
                </a:cubicBezTo>
                <a:close/>
                <a:moveTo>
                  <a:pt x="1586136" y="57075"/>
                </a:moveTo>
                <a:cubicBezTo>
                  <a:pt x="1586136" y="45963"/>
                  <a:pt x="1587798" y="36636"/>
                  <a:pt x="1591122" y="29096"/>
                </a:cubicBezTo>
                <a:cubicBezTo>
                  <a:pt x="1593602" y="23539"/>
                  <a:pt x="1596988" y="18554"/>
                  <a:pt x="1601279" y="14138"/>
                </a:cubicBezTo>
                <a:cubicBezTo>
                  <a:pt x="1605571" y="9723"/>
                  <a:pt x="1610271" y="6449"/>
                  <a:pt x="1615381" y="4316"/>
                </a:cubicBezTo>
                <a:cubicBezTo>
                  <a:pt x="1622177" y="1438"/>
                  <a:pt x="1630016" y="0"/>
                  <a:pt x="1638896" y="0"/>
                </a:cubicBezTo>
                <a:cubicBezTo>
                  <a:pt x="1654969" y="0"/>
                  <a:pt x="1667830" y="4985"/>
                  <a:pt x="1677479" y="14957"/>
                </a:cubicBezTo>
                <a:cubicBezTo>
                  <a:pt x="1687128" y="24928"/>
                  <a:pt x="1691953" y="38794"/>
                  <a:pt x="1691953" y="56554"/>
                </a:cubicBezTo>
                <a:cubicBezTo>
                  <a:pt x="1691953" y="74166"/>
                  <a:pt x="1687166" y="87945"/>
                  <a:pt x="1677591" y="97891"/>
                </a:cubicBezTo>
                <a:cubicBezTo>
                  <a:pt x="1668016" y="107838"/>
                  <a:pt x="1655217" y="112811"/>
                  <a:pt x="1639193" y="112811"/>
                </a:cubicBezTo>
                <a:cubicBezTo>
                  <a:pt x="1622971" y="112811"/>
                  <a:pt x="1610073" y="107863"/>
                  <a:pt x="1600498" y="97966"/>
                </a:cubicBezTo>
                <a:cubicBezTo>
                  <a:pt x="1590923" y="88069"/>
                  <a:pt x="1586136" y="74439"/>
                  <a:pt x="1586136" y="57075"/>
                </a:cubicBezTo>
                <a:close/>
                <a:moveTo>
                  <a:pt x="1400101" y="110951"/>
                </a:moveTo>
                <a:lnTo>
                  <a:pt x="1400101" y="1860"/>
                </a:lnTo>
                <a:lnTo>
                  <a:pt x="1480989" y="1860"/>
                </a:lnTo>
                <a:lnTo>
                  <a:pt x="1480989" y="20315"/>
                </a:lnTo>
                <a:lnTo>
                  <a:pt x="1422128" y="20315"/>
                </a:lnTo>
                <a:lnTo>
                  <a:pt x="1422128" y="44499"/>
                </a:lnTo>
                <a:lnTo>
                  <a:pt x="1476896" y="44499"/>
                </a:lnTo>
                <a:lnTo>
                  <a:pt x="1476896" y="62880"/>
                </a:lnTo>
                <a:lnTo>
                  <a:pt x="1422128" y="62880"/>
                </a:lnTo>
                <a:lnTo>
                  <a:pt x="1422128" y="92571"/>
                </a:lnTo>
                <a:lnTo>
                  <a:pt x="1483073" y="92571"/>
                </a:lnTo>
                <a:lnTo>
                  <a:pt x="1483073" y="110951"/>
                </a:lnTo>
                <a:close/>
                <a:moveTo>
                  <a:pt x="1297037" y="20315"/>
                </a:moveTo>
                <a:lnTo>
                  <a:pt x="1297037" y="1860"/>
                </a:lnTo>
                <a:lnTo>
                  <a:pt x="1383730" y="1860"/>
                </a:lnTo>
                <a:lnTo>
                  <a:pt x="1383730" y="20315"/>
                </a:lnTo>
                <a:lnTo>
                  <a:pt x="1351434" y="20315"/>
                </a:lnTo>
                <a:lnTo>
                  <a:pt x="1351434" y="110951"/>
                </a:lnTo>
                <a:lnTo>
                  <a:pt x="1329408" y="110951"/>
                </a:lnTo>
                <a:lnTo>
                  <a:pt x="1329408" y="20315"/>
                </a:lnTo>
                <a:close/>
                <a:moveTo>
                  <a:pt x="1190402" y="60052"/>
                </a:moveTo>
                <a:lnTo>
                  <a:pt x="1190402" y="1860"/>
                </a:lnTo>
                <a:lnTo>
                  <a:pt x="1212429" y="1860"/>
                </a:lnTo>
                <a:lnTo>
                  <a:pt x="1212429" y="60945"/>
                </a:lnTo>
                <a:cubicBezTo>
                  <a:pt x="1212429" y="70321"/>
                  <a:pt x="1212701" y="76398"/>
                  <a:pt x="1213247" y="79176"/>
                </a:cubicBezTo>
                <a:cubicBezTo>
                  <a:pt x="1214190" y="83641"/>
                  <a:pt x="1216435" y="87225"/>
                  <a:pt x="1219982" y="89929"/>
                </a:cubicBezTo>
                <a:cubicBezTo>
                  <a:pt x="1223529" y="92633"/>
                  <a:pt x="1228378" y="93985"/>
                  <a:pt x="1234530" y="93985"/>
                </a:cubicBezTo>
                <a:cubicBezTo>
                  <a:pt x="1240780" y="93985"/>
                  <a:pt x="1245493" y="92707"/>
                  <a:pt x="1248668" y="90152"/>
                </a:cubicBezTo>
                <a:cubicBezTo>
                  <a:pt x="1251843" y="87597"/>
                  <a:pt x="1253753" y="84460"/>
                  <a:pt x="1254398" y="80739"/>
                </a:cubicBezTo>
                <a:cubicBezTo>
                  <a:pt x="1255043" y="77018"/>
                  <a:pt x="1255366" y="70842"/>
                  <a:pt x="1255366" y="62210"/>
                </a:cubicBezTo>
                <a:lnTo>
                  <a:pt x="1255366" y="1860"/>
                </a:lnTo>
                <a:lnTo>
                  <a:pt x="1277392" y="1860"/>
                </a:lnTo>
                <a:lnTo>
                  <a:pt x="1277392" y="59159"/>
                </a:lnTo>
                <a:cubicBezTo>
                  <a:pt x="1277392" y="72256"/>
                  <a:pt x="1276797" y="81508"/>
                  <a:pt x="1275606" y="86915"/>
                </a:cubicBezTo>
                <a:cubicBezTo>
                  <a:pt x="1274416" y="92323"/>
                  <a:pt x="1272220" y="96887"/>
                  <a:pt x="1269021" y="100607"/>
                </a:cubicBezTo>
                <a:cubicBezTo>
                  <a:pt x="1265821" y="104328"/>
                  <a:pt x="1261542" y="107292"/>
                  <a:pt x="1256184" y="109500"/>
                </a:cubicBezTo>
                <a:cubicBezTo>
                  <a:pt x="1250826" y="111708"/>
                  <a:pt x="1243831" y="112811"/>
                  <a:pt x="1235199" y="112811"/>
                </a:cubicBezTo>
                <a:cubicBezTo>
                  <a:pt x="1224781" y="112811"/>
                  <a:pt x="1216881" y="111608"/>
                  <a:pt x="1211498" y="109202"/>
                </a:cubicBezTo>
                <a:cubicBezTo>
                  <a:pt x="1206116" y="106796"/>
                  <a:pt x="1201862" y="103671"/>
                  <a:pt x="1198736" y="99826"/>
                </a:cubicBezTo>
                <a:cubicBezTo>
                  <a:pt x="1195611" y="95981"/>
                  <a:pt x="1193552" y="91951"/>
                  <a:pt x="1192560" y="87734"/>
                </a:cubicBezTo>
                <a:cubicBezTo>
                  <a:pt x="1191121" y="81483"/>
                  <a:pt x="1190402" y="72256"/>
                  <a:pt x="1190402" y="60052"/>
                </a:cubicBezTo>
                <a:close/>
                <a:moveTo>
                  <a:pt x="1087487" y="20315"/>
                </a:moveTo>
                <a:lnTo>
                  <a:pt x="1087487" y="1860"/>
                </a:lnTo>
                <a:lnTo>
                  <a:pt x="1174180" y="1860"/>
                </a:lnTo>
                <a:lnTo>
                  <a:pt x="1174180" y="20315"/>
                </a:lnTo>
                <a:lnTo>
                  <a:pt x="1141884" y="20315"/>
                </a:lnTo>
                <a:lnTo>
                  <a:pt x="1141884" y="110951"/>
                </a:lnTo>
                <a:lnTo>
                  <a:pt x="1119858" y="110951"/>
                </a:lnTo>
                <a:lnTo>
                  <a:pt x="1119858" y="20315"/>
                </a:lnTo>
                <a:close/>
                <a:moveTo>
                  <a:pt x="1056531" y="110951"/>
                </a:moveTo>
                <a:lnTo>
                  <a:pt x="1056531" y="1860"/>
                </a:lnTo>
                <a:lnTo>
                  <a:pt x="1078558" y="1860"/>
                </a:lnTo>
                <a:lnTo>
                  <a:pt x="1078558" y="110951"/>
                </a:lnTo>
                <a:close/>
                <a:moveTo>
                  <a:pt x="954137" y="20315"/>
                </a:moveTo>
                <a:lnTo>
                  <a:pt x="954137" y="1860"/>
                </a:lnTo>
                <a:lnTo>
                  <a:pt x="1040830" y="1860"/>
                </a:lnTo>
                <a:lnTo>
                  <a:pt x="1040830" y="20315"/>
                </a:lnTo>
                <a:lnTo>
                  <a:pt x="1008534" y="20315"/>
                </a:lnTo>
                <a:lnTo>
                  <a:pt x="1008534" y="110951"/>
                </a:lnTo>
                <a:lnTo>
                  <a:pt x="986508" y="110951"/>
                </a:lnTo>
                <a:lnTo>
                  <a:pt x="986508" y="20315"/>
                </a:lnTo>
                <a:close/>
                <a:moveTo>
                  <a:pt x="851595" y="75455"/>
                </a:moveTo>
                <a:lnTo>
                  <a:pt x="873026" y="73372"/>
                </a:lnTo>
                <a:cubicBezTo>
                  <a:pt x="874316" y="80565"/>
                  <a:pt x="876933" y="85849"/>
                  <a:pt x="880877" y="89222"/>
                </a:cubicBezTo>
                <a:cubicBezTo>
                  <a:pt x="884821" y="92596"/>
                  <a:pt x="890141" y="94282"/>
                  <a:pt x="896839" y="94282"/>
                </a:cubicBezTo>
                <a:cubicBezTo>
                  <a:pt x="903933" y="94282"/>
                  <a:pt x="909278" y="92782"/>
                  <a:pt x="912875" y="89780"/>
                </a:cubicBezTo>
                <a:cubicBezTo>
                  <a:pt x="916471" y="86779"/>
                  <a:pt x="918270" y="83269"/>
                  <a:pt x="918270" y="79251"/>
                </a:cubicBezTo>
                <a:cubicBezTo>
                  <a:pt x="918270" y="76671"/>
                  <a:pt x="917513" y="74476"/>
                  <a:pt x="916000" y="72665"/>
                </a:cubicBezTo>
                <a:cubicBezTo>
                  <a:pt x="914487" y="70854"/>
                  <a:pt x="911845" y="69279"/>
                  <a:pt x="908075" y="67940"/>
                </a:cubicBezTo>
                <a:cubicBezTo>
                  <a:pt x="905495" y="67047"/>
                  <a:pt x="899617" y="65459"/>
                  <a:pt x="890439" y="63177"/>
                </a:cubicBezTo>
                <a:cubicBezTo>
                  <a:pt x="878632" y="60250"/>
                  <a:pt x="870347" y="56654"/>
                  <a:pt x="865585" y="52387"/>
                </a:cubicBezTo>
                <a:cubicBezTo>
                  <a:pt x="858887" y="46384"/>
                  <a:pt x="855539" y="39067"/>
                  <a:pt x="855539" y="30435"/>
                </a:cubicBezTo>
                <a:cubicBezTo>
                  <a:pt x="855539" y="24879"/>
                  <a:pt x="857114" y="19682"/>
                  <a:pt x="860264" y="14845"/>
                </a:cubicBezTo>
                <a:cubicBezTo>
                  <a:pt x="863414" y="10008"/>
                  <a:pt x="867954" y="6325"/>
                  <a:pt x="873882" y="3795"/>
                </a:cubicBezTo>
                <a:cubicBezTo>
                  <a:pt x="879810" y="1265"/>
                  <a:pt x="886966" y="0"/>
                  <a:pt x="895350" y="0"/>
                </a:cubicBezTo>
                <a:cubicBezTo>
                  <a:pt x="909042" y="0"/>
                  <a:pt x="919349" y="3001"/>
                  <a:pt x="926269" y="9004"/>
                </a:cubicBezTo>
                <a:cubicBezTo>
                  <a:pt x="933190" y="15006"/>
                  <a:pt x="936824" y="23018"/>
                  <a:pt x="937171" y="33039"/>
                </a:cubicBezTo>
                <a:lnTo>
                  <a:pt x="915144" y="34007"/>
                </a:lnTo>
                <a:cubicBezTo>
                  <a:pt x="914202" y="28401"/>
                  <a:pt x="912180" y="24370"/>
                  <a:pt x="909080" y="21915"/>
                </a:cubicBezTo>
                <a:cubicBezTo>
                  <a:pt x="905979" y="19459"/>
                  <a:pt x="901328" y="18231"/>
                  <a:pt x="895127" y="18231"/>
                </a:cubicBezTo>
                <a:cubicBezTo>
                  <a:pt x="888727" y="18231"/>
                  <a:pt x="883717" y="19546"/>
                  <a:pt x="880095" y="22175"/>
                </a:cubicBezTo>
                <a:cubicBezTo>
                  <a:pt x="877764" y="23862"/>
                  <a:pt x="876598" y="26119"/>
                  <a:pt x="876598" y="28947"/>
                </a:cubicBezTo>
                <a:cubicBezTo>
                  <a:pt x="876598" y="31526"/>
                  <a:pt x="877689" y="33734"/>
                  <a:pt x="879872" y="35570"/>
                </a:cubicBezTo>
                <a:cubicBezTo>
                  <a:pt x="882650" y="37901"/>
                  <a:pt x="889397" y="40332"/>
                  <a:pt x="900113" y="42862"/>
                </a:cubicBezTo>
                <a:cubicBezTo>
                  <a:pt x="910828" y="45392"/>
                  <a:pt x="918753" y="48009"/>
                  <a:pt x="923888" y="50713"/>
                </a:cubicBezTo>
                <a:cubicBezTo>
                  <a:pt x="929023" y="53417"/>
                  <a:pt x="933041" y="57112"/>
                  <a:pt x="935943" y="61801"/>
                </a:cubicBezTo>
                <a:cubicBezTo>
                  <a:pt x="938845" y="66489"/>
                  <a:pt x="940296" y="72281"/>
                  <a:pt x="940296" y="79176"/>
                </a:cubicBezTo>
                <a:cubicBezTo>
                  <a:pt x="940296" y="85427"/>
                  <a:pt x="938560" y="91281"/>
                  <a:pt x="935087" y="96738"/>
                </a:cubicBezTo>
                <a:cubicBezTo>
                  <a:pt x="931615" y="102195"/>
                  <a:pt x="926703" y="106251"/>
                  <a:pt x="920353" y="108905"/>
                </a:cubicBezTo>
                <a:cubicBezTo>
                  <a:pt x="914003" y="111559"/>
                  <a:pt x="906091" y="112886"/>
                  <a:pt x="896615" y="112886"/>
                </a:cubicBezTo>
                <a:cubicBezTo>
                  <a:pt x="882824" y="112886"/>
                  <a:pt x="872232" y="109698"/>
                  <a:pt x="864840" y="103324"/>
                </a:cubicBezTo>
                <a:cubicBezTo>
                  <a:pt x="857449" y="96949"/>
                  <a:pt x="853034" y="87659"/>
                  <a:pt x="851595" y="75455"/>
                </a:cubicBezTo>
                <a:close/>
                <a:moveTo>
                  <a:pt x="743099" y="110951"/>
                </a:moveTo>
                <a:lnTo>
                  <a:pt x="743099" y="1860"/>
                </a:lnTo>
                <a:lnTo>
                  <a:pt x="764530" y="1860"/>
                </a:lnTo>
                <a:lnTo>
                  <a:pt x="809179" y="74711"/>
                </a:lnTo>
                <a:lnTo>
                  <a:pt x="809179" y="1860"/>
                </a:lnTo>
                <a:lnTo>
                  <a:pt x="829643" y="1860"/>
                </a:lnTo>
                <a:lnTo>
                  <a:pt x="829643" y="110951"/>
                </a:lnTo>
                <a:lnTo>
                  <a:pt x="807542" y="110951"/>
                </a:lnTo>
                <a:lnTo>
                  <a:pt x="763563" y="39811"/>
                </a:lnTo>
                <a:lnTo>
                  <a:pt x="763563" y="110951"/>
                </a:lnTo>
                <a:close/>
                <a:moveTo>
                  <a:pt x="704106" y="110951"/>
                </a:moveTo>
                <a:lnTo>
                  <a:pt x="704106" y="1860"/>
                </a:lnTo>
                <a:lnTo>
                  <a:pt x="726133" y="1860"/>
                </a:lnTo>
                <a:lnTo>
                  <a:pt x="726133" y="110951"/>
                </a:lnTo>
                <a:close/>
                <a:moveTo>
                  <a:pt x="500956" y="56033"/>
                </a:moveTo>
                <a:cubicBezTo>
                  <a:pt x="500956" y="44673"/>
                  <a:pt x="503337" y="34577"/>
                  <a:pt x="508099" y="25747"/>
                </a:cubicBezTo>
                <a:cubicBezTo>
                  <a:pt x="512862" y="16916"/>
                  <a:pt x="519832" y="10145"/>
                  <a:pt x="529010" y="5432"/>
                </a:cubicBezTo>
                <a:cubicBezTo>
                  <a:pt x="536005" y="1810"/>
                  <a:pt x="544711" y="0"/>
                  <a:pt x="555129" y="0"/>
                </a:cubicBezTo>
                <a:cubicBezTo>
                  <a:pt x="568673" y="0"/>
                  <a:pt x="579252" y="2840"/>
                  <a:pt x="586867" y="8520"/>
                </a:cubicBezTo>
                <a:cubicBezTo>
                  <a:pt x="594482" y="14200"/>
                  <a:pt x="599381" y="22051"/>
                  <a:pt x="601564" y="32072"/>
                </a:cubicBezTo>
                <a:lnTo>
                  <a:pt x="579686" y="36165"/>
                </a:lnTo>
                <a:cubicBezTo>
                  <a:pt x="578148" y="30807"/>
                  <a:pt x="575258" y="26578"/>
                  <a:pt x="571017" y="23477"/>
                </a:cubicBezTo>
                <a:cubicBezTo>
                  <a:pt x="566775" y="20377"/>
                  <a:pt x="561479" y="18826"/>
                  <a:pt x="555129" y="18826"/>
                </a:cubicBezTo>
                <a:cubicBezTo>
                  <a:pt x="545505" y="18826"/>
                  <a:pt x="537853" y="21877"/>
                  <a:pt x="532172" y="27979"/>
                </a:cubicBezTo>
                <a:cubicBezTo>
                  <a:pt x="526492" y="34081"/>
                  <a:pt x="523652" y="43135"/>
                  <a:pt x="523652" y="55140"/>
                </a:cubicBezTo>
                <a:cubicBezTo>
                  <a:pt x="523652" y="68089"/>
                  <a:pt x="526529" y="77800"/>
                  <a:pt x="532284" y="84274"/>
                </a:cubicBezTo>
                <a:cubicBezTo>
                  <a:pt x="538039" y="90748"/>
                  <a:pt x="545579" y="93985"/>
                  <a:pt x="554906" y="93985"/>
                </a:cubicBezTo>
                <a:cubicBezTo>
                  <a:pt x="559520" y="93985"/>
                  <a:pt x="564146" y="93079"/>
                  <a:pt x="568784" y="91268"/>
                </a:cubicBezTo>
                <a:cubicBezTo>
                  <a:pt x="573423" y="89458"/>
                  <a:pt x="577404" y="87263"/>
                  <a:pt x="580728" y="84683"/>
                </a:cubicBezTo>
                <a:lnTo>
                  <a:pt x="580728" y="70842"/>
                </a:lnTo>
                <a:lnTo>
                  <a:pt x="555501" y="70842"/>
                </a:lnTo>
                <a:lnTo>
                  <a:pt x="555501" y="52462"/>
                </a:lnTo>
                <a:lnTo>
                  <a:pt x="602977" y="52462"/>
                </a:lnTo>
                <a:lnTo>
                  <a:pt x="602977" y="95919"/>
                </a:lnTo>
                <a:cubicBezTo>
                  <a:pt x="598364" y="100384"/>
                  <a:pt x="591679" y="104316"/>
                  <a:pt x="582923" y="107714"/>
                </a:cubicBezTo>
                <a:cubicBezTo>
                  <a:pt x="574167" y="111112"/>
                  <a:pt x="565299" y="112811"/>
                  <a:pt x="556320" y="112811"/>
                </a:cubicBezTo>
                <a:cubicBezTo>
                  <a:pt x="544910" y="112811"/>
                  <a:pt x="534963" y="110418"/>
                  <a:pt x="526480" y="105630"/>
                </a:cubicBezTo>
                <a:cubicBezTo>
                  <a:pt x="517997" y="100843"/>
                  <a:pt x="511622" y="93997"/>
                  <a:pt x="507355" y="85092"/>
                </a:cubicBezTo>
                <a:cubicBezTo>
                  <a:pt x="503089" y="76187"/>
                  <a:pt x="500956" y="66501"/>
                  <a:pt x="500956" y="56033"/>
                </a:cubicBezTo>
                <a:close/>
                <a:moveTo>
                  <a:pt x="381149" y="110951"/>
                </a:moveTo>
                <a:lnTo>
                  <a:pt x="381149" y="1860"/>
                </a:lnTo>
                <a:lnTo>
                  <a:pt x="402580" y="1860"/>
                </a:lnTo>
                <a:lnTo>
                  <a:pt x="447229" y="74711"/>
                </a:lnTo>
                <a:lnTo>
                  <a:pt x="447229" y="1860"/>
                </a:lnTo>
                <a:lnTo>
                  <a:pt x="467693" y="1860"/>
                </a:lnTo>
                <a:lnTo>
                  <a:pt x="467693" y="110951"/>
                </a:lnTo>
                <a:lnTo>
                  <a:pt x="445592" y="110951"/>
                </a:lnTo>
                <a:lnTo>
                  <a:pt x="401613" y="39811"/>
                </a:lnTo>
                <a:lnTo>
                  <a:pt x="401613" y="110951"/>
                </a:lnTo>
                <a:close/>
                <a:moveTo>
                  <a:pt x="342156" y="110951"/>
                </a:moveTo>
                <a:lnTo>
                  <a:pt x="342156" y="1860"/>
                </a:lnTo>
                <a:lnTo>
                  <a:pt x="364183" y="1860"/>
                </a:lnTo>
                <a:lnTo>
                  <a:pt x="364183" y="110951"/>
                </a:lnTo>
                <a:close/>
                <a:moveTo>
                  <a:pt x="248618" y="77241"/>
                </a:moveTo>
                <a:lnTo>
                  <a:pt x="269379" y="74860"/>
                </a:lnTo>
                <a:cubicBezTo>
                  <a:pt x="269627" y="81111"/>
                  <a:pt x="270545" y="85526"/>
                  <a:pt x="272132" y="88106"/>
                </a:cubicBezTo>
                <a:cubicBezTo>
                  <a:pt x="274514" y="92025"/>
                  <a:pt x="278135" y="93985"/>
                  <a:pt x="282997" y="93985"/>
                </a:cubicBezTo>
                <a:cubicBezTo>
                  <a:pt x="287908" y="93985"/>
                  <a:pt x="291381" y="92583"/>
                  <a:pt x="293415" y="89780"/>
                </a:cubicBezTo>
                <a:cubicBezTo>
                  <a:pt x="295449" y="86977"/>
                  <a:pt x="296466" y="81161"/>
                  <a:pt x="296466" y="72330"/>
                </a:cubicBezTo>
                <a:lnTo>
                  <a:pt x="296466" y="1860"/>
                </a:lnTo>
                <a:lnTo>
                  <a:pt x="318418" y="1860"/>
                </a:lnTo>
                <a:lnTo>
                  <a:pt x="318418" y="70916"/>
                </a:lnTo>
                <a:cubicBezTo>
                  <a:pt x="318418" y="79945"/>
                  <a:pt x="317624" y="86890"/>
                  <a:pt x="316037" y="91752"/>
                </a:cubicBezTo>
                <a:cubicBezTo>
                  <a:pt x="313904" y="98102"/>
                  <a:pt x="310034" y="103200"/>
                  <a:pt x="304428" y="107044"/>
                </a:cubicBezTo>
                <a:cubicBezTo>
                  <a:pt x="298822" y="110889"/>
                  <a:pt x="291431" y="112811"/>
                  <a:pt x="282253" y="112811"/>
                </a:cubicBezTo>
                <a:cubicBezTo>
                  <a:pt x="271488" y="112811"/>
                  <a:pt x="263203" y="109798"/>
                  <a:pt x="257399" y="103770"/>
                </a:cubicBezTo>
                <a:cubicBezTo>
                  <a:pt x="251594" y="97743"/>
                  <a:pt x="248667" y="88900"/>
                  <a:pt x="248618" y="77241"/>
                </a:cubicBezTo>
                <a:close/>
                <a:moveTo>
                  <a:pt x="218331" y="110951"/>
                </a:moveTo>
                <a:lnTo>
                  <a:pt x="218331" y="1860"/>
                </a:lnTo>
                <a:lnTo>
                  <a:pt x="240358" y="1860"/>
                </a:lnTo>
                <a:lnTo>
                  <a:pt x="240358" y="110951"/>
                </a:lnTo>
                <a:close/>
                <a:moveTo>
                  <a:pt x="114226" y="110951"/>
                </a:moveTo>
                <a:lnTo>
                  <a:pt x="114226" y="1860"/>
                </a:lnTo>
                <a:lnTo>
                  <a:pt x="195114" y="1860"/>
                </a:lnTo>
                <a:lnTo>
                  <a:pt x="195114" y="20315"/>
                </a:lnTo>
                <a:lnTo>
                  <a:pt x="136252" y="20315"/>
                </a:lnTo>
                <a:lnTo>
                  <a:pt x="136252" y="44499"/>
                </a:lnTo>
                <a:lnTo>
                  <a:pt x="191021" y="44499"/>
                </a:lnTo>
                <a:lnTo>
                  <a:pt x="191021" y="62880"/>
                </a:lnTo>
                <a:lnTo>
                  <a:pt x="136252" y="62880"/>
                </a:lnTo>
                <a:lnTo>
                  <a:pt x="136252" y="92571"/>
                </a:lnTo>
                <a:lnTo>
                  <a:pt x="197198" y="92571"/>
                </a:lnTo>
                <a:lnTo>
                  <a:pt x="197198" y="110951"/>
                </a:lnTo>
                <a:close/>
                <a:moveTo>
                  <a:pt x="22027" y="45243"/>
                </a:moveTo>
                <a:lnTo>
                  <a:pt x="36463" y="45243"/>
                </a:lnTo>
                <a:cubicBezTo>
                  <a:pt x="45046" y="45243"/>
                  <a:pt x="50379" y="45119"/>
                  <a:pt x="52462" y="44871"/>
                </a:cubicBezTo>
                <a:cubicBezTo>
                  <a:pt x="56232" y="44425"/>
                  <a:pt x="59197" y="43123"/>
                  <a:pt x="61355" y="40965"/>
                </a:cubicBezTo>
                <a:cubicBezTo>
                  <a:pt x="63513" y="38807"/>
                  <a:pt x="64592" y="35966"/>
                  <a:pt x="64592" y="32444"/>
                </a:cubicBezTo>
                <a:cubicBezTo>
                  <a:pt x="64592" y="29071"/>
                  <a:pt x="63661" y="26330"/>
                  <a:pt x="61801" y="24221"/>
                </a:cubicBezTo>
                <a:cubicBezTo>
                  <a:pt x="59941" y="22113"/>
                  <a:pt x="57175" y="20836"/>
                  <a:pt x="53504" y="20389"/>
                </a:cubicBezTo>
                <a:cubicBezTo>
                  <a:pt x="51321" y="20141"/>
                  <a:pt x="45046" y="20017"/>
                  <a:pt x="34677" y="20017"/>
                </a:cubicBezTo>
                <a:lnTo>
                  <a:pt x="22027" y="20017"/>
                </a:lnTo>
                <a:close/>
                <a:moveTo>
                  <a:pt x="22027" y="92571"/>
                </a:moveTo>
                <a:lnTo>
                  <a:pt x="42416" y="92571"/>
                </a:lnTo>
                <a:cubicBezTo>
                  <a:pt x="50354" y="92571"/>
                  <a:pt x="55389" y="92347"/>
                  <a:pt x="57522" y="91901"/>
                </a:cubicBezTo>
                <a:cubicBezTo>
                  <a:pt x="60797" y="91306"/>
                  <a:pt x="63463" y="89855"/>
                  <a:pt x="65522" y="87548"/>
                </a:cubicBezTo>
                <a:cubicBezTo>
                  <a:pt x="67581" y="85241"/>
                  <a:pt x="68610" y="82153"/>
                  <a:pt x="68610" y="78283"/>
                </a:cubicBezTo>
                <a:cubicBezTo>
                  <a:pt x="68610" y="75009"/>
                  <a:pt x="67816" y="72231"/>
                  <a:pt x="66229" y="69949"/>
                </a:cubicBezTo>
                <a:cubicBezTo>
                  <a:pt x="64641" y="67667"/>
                  <a:pt x="62347" y="66005"/>
                  <a:pt x="59345" y="64963"/>
                </a:cubicBezTo>
                <a:cubicBezTo>
                  <a:pt x="56344" y="63921"/>
                  <a:pt x="49833" y="63400"/>
                  <a:pt x="39812" y="63400"/>
                </a:cubicBezTo>
                <a:lnTo>
                  <a:pt x="22027" y="63400"/>
                </a:lnTo>
                <a:close/>
                <a:moveTo>
                  <a:pt x="0" y="110951"/>
                </a:moveTo>
                <a:lnTo>
                  <a:pt x="0" y="1860"/>
                </a:lnTo>
                <a:lnTo>
                  <a:pt x="43607" y="1860"/>
                </a:lnTo>
                <a:cubicBezTo>
                  <a:pt x="52239" y="1860"/>
                  <a:pt x="58676" y="2220"/>
                  <a:pt x="62917" y="2939"/>
                </a:cubicBezTo>
                <a:cubicBezTo>
                  <a:pt x="67159" y="3658"/>
                  <a:pt x="70954" y="5159"/>
                  <a:pt x="74303" y="7441"/>
                </a:cubicBezTo>
                <a:cubicBezTo>
                  <a:pt x="77651" y="9723"/>
                  <a:pt x="80442" y="12762"/>
                  <a:pt x="82674" y="16557"/>
                </a:cubicBezTo>
                <a:cubicBezTo>
                  <a:pt x="84907" y="20352"/>
                  <a:pt x="86023" y="24606"/>
                  <a:pt x="86023" y="29319"/>
                </a:cubicBezTo>
                <a:cubicBezTo>
                  <a:pt x="86023" y="34429"/>
                  <a:pt x="84646" y="39117"/>
                  <a:pt x="81893" y="43383"/>
                </a:cubicBezTo>
                <a:cubicBezTo>
                  <a:pt x="79140" y="47649"/>
                  <a:pt x="75407" y="50849"/>
                  <a:pt x="70694" y="52982"/>
                </a:cubicBezTo>
                <a:cubicBezTo>
                  <a:pt x="77341" y="54917"/>
                  <a:pt x="82451" y="58216"/>
                  <a:pt x="86023" y="62880"/>
                </a:cubicBezTo>
                <a:cubicBezTo>
                  <a:pt x="89595" y="67543"/>
                  <a:pt x="91381" y="73025"/>
                  <a:pt x="91381" y="79325"/>
                </a:cubicBezTo>
                <a:cubicBezTo>
                  <a:pt x="91381" y="84286"/>
                  <a:pt x="90227" y="89110"/>
                  <a:pt x="87920" y="93799"/>
                </a:cubicBezTo>
                <a:cubicBezTo>
                  <a:pt x="85614" y="98487"/>
                  <a:pt x="82463" y="102232"/>
                  <a:pt x="78470" y="105035"/>
                </a:cubicBezTo>
                <a:cubicBezTo>
                  <a:pt x="74476" y="107838"/>
                  <a:pt x="69553" y="109562"/>
                  <a:pt x="63699" y="110207"/>
                </a:cubicBezTo>
                <a:cubicBezTo>
                  <a:pt x="60028" y="110604"/>
                  <a:pt x="51172" y="110852"/>
                  <a:pt x="37133" y="110951"/>
                </a:cubicBezTo>
                <a:close/>
              </a:path>
            </a:pathLst>
          </a:custGeom>
          <a:solidFill>
            <a:prstClr val="white">
              <a:alpha val="10000"/>
            </a:prst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占位符 12">
            <a:extLst>
              <a:ext uri="{FF2B5EF4-FFF2-40B4-BE49-F238E27FC236}">
                <a16:creationId xmlns:a16="http://schemas.microsoft.com/office/drawing/2014/main" id="{562B6659-3604-4A5D-84A6-6A47FE169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7616" y="1658264"/>
            <a:ext cx="7059689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48364A7A-DCFC-4DBF-9B1E-86E598095A6E}"/>
              </a:ext>
            </a:extLst>
          </p:cNvPr>
          <p:cNvGrpSpPr/>
          <p:nvPr/>
        </p:nvGrpSpPr>
        <p:grpSpPr>
          <a:xfrm>
            <a:off x="561994" y="2044717"/>
            <a:ext cx="1795614" cy="3226199"/>
            <a:chOff x="561994" y="2044717"/>
            <a:chExt cx="1795614" cy="3226199"/>
          </a:xfrm>
          <a:solidFill>
            <a:schemeClr val="bg1">
              <a:alpha val="10000"/>
            </a:schemeClr>
          </a:solidFill>
        </p:grpSpPr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B84D654C-2E7B-4CF8-A9DD-BE03344F2802}"/>
                </a:ext>
              </a:extLst>
            </p:cNvPr>
            <p:cNvGrpSpPr/>
            <p:nvPr/>
          </p:nvGrpSpPr>
          <p:grpSpPr>
            <a:xfrm>
              <a:off x="561994" y="2044717"/>
              <a:ext cx="613545" cy="3226199"/>
              <a:chOff x="2216999" y="2681186"/>
              <a:chExt cx="240761" cy="1265992"/>
            </a:xfrm>
            <a:grpFill/>
          </p:grpSpPr>
          <p:sp>
            <p:nvSpPr>
              <p:cNvPr id="208" name="Freeform 5">
                <a:extLst>
                  <a:ext uri="{FF2B5EF4-FFF2-40B4-BE49-F238E27FC236}">
                    <a16:creationId xmlns:a16="http://schemas.microsoft.com/office/drawing/2014/main" id="{E74EB83A-F768-4EE0-9718-DF705E093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9790" y="3364140"/>
                <a:ext cx="235178" cy="26518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9" name="Freeform 6">
                <a:extLst>
                  <a:ext uri="{FF2B5EF4-FFF2-40B4-BE49-F238E27FC236}">
                    <a16:creationId xmlns:a16="http://schemas.microsoft.com/office/drawing/2014/main" id="{FD7134D9-F845-49C7-AD62-1074531C0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9687" y="3743404"/>
                <a:ext cx="135385" cy="203774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AA9E4DF3-5CDD-47A2-B92E-98CEE08BDBFE}"/>
                  </a:ext>
                </a:extLst>
              </p:cNvPr>
              <p:cNvGrpSpPr/>
              <p:nvPr/>
            </p:nvGrpSpPr>
            <p:grpSpPr>
              <a:xfrm>
                <a:off x="2216999" y="2681186"/>
                <a:ext cx="240761" cy="298683"/>
                <a:chOff x="5548313" y="2084388"/>
                <a:chExt cx="547688" cy="679451"/>
              </a:xfrm>
              <a:grpFill/>
            </p:grpSpPr>
            <p:sp>
              <p:nvSpPr>
                <p:cNvPr id="215" name="Freeform 7">
                  <a:extLst>
                    <a:ext uri="{FF2B5EF4-FFF2-40B4-BE49-F238E27FC236}">
                      <a16:creationId xmlns:a16="http://schemas.microsoft.com/office/drawing/2014/main" id="{D241DAAF-5A57-4B53-A414-F35E612685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" name="Freeform 8">
                  <a:extLst>
                    <a:ext uri="{FF2B5EF4-FFF2-40B4-BE49-F238E27FC236}">
                      <a16:creationId xmlns:a16="http://schemas.microsoft.com/office/drawing/2014/main" id="{C82523E8-0F30-479D-A5D2-16BB9CEA08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1" name="组合 210">
                <a:extLst>
                  <a:ext uri="{FF2B5EF4-FFF2-40B4-BE49-F238E27FC236}">
                    <a16:creationId xmlns:a16="http://schemas.microsoft.com/office/drawing/2014/main" id="{22B73C6F-55AD-4330-9484-5959CA6271C2}"/>
                  </a:ext>
                </a:extLst>
              </p:cNvPr>
              <p:cNvGrpSpPr/>
              <p:nvPr/>
            </p:nvGrpSpPr>
            <p:grpSpPr>
              <a:xfrm>
                <a:off x="2264553" y="3093948"/>
                <a:ext cx="145652" cy="156113"/>
                <a:chOff x="3792874" y="3156423"/>
                <a:chExt cx="331330" cy="355128"/>
              </a:xfrm>
              <a:grpFill/>
            </p:grpSpPr>
            <p:sp>
              <p:nvSpPr>
                <p:cNvPr id="212" name="Freeform 15">
                  <a:extLst>
                    <a:ext uri="{FF2B5EF4-FFF2-40B4-BE49-F238E27FC236}">
                      <a16:creationId xmlns:a16="http://schemas.microsoft.com/office/drawing/2014/main" id="{BB55C777-43AA-4FBB-9AD4-B7FF2095D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" name="Freeform 16">
                  <a:extLst>
                    <a:ext uri="{FF2B5EF4-FFF2-40B4-BE49-F238E27FC236}">
                      <a16:creationId xmlns:a16="http://schemas.microsoft.com/office/drawing/2014/main" id="{9C0858FC-9CFA-4768-814D-94461D8294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" name="Freeform 17">
                  <a:extLst>
                    <a:ext uri="{FF2B5EF4-FFF2-40B4-BE49-F238E27FC236}">
                      <a16:creationId xmlns:a16="http://schemas.microsoft.com/office/drawing/2014/main" id="{52902D10-ED94-42B8-8A70-6D07A28CAC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62158792-A294-40AA-954E-4719C7995087}"/>
                </a:ext>
              </a:extLst>
            </p:cNvPr>
            <p:cNvGrpSpPr/>
            <p:nvPr/>
          </p:nvGrpSpPr>
          <p:grpSpPr>
            <a:xfrm>
              <a:off x="1742290" y="2052217"/>
              <a:ext cx="615318" cy="3211202"/>
              <a:chOff x="796609" y="2677714"/>
              <a:chExt cx="241457" cy="1260107"/>
            </a:xfrm>
            <a:grpFill/>
          </p:grpSpPr>
          <p:grpSp>
            <p:nvGrpSpPr>
              <p:cNvPr id="195" name="组合 194">
                <a:extLst>
                  <a:ext uri="{FF2B5EF4-FFF2-40B4-BE49-F238E27FC236}">
                    <a16:creationId xmlns:a16="http://schemas.microsoft.com/office/drawing/2014/main" id="{3382BE81-456F-4F1C-81D0-027EE44EDAC9}"/>
                  </a:ext>
                </a:extLst>
              </p:cNvPr>
              <p:cNvGrpSpPr/>
              <p:nvPr/>
            </p:nvGrpSpPr>
            <p:grpSpPr>
              <a:xfrm>
                <a:off x="810915" y="3393249"/>
                <a:ext cx="212845" cy="224013"/>
                <a:chOff x="6113463" y="3541713"/>
                <a:chExt cx="484188" cy="509588"/>
              </a:xfrm>
              <a:grpFill/>
            </p:grpSpPr>
            <p:sp>
              <p:nvSpPr>
                <p:cNvPr id="206" name="Freeform 9">
                  <a:extLst>
                    <a:ext uri="{FF2B5EF4-FFF2-40B4-BE49-F238E27FC236}">
                      <a16:creationId xmlns:a16="http://schemas.microsoft.com/office/drawing/2014/main" id="{72CC7D81-5227-4AF5-8A4E-3B237ED9F8E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" name="Freeform 10">
                  <a:extLst>
                    <a:ext uri="{FF2B5EF4-FFF2-40B4-BE49-F238E27FC236}">
                      <a16:creationId xmlns:a16="http://schemas.microsoft.com/office/drawing/2014/main" id="{922E518E-C937-46BC-A357-2CFB11C4044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6" name="组合 195">
                <a:extLst>
                  <a:ext uri="{FF2B5EF4-FFF2-40B4-BE49-F238E27FC236}">
                    <a16:creationId xmlns:a16="http://schemas.microsoft.com/office/drawing/2014/main" id="{ABCDAFBE-C48F-4E66-BD53-193C689DE012}"/>
                  </a:ext>
                </a:extLst>
              </p:cNvPr>
              <p:cNvGrpSpPr/>
              <p:nvPr/>
            </p:nvGrpSpPr>
            <p:grpSpPr>
              <a:xfrm>
                <a:off x="796609" y="2677714"/>
                <a:ext cx="241457" cy="304965"/>
                <a:chOff x="6108700" y="2066926"/>
                <a:chExt cx="549275" cy="693738"/>
              </a:xfrm>
              <a:grpFill/>
            </p:grpSpPr>
            <p:sp>
              <p:nvSpPr>
                <p:cNvPr id="204" name="Freeform 13">
                  <a:extLst>
                    <a:ext uri="{FF2B5EF4-FFF2-40B4-BE49-F238E27FC236}">
                      <a16:creationId xmlns:a16="http://schemas.microsoft.com/office/drawing/2014/main" id="{A99989BE-AF23-4893-B282-9BD696C324B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05" name="Freeform 14">
                  <a:extLst>
                    <a:ext uri="{FF2B5EF4-FFF2-40B4-BE49-F238E27FC236}">
                      <a16:creationId xmlns:a16="http://schemas.microsoft.com/office/drawing/2014/main" id="{AD32120E-D1A2-47B0-A0A2-02153E129B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7" name="组合 196">
                <a:extLst>
                  <a:ext uri="{FF2B5EF4-FFF2-40B4-BE49-F238E27FC236}">
                    <a16:creationId xmlns:a16="http://schemas.microsoft.com/office/drawing/2014/main" id="{886273D7-8BB3-4E8C-9271-62EC930FD278}"/>
                  </a:ext>
                </a:extLst>
              </p:cNvPr>
              <p:cNvGrpSpPr/>
              <p:nvPr/>
            </p:nvGrpSpPr>
            <p:grpSpPr>
              <a:xfrm>
                <a:off x="836386" y="3118178"/>
                <a:ext cx="161902" cy="139572"/>
                <a:chOff x="6186488" y="2930526"/>
                <a:chExt cx="368300" cy="317500"/>
              </a:xfrm>
              <a:grpFill/>
            </p:grpSpPr>
            <p:sp>
              <p:nvSpPr>
                <p:cNvPr id="201" name="Freeform 18">
                  <a:extLst>
                    <a:ext uri="{FF2B5EF4-FFF2-40B4-BE49-F238E27FC236}">
                      <a16:creationId xmlns:a16="http://schemas.microsoft.com/office/drawing/2014/main" id="{6E5C67D3-EFFE-48B6-8970-3D8C6F0AB4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" name="Freeform 19">
                  <a:extLst>
                    <a:ext uri="{FF2B5EF4-FFF2-40B4-BE49-F238E27FC236}">
                      <a16:creationId xmlns:a16="http://schemas.microsoft.com/office/drawing/2014/main" id="{AABD775D-0FD1-4FEF-98CF-60ED18C8B0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" name="Freeform 20">
                  <a:extLst>
                    <a:ext uri="{FF2B5EF4-FFF2-40B4-BE49-F238E27FC236}">
                      <a16:creationId xmlns:a16="http://schemas.microsoft.com/office/drawing/2014/main" id="{48C47EB1-1A63-49A0-86D0-52C48F9CAE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8" name="组合 197">
                <a:extLst>
                  <a:ext uri="{FF2B5EF4-FFF2-40B4-BE49-F238E27FC236}">
                    <a16:creationId xmlns:a16="http://schemas.microsoft.com/office/drawing/2014/main" id="{5FEBDE9F-A69B-4F04-8E0A-C0BB330BDDCE}"/>
                  </a:ext>
                </a:extLst>
              </p:cNvPr>
              <p:cNvGrpSpPr/>
              <p:nvPr/>
            </p:nvGrpSpPr>
            <p:grpSpPr>
              <a:xfrm>
                <a:off x="824480" y="3752760"/>
                <a:ext cx="185714" cy="185061"/>
                <a:chOff x="11893465" y="1994536"/>
                <a:chExt cx="274986" cy="274018"/>
              </a:xfrm>
              <a:grpFill/>
            </p:grpSpPr>
            <p:sp>
              <p:nvSpPr>
                <p:cNvPr id="199" name="Freeform 11">
                  <a:extLst>
                    <a:ext uri="{FF2B5EF4-FFF2-40B4-BE49-F238E27FC236}">
                      <a16:creationId xmlns:a16="http://schemas.microsoft.com/office/drawing/2014/main" id="{DC3B097E-E820-4F88-8E06-B9836669644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" name="Freeform 12">
                  <a:extLst>
                    <a:ext uri="{FF2B5EF4-FFF2-40B4-BE49-F238E27FC236}">
                      <a16:creationId xmlns:a16="http://schemas.microsoft.com/office/drawing/2014/main" id="{678B5325-0958-41D5-8A69-0B813182C1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6BEC4AD-EC2B-40BF-9DF2-C0401E47816B}"/>
              </a:ext>
            </a:extLst>
          </p:cNvPr>
          <p:cNvGrpSpPr/>
          <p:nvPr/>
        </p:nvGrpSpPr>
        <p:grpSpPr>
          <a:xfrm>
            <a:off x="468000" y="514800"/>
            <a:ext cx="2301723" cy="507600"/>
            <a:chOff x="468000" y="514800"/>
            <a:chExt cx="2301723" cy="507600"/>
          </a:xfrm>
        </p:grpSpPr>
        <p:sp>
          <p:nvSpPr>
            <p:cNvPr id="355" name="任意多边形: 形状 354">
              <a:extLst>
                <a:ext uri="{FF2B5EF4-FFF2-40B4-BE49-F238E27FC236}">
                  <a16:creationId xmlns:a16="http://schemas.microsoft.com/office/drawing/2014/main" id="{DDF33D06-0CB0-4415-8C23-080987D6DEC5}"/>
                </a:ext>
              </a:extLst>
            </p:cNvPr>
            <p:cNvSpPr/>
            <p:nvPr/>
          </p:nvSpPr>
          <p:spPr>
            <a:xfrm>
              <a:off x="1074082" y="585500"/>
              <a:ext cx="1695641" cy="384233"/>
            </a:xfrm>
            <a:custGeom>
              <a:avLst/>
              <a:gdLst>
                <a:gd name="connsiteX0" fmla="*/ 337551 w 1695641"/>
                <a:gd name="connsiteY0" fmla="*/ 383456 h 384233"/>
                <a:gd name="connsiteX1" fmla="*/ 338074 w 1695641"/>
                <a:gd name="connsiteY1" fmla="*/ 383688 h 384233"/>
                <a:gd name="connsiteX2" fmla="*/ 337450 w 1695641"/>
                <a:gd name="connsiteY2" fmla="*/ 383510 h 384233"/>
                <a:gd name="connsiteX3" fmla="*/ 27042 w 1695641"/>
                <a:gd name="connsiteY3" fmla="*/ 352807 h 384233"/>
                <a:gd name="connsiteX4" fmla="*/ 27132 w 1695641"/>
                <a:gd name="connsiteY4" fmla="*/ 370567 h 384233"/>
                <a:gd name="connsiteX5" fmla="*/ 42750 w 1695641"/>
                <a:gd name="connsiteY5" fmla="*/ 370567 h 384233"/>
                <a:gd name="connsiteX6" fmla="*/ 50336 w 1695641"/>
                <a:gd name="connsiteY6" fmla="*/ 368247 h 384233"/>
                <a:gd name="connsiteX7" fmla="*/ 52835 w 1695641"/>
                <a:gd name="connsiteY7" fmla="*/ 361107 h 384233"/>
                <a:gd name="connsiteX8" fmla="*/ 50246 w 1695641"/>
                <a:gd name="connsiteY8" fmla="*/ 354859 h 384233"/>
                <a:gd name="connsiteX9" fmla="*/ 42482 w 1695641"/>
                <a:gd name="connsiteY9" fmla="*/ 352807 h 384233"/>
                <a:gd name="connsiteX10" fmla="*/ 27042 w 1695641"/>
                <a:gd name="connsiteY10" fmla="*/ 326836 h 384233"/>
                <a:gd name="connsiteX11" fmla="*/ 27132 w 1695641"/>
                <a:gd name="connsiteY11" fmla="*/ 341562 h 384233"/>
                <a:gd name="connsiteX12" fmla="*/ 41857 w 1695641"/>
                <a:gd name="connsiteY12" fmla="*/ 341562 h 384233"/>
                <a:gd name="connsiteX13" fmla="*/ 49086 w 1695641"/>
                <a:gd name="connsiteY13" fmla="*/ 339599 h 384233"/>
                <a:gd name="connsiteX14" fmla="*/ 51407 w 1695641"/>
                <a:gd name="connsiteY14" fmla="*/ 333619 h 384233"/>
                <a:gd name="connsiteX15" fmla="*/ 48908 w 1695641"/>
                <a:gd name="connsiteY15" fmla="*/ 328532 h 384233"/>
                <a:gd name="connsiteX16" fmla="*/ 41322 w 1695641"/>
                <a:gd name="connsiteY16" fmla="*/ 326836 h 384233"/>
                <a:gd name="connsiteX17" fmla="*/ 1530352 w 1695641"/>
                <a:gd name="connsiteY17" fmla="*/ 324967 h 384233"/>
                <a:gd name="connsiteX18" fmla="*/ 1519062 w 1695641"/>
                <a:gd name="connsiteY18" fmla="*/ 327682 h 384233"/>
                <a:gd name="connsiteX19" fmla="*/ 1515712 w 1695641"/>
                <a:gd name="connsiteY19" fmla="*/ 331030 h 384233"/>
                <a:gd name="connsiteX20" fmla="*/ 1511249 w 1695641"/>
                <a:gd name="connsiteY20" fmla="*/ 348880 h 384233"/>
                <a:gd name="connsiteX21" fmla="*/ 1515623 w 1695641"/>
                <a:gd name="connsiteY21" fmla="*/ 365838 h 384233"/>
                <a:gd name="connsiteX22" fmla="*/ 1537102 w 1695641"/>
                <a:gd name="connsiteY22" fmla="*/ 368992 h 384233"/>
                <a:gd name="connsiteX23" fmla="*/ 1540255 w 1695641"/>
                <a:gd name="connsiteY23" fmla="*/ 365838 h 384233"/>
                <a:gd name="connsiteX24" fmla="*/ 1540255 w 1695641"/>
                <a:gd name="connsiteY24" fmla="*/ 365838 h 384233"/>
                <a:gd name="connsiteX25" fmla="*/ 1544717 w 1695641"/>
                <a:gd name="connsiteY25" fmla="*/ 348880 h 384233"/>
                <a:gd name="connsiteX26" fmla="*/ 1540255 w 1695641"/>
                <a:gd name="connsiteY26" fmla="*/ 331030 h 384233"/>
                <a:gd name="connsiteX27" fmla="*/ 1530352 w 1695641"/>
                <a:gd name="connsiteY27" fmla="*/ 324967 h 384233"/>
                <a:gd name="connsiteX28" fmla="*/ 1404435 w 1695641"/>
                <a:gd name="connsiteY28" fmla="*/ 324962 h 384233"/>
                <a:gd name="connsiteX29" fmla="*/ 1393086 w 1695641"/>
                <a:gd name="connsiteY29" fmla="*/ 327727 h 384233"/>
                <a:gd name="connsiteX30" fmla="*/ 1389782 w 1695641"/>
                <a:gd name="connsiteY30" fmla="*/ 331031 h 384233"/>
                <a:gd name="connsiteX31" fmla="*/ 1385409 w 1695641"/>
                <a:gd name="connsiteY31" fmla="*/ 348881 h 384233"/>
                <a:gd name="connsiteX32" fmla="*/ 1389782 w 1695641"/>
                <a:gd name="connsiteY32" fmla="*/ 365838 h 384233"/>
                <a:gd name="connsiteX33" fmla="*/ 1411261 w 1695641"/>
                <a:gd name="connsiteY33" fmla="*/ 368991 h 384233"/>
                <a:gd name="connsiteX34" fmla="*/ 1414415 w 1695641"/>
                <a:gd name="connsiteY34" fmla="*/ 365838 h 384233"/>
                <a:gd name="connsiteX35" fmla="*/ 1418788 w 1695641"/>
                <a:gd name="connsiteY35" fmla="*/ 348881 h 384233"/>
                <a:gd name="connsiteX36" fmla="*/ 1414415 w 1695641"/>
                <a:gd name="connsiteY36" fmla="*/ 331031 h 384233"/>
                <a:gd name="connsiteX37" fmla="*/ 1404435 w 1695641"/>
                <a:gd name="connsiteY37" fmla="*/ 324962 h 384233"/>
                <a:gd name="connsiteX38" fmla="*/ 939002 w 1695641"/>
                <a:gd name="connsiteY38" fmla="*/ 324962 h 384233"/>
                <a:gd name="connsiteX39" fmla="*/ 927653 w 1695641"/>
                <a:gd name="connsiteY39" fmla="*/ 327727 h 384233"/>
                <a:gd name="connsiteX40" fmla="*/ 924349 w 1695641"/>
                <a:gd name="connsiteY40" fmla="*/ 331031 h 384233"/>
                <a:gd name="connsiteX41" fmla="*/ 919976 w 1695641"/>
                <a:gd name="connsiteY41" fmla="*/ 348881 h 384233"/>
                <a:gd name="connsiteX42" fmla="*/ 924349 w 1695641"/>
                <a:gd name="connsiteY42" fmla="*/ 365838 h 384233"/>
                <a:gd name="connsiteX43" fmla="*/ 945828 w 1695641"/>
                <a:gd name="connsiteY43" fmla="*/ 368991 h 384233"/>
                <a:gd name="connsiteX44" fmla="*/ 948982 w 1695641"/>
                <a:gd name="connsiteY44" fmla="*/ 365838 h 384233"/>
                <a:gd name="connsiteX45" fmla="*/ 953355 w 1695641"/>
                <a:gd name="connsiteY45" fmla="*/ 348881 h 384233"/>
                <a:gd name="connsiteX46" fmla="*/ 948982 w 1695641"/>
                <a:gd name="connsiteY46" fmla="*/ 331031 h 384233"/>
                <a:gd name="connsiteX47" fmla="*/ 939002 w 1695641"/>
                <a:gd name="connsiteY47" fmla="*/ 324962 h 384233"/>
                <a:gd name="connsiteX48" fmla="*/ 1636450 w 1695641"/>
                <a:gd name="connsiteY48" fmla="*/ 315451 h 384233"/>
                <a:gd name="connsiteX49" fmla="*/ 1644036 w 1695641"/>
                <a:gd name="connsiteY49" fmla="*/ 315451 h 384233"/>
                <a:gd name="connsiteX50" fmla="*/ 1651712 w 1695641"/>
                <a:gd name="connsiteY50" fmla="*/ 315451 h 384233"/>
                <a:gd name="connsiteX51" fmla="*/ 1664518 w 1695641"/>
                <a:gd name="connsiteY51" fmla="*/ 344353 h 384233"/>
                <a:gd name="connsiteX52" fmla="*/ 1664475 w 1695641"/>
                <a:gd name="connsiteY52" fmla="*/ 344457 h 384233"/>
                <a:gd name="connsiteX53" fmla="*/ 1664564 w 1695641"/>
                <a:gd name="connsiteY53" fmla="*/ 344457 h 384233"/>
                <a:gd name="connsiteX54" fmla="*/ 1664518 w 1695641"/>
                <a:gd name="connsiteY54" fmla="*/ 344353 h 384233"/>
                <a:gd name="connsiteX55" fmla="*/ 1676522 w 1695641"/>
                <a:gd name="connsiteY55" fmla="*/ 315451 h 384233"/>
                <a:gd name="connsiteX56" fmla="*/ 1683841 w 1695641"/>
                <a:gd name="connsiteY56" fmla="*/ 315451 h 384233"/>
                <a:gd name="connsiteX57" fmla="*/ 1691070 w 1695641"/>
                <a:gd name="connsiteY57" fmla="*/ 315451 h 384233"/>
                <a:gd name="connsiteX58" fmla="*/ 1670721 w 1695641"/>
                <a:gd name="connsiteY58" fmla="*/ 356951 h 384233"/>
                <a:gd name="connsiteX59" fmla="*/ 1670721 w 1695641"/>
                <a:gd name="connsiteY59" fmla="*/ 382388 h 384233"/>
                <a:gd name="connsiteX60" fmla="*/ 1664385 w 1695641"/>
                <a:gd name="connsiteY60" fmla="*/ 382388 h 384233"/>
                <a:gd name="connsiteX61" fmla="*/ 1657870 w 1695641"/>
                <a:gd name="connsiteY61" fmla="*/ 382388 h 384233"/>
                <a:gd name="connsiteX62" fmla="*/ 1657870 w 1695641"/>
                <a:gd name="connsiteY62" fmla="*/ 357219 h 384233"/>
                <a:gd name="connsiteX63" fmla="*/ 1445726 w 1695641"/>
                <a:gd name="connsiteY63" fmla="*/ 315451 h 384233"/>
                <a:gd name="connsiteX64" fmla="*/ 1452152 w 1695641"/>
                <a:gd name="connsiteY64" fmla="*/ 315451 h 384233"/>
                <a:gd name="connsiteX65" fmla="*/ 1458578 w 1695641"/>
                <a:gd name="connsiteY65" fmla="*/ 315451 h 384233"/>
                <a:gd name="connsiteX66" fmla="*/ 1458578 w 1695641"/>
                <a:gd name="connsiteY66" fmla="*/ 370428 h 384233"/>
                <a:gd name="connsiteX67" fmla="*/ 1489101 w 1695641"/>
                <a:gd name="connsiteY67" fmla="*/ 370428 h 384233"/>
                <a:gd name="connsiteX68" fmla="*/ 1489101 w 1695641"/>
                <a:gd name="connsiteY68" fmla="*/ 376408 h 384233"/>
                <a:gd name="connsiteX69" fmla="*/ 1489101 w 1695641"/>
                <a:gd name="connsiteY69" fmla="*/ 382298 h 384233"/>
                <a:gd name="connsiteX70" fmla="*/ 1445726 w 1695641"/>
                <a:gd name="connsiteY70" fmla="*/ 382298 h 384233"/>
                <a:gd name="connsiteX71" fmla="*/ 1309711 w 1695641"/>
                <a:gd name="connsiteY71" fmla="*/ 315451 h 384233"/>
                <a:gd name="connsiteX72" fmla="*/ 1316405 w 1695641"/>
                <a:gd name="connsiteY72" fmla="*/ 315451 h 384233"/>
                <a:gd name="connsiteX73" fmla="*/ 1323099 w 1695641"/>
                <a:gd name="connsiteY73" fmla="*/ 315451 h 384233"/>
                <a:gd name="connsiteX74" fmla="*/ 1347820 w 1695641"/>
                <a:gd name="connsiteY74" fmla="*/ 362396 h 384233"/>
                <a:gd name="connsiteX75" fmla="*/ 1347820 w 1695641"/>
                <a:gd name="connsiteY75" fmla="*/ 315451 h 384233"/>
                <a:gd name="connsiteX76" fmla="*/ 1353800 w 1695641"/>
                <a:gd name="connsiteY76" fmla="*/ 315451 h 384233"/>
                <a:gd name="connsiteX77" fmla="*/ 1359868 w 1695641"/>
                <a:gd name="connsiteY77" fmla="*/ 315451 h 384233"/>
                <a:gd name="connsiteX78" fmla="*/ 1359868 w 1695641"/>
                <a:gd name="connsiteY78" fmla="*/ 382298 h 384233"/>
                <a:gd name="connsiteX79" fmla="*/ 1353442 w 1695641"/>
                <a:gd name="connsiteY79" fmla="*/ 382298 h 384233"/>
                <a:gd name="connsiteX80" fmla="*/ 1347016 w 1695641"/>
                <a:gd name="connsiteY80" fmla="*/ 382298 h 384233"/>
                <a:gd name="connsiteX81" fmla="*/ 1321670 w 1695641"/>
                <a:gd name="connsiteY81" fmla="*/ 334104 h 384233"/>
                <a:gd name="connsiteX82" fmla="*/ 1321670 w 1695641"/>
                <a:gd name="connsiteY82" fmla="*/ 382298 h 384233"/>
                <a:gd name="connsiteX83" fmla="*/ 1315691 w 1695641"/>
                <a:gd name="connsiteY83" fmla="*/ 382298 h 384233"/>
                <a:gd name="connsiteX84" fmla="*/ 1309711 w 1695641"/>
                <a:gd name="connsiteY84" fmla="*/ 382298 h 384233"/>
                <a:gd name="connsiteX85" fmla="*/ 1244559 w 1695641"/>
                <a:gd name="connsiteY85" fmla="*/ 315451 h 384233"/>
                <a:gd name="connsiteX86" fmla="*/ 1250896 w 1695641"/>
                <a:gd name="connsiteY86" fmla="*/ 315451 h 384233"/>
                <a:gd name="connsiteX87" fmla="*/ 1257322 w 1695641"/>
                <a:gd name="connsiteY87" fmla="*/ 315451 h 384233"/>
                <a:gd name="connsiteX88" fmla="*/ 1257322 w 1695641"/>
                <a:gd name="connsiteY88" fmla="*/ 340530 h 384233"/>
                <a:gd name="connsiteX89" fmla="*/ 1281418 w 1695641"/>
                <a:gd name="connsiteY89" fmla="*/ 340530 h 384233"/>
                <a:gd name="connsiteX90" fmla="*/ 1281418 w 1695641"/>
                <a:gd name="connsiteY90" fmla="*/ 315451 h 384233"/>
                <a:gd name="connsiteX91" fmla="*/ 1287844 w 1695641"/>
                <a:gd name="connsiteY91" fmla="*/ 315451 h 384233"/>
                <a:gd name="connsiteX92" fmla="*/ 1294270 w 1695641"/>
                <a:gd name="connsiteY92" fmla="*/ 315451 h 384233"/>
                <a:gd name="connsiteX93" fmla="*/ 1294270 w 1695641"/>
                <a:gd name="connsiteY93" fmla="*/ 382298 h 384233"/>
                <a:gd name="connsiteX94" fmla="*/ 1287844 w 1695641"/>
                <a:gd name="connsiteY94" fmla="*/ 382298 h 384233"/>
                <a:gd name="connsiteX95" fmla="*/ 1281418 w 1695641"/>
                <a:gd name="connsiteY95" fmla="*/ 382298 h 384233"/>
                <a:gd name="connsiteX96" fmla="*/ 1281418 w 1695641"/>
                <a:gd name="connsiteY96" fmla="*/ 352043 h 384233"/>
                <a:gd name="connsiteX97" fmla="*/ 1257322 w 1695641"/>
                <a:gd name="connsiteY97" fmla="*/ 352043 h 384233"/>
                <a:gd name="connsiteX98" fmla="*/ 1257322 w 1695641"/>
                <a:gd name="connsiteY98" fmla="*/ 382298 h 384233"/>
                <a:gd name="connsiteX99" fmla="*/ 1250985 w 1695641"/>
                <a:gd name="connsiteY99" fmla="*/ 382298 h 384233"/>
                <a:gd name="connsiteX100" fmla="*/ 1244559 w 1695641"/>
                <a:gd name="connsiteY100" fmla="*/ 382298 h 384233"/>
                <a:gd name="connsiteX101" fmla="*/ 1119075 w 1695641"/>
                <a:gd name="connsiteY101" fmla="*/ 315451 h 384233"/>
                <a:gd name="connsiteX102" fmla="*/ 1164324 w 1695641"/>
                <a:gd name="connsiteY102" fmla="*/ 315451 h 384233"/>
                <a:gd name="connsiteX103" fmla="*/ 1164324 w 1695641"/>
                <a:gd name="connsiteY103" fmla="*/ 321341 h 384233"/>
                <a:gd name="connsiteX104" fmla="*/ 1164324 w 1695641"/>
                <a:gd name="connsiteY104" fmla="*/ 327321 h 384233"/>
                <a:gd name="connsiteX105" fmla="*/ 1131927 w 1695641"/>
                <a:gd name="connsiteY105" fmla="*/ 327321 h 384233"/>
                <a:gd name="connsiteX106" fmla="*/ 1131927 w 1695641"/>
                <a:gd name="connsiteY106" fmla="*/ 341512 h 384233"/>
                <a:gd name="connsiteX107" fmla="*/ 1162003 w 1695641"/>
                <a:gd name="connsiteY107" fmla="*/ 341512 h 384233"/>
                <a:gd name="connsiteX108" fmla="*/ 1162003 w 1695641"/>
                <a:gd name="connsiteY108" fmla="*/ 347224 h 384233"/>
                <a:gd name="connsiteX109" fmla="*/ 1162003 w 1695641"/>
                <a:gd name="connsiteY109" fmla="*/ 353024 h 384233"/>
                <a:gd name="connsiteX110" fmla="*/ 1131927 w 1695641"/>
                <a:gd name="connsiteY110" fmla="*/ 353024 h 384233"/>
                <a:gd name="connsiteX111" fmla="*/ 1131927 w 1695641"/>
                <a:gd name="connsiteY111" fmla="*/ 370428 h 384233"/>
                <a:gd name="connsiteX112" fmla="*/ 1165752 w 1695641"/>
                <a:gd name="connsiteY112" fmla="*/ 370428 h 384233"/>
                <a:gd name="connsiteX113" fmla="*/ 1165752 w 1695641"/>
                <a:gd name="connsiteY113" fmla="*/ 376408 h 384233"/>
                <a:gd name="connsiteX114" fmla="*/ 1165752 w 1695641"/>
                <a:gd name="connsiteY114" fmla="*/ 382298 h 384233"/>
                <a:gd name="connsiteX115" fmla="*/ 1119075 w 1695641"/>
                <a:gd name="connsiteY115" fmla="*/ 382298 h 384233"/>
                <a:gd name="connsiteX116" fmla="*/ 1057939 w 1695641"/>
                <a:gd name="connsiteY116" fmla="*/ 315451 h 384233"/>
                <a:gd name="connsiteX117" fmla="*/ 1108007 w 1695641"/>
                <a:gd name="connsiteY117" fmla="*/ 315451 h 384233"/>
                <a:gd name="connsiteX118" fmla="*/ 1108007 w 1695641"/>
                <a:gd name="connsiteY118" fmla="*/ 321341 h 384233"/>
                <a:gd name="connsiteX119" fmla="*/ 1108007 w 1695641"/>
                <a:gd name="connsiteY119" fmla="*/ 327321 h 384233"/>
                <a:gd name="connsiteX120" fmla="*/ 1089354 w 1695641"/>
                <a:gd name="connsiteY120" fmla="*/ 327321 h 384233"/>
                <a:gd name="connsiteX121" fmla="*/ 1089354 w 1695641"/>
                <a:gd name="connsiteY121" fmla="*/ 382298 h 384233"/>
                <a:gd name="connsiteX122" fmla="*/ 1083017 w 1695641"/>
                <a:gd name="connsiteY122" fmla="*/ 382298 h 384233"/>
                <a:gd name="connsiteX123" fmla="*/ 1076592 w 1695641"/>
                <a:gd name="connsiteY123" fmla="*/ 382298 h 384233"/>
                <a:gd name="connsiteX124" fmla="*/ 1076592 w 1695641"/>
                <a:gd name="connsiteY124" fmla="*/ 327321 h 384233"/>
                <a:gd name="connsiteX125" fmla="*/ 1057939 w 1695641"/>
                <a:gd name="connsiteY125" fmla="*/ 327321 h 384233"/>
                <a:gd name="connsiteX126" fmla="*/ 1057939 w 1695641"/>
                <a:gd name="connsiteY126" fmla="*/ 321431 h 384233"/>
                <a:gd name="connsiteX127" fmla="*/ 980293 w 1695641"/>
                <a:gd name="connsiteY127" fmla="*/ 315451 h 384233"/>
                <a:gd name="connsiteX128" fmla="*/ 1024024 w 1695641"/>
                <a:gd name="connsiteY128" fmla="*/ 315451 h 384233"/>
                <a:gd name="connsiteX129" fmla="*/ 1024024 w 1695641"/>
                <a:gd name="connsiteY129" fmla="*/ 321341 h 384233"/>
                <a:gd name="connsiteX130" fmla="*/ 1024024 w 1695641"/>
                <a:gd name="connsiteY130" fmla="*/ 327321 h 384233"/>
                <a:gd name="connsiteX131" fmla="*/ 993145 w 1695641"/>
                <a:gd name="connsiteY131" fmla="*/ 327321 h 384233"/>
                <a:gd name="connsiteX132" fmla="*/ 993145 w 1695641"/>
                <a:gd name="connsiteY132" fmla="*/ 342494 h 384233"/>
                <a:gd name="connsiteX133" fmla="*/ 1020098 w 1695641"/>
                <a:gd name="connsiteY133" fmla="*/ 342494 h 384233"/>
                <a:gd name="connsiteX134" fmla="*/ 1020098 w 1695641"/>
                <a:gd name="connsiteY134" fmla="*/ 348295 h 384233"/>
                <a:gd name="connsiteX135" fmla="*/ 1020098 w 1695641"/>
                <a:gd name="connsiteY135" fmla="*/ 354006 h 384233"/>
                <a:gd name="connsiteX136" fmla="*/ 993145 w 1695641"/>
                <a:gd name="connsiteY136" fmla="*/ 354006 h 384233"/>
                <a:gd name="connsiteX137" fmla="*/ 993145 w 1695641"/>
                <a:gd name="connsiteY137" fmla="*/ 382298 h 384233"/>
                <a:gd name="connsiteX138" fmla="*/ 986719 w 1695641"/>
                <a:gd name="connsiteY138" fmla="*/ 382298 h 384233"/>
                <a:gd name="connsiteX139" fmla="*/ 980293 w 1695641"/>
                <a:gd name="connsiteY139" fmla="*/ 382298 h 384233"/>
                <a:gd name="connsiteX140" fmla="*/ 822323 w 1695641"/>
                <a:gd name="connsiteY140" fmla="*/ 315451 h 384233"/>
                <a:gd name="connsiteX141" fmla="*/ 867661 w 1695641"/>
                <a:gd name="connsiteY141" fmla="*/ 315451 h 384233"/>
                <a:gd name="connsiteX142" fmla="*/ 867661 w 1695641"/>
                <a:gd name="connsiteY142" fmla="*/ 321341 h 384233"/>
                <a:gd name="connsiteX143" fmla="*/ 867661 w 1695641"/>
                <a:gd name="connsiteY143" fmla="*/ 327321 h 384233"/>
                <a:gd name="connsiteX144" fmla="*/ 835175 w 1695641"/>
                <a:gd name="connsiteY144" fmla="*/ 327321 h 384233"/>
                <a:gd name="connsiteX145" fmla="*/ 835175 w 1695641"/>
                <a:gd name="connsiteY145" fmla="*/ 341512 h 384233"/>
                <a:gd name="connsiteX146" fmla="*/ 865251 w 1695641"/>
                <a:gd name="connsiteY146" fmla="*/ 341512 h 384233"/>
                <a:gd name="connsiteX147" fmla="*/ 865251 w 1695641"/>
                <a:gd name="connsiteY147" fmla="*/ 347224 h 384233"/>
                <a:gd name="connsiteX148" fmla="*/ 865251 w 1695641"/>
                <a:gd name="connsiteY148" fmla="*/ 353024 h 384233"/>
                <a:gd name="connsiteX149" fmla="*/ 835175 w 1695641"/>
                <a:gd name="connsiteY149" fmla="*/ 353024 h 384233"/>
                <a:gd name="connsiteX150" fmla="*/ 835175 w 1695641"/>
                <a:gd name="connsiteY150" fmla="*/ 370428 h 384233"/>
                <a:gd name="connsiteX151" fmla="*/ 869089 w 1695641"/>
                <a:gd name="connsiteY151" fmla="*/ 370428 h 384233"/>
                <a:gd name="connsiteX152" fmla="*/ 869089 w 1695641"/>
                <a:gd name="connsiteY152" fmla="*/ 376408 h 384233"/>
                <a:gd name="connsiteX153" fmla="*/ 869089 w 1695641"/>
                <a:gd name="connsiteY153" fmla="*/ 382298 h 384233"/>
                <a:gd name="connsiteX154" fmla="*/ 822323 w 1695641"/>
                <a:gd name="connsiteY154" fmla="*/ 382298 h 384233"/>
                <a:gd name="connsiteX155" fmla="*/ 761277 w 1695641"/>
                <a:gd name="connsiteY155" fmla="*/ 315451 h 384233"/>
                <a:gd name="connsiteX156" fmla="*/ 811256 w 1695641"/>
                <a:gd name="connsiteY156" fmla="*/ 315451 h 384233"/>
                <a:gd name="connsiteX157" fmla="*/ 811256 w 1695641"/>
                <a:gd name="connsiteY157" fmla="*/ 321341 h 384233"/>
                <a:gd name="connsiteX158" fmla="*/ 811256 w 1695641"/>
                <a:gd name="connsiteY158" fmla="*/ 327321 h 384233"/>
                <a:gd name="connsiteX159" fmla="*/ 792692 w 1695641"/>
                <a:gd name="connsiteY159" fmla="*/ 327321 h 384233"/>
                <a:gd name="connsiteX160" fmla="*/ 792692 w 1695641"/>
                <a:gd name="connsiteY160" fmla="*/ 382298 h 384233"/>
                <a:gd name="connsiteX161" fmla="*/ 786266 w 1695641"/>
                <a:gd name="connsiteY161" fmla="*/ 382298 h 384233"/>
                <a:gd name="connsiteX162" fmla="*/ 779841 w 1695641"/>
                <a:gd name="connsiteY162" fmla="*/ 382298 h 384233"/>
                <a:gd name="connsiteX163" fmla="*/ 779841 w 1695641"/>
                <a:gd name="connsiteY163" fmla="*/ 327321 h 384233"/>
                <a:gd name="connsiteX164" fmla="*/ 761277 w 1695641"/>
                <a:gd name="connsiteY164" fmla="*/ 327321 h 384233"/>
                <a:gd name="connsiteX165" fmla="*/ 761277 w 1695641"/>
                <a:gd name="connsiteY165" fmla="*/ 321431 h 384233"/>
                <a:gd name="connsiteX166" fmla="*/ 640166 w 1695641"/>
                <a:gd name="connsiteY166" fmla="*/ 315451 h 384233"/>
                <a:gd name="connsiteX167" fmla="*/ 690145 w 1695641"/>
                <a:gd name="connsiteY167" fmla="*/ 315451 h 384233"/>
                <a:gd name="connsiteX168" fmla="*/ 690145 w 1695641"/>
                <a:gd name="connsiteY168" fmla="*/ 321341 h 384233"/>
                <a:gd name="connsiteX169" fmla="*/ 690145 w 1695641"/>
                <a:gd name="connsiteY169" fmla="*/ 327321 h 384233"/>
                <a:gd name="connsiteX170" fmla="*/ 671581 w 1695641"/>
                <a:gd name="connsiteY170" fmla="*/ 327321 h 384233"/>
                <a:gd name="connsiteX171" fmla="*/ 671581 w 1695641"/>
                <a:gd name="connsiteY171" fmla="*/ 382298 h 384233"/>
                <a:gd name="connsiteX172" fmla="*/ 665155 w 1695641"/>
                <a:gd name="connsiteY172" fmla="*/ 382298 h 384233"/>
                <a:gd name="connsiteX173" fmla="*/ 658730 w 1695641"/>
                <a:gd name="connsiteY173" fmla="*/ 382298 h 384233"/>
                <a:gd name="connsiteX174" fmla="*/ 658730 w 1695641"/>
                <a:gd name="connsiteY174" fmla="*/ 327321 h 384233"/>
                <a:gd name="connsiteX175" fmla="*/ 640166 w 1695641"/>
                <a:gd name="connsiteY175" fmla="*/ 327321 h 384233"/>
                <a:gd name="connsiteX176" fmla="*/ 640166 w 1695641"/>
                <a:gd name="connsiteY176" fmla="*/ 321431 h 384233"/>
                <a:gd name="connsiteX177" fmla="*/ 617140 w 1695641"/>
                <a:gd name="connsiteY177" fmla="*/ 315451 h 384233"/>
                <a:gd name="connsiteX178" fmla="*/ 623566 w 1695641"/>
                <a:gd name="connsiteY178" fmla="*/ 315451 h 384233"/>
                <a:gd name="connsiteX179" fmla="*/ 629992 w 1695641"/>
                <a:gd name="connsiteY179" fmla="*/ 315451 h 384233"/>
                <a:gd name="connsiteX180" fmla="*/ 629992 w 1695641"/>
                <a:gd name="connsiteY180" fmla="*/ 382298 h 384233"/>
                <a:gd name="connsiteX181" fmla="*/ 623655 w 1695641"/>
                <a:gd name="connsiteY181" fmla="*/ 382298 h 384233"/>
                <a:gd name="connsiteX182" fmla="*/ 617140 w 1695641"/>
                <a:gd name="connsiteY182" fmla="*/ 382298 h 384233"/>
                <a:gd name="connsiteX183" fmla="*/ 557165 w 1695641"/>
                <a:gd name="connsiteY183" fmla="*/ 315451 h 384233"/>
                <a:gd name="connsiteX184" fmla="*/ 607144 w 1695641"/>
                <a:gd name="connsiteY184" fmla="*/ 315451 h 384233"/>
                <a:gd name="connsiteX185" fmla="*/ 607144 w 1695641"/>
                <a:gd name="connsiteY185" fmla="*/ 321341 h 384233"/>
                <a:gd name="connsiteX186" fmla="*/ 607144 w 1695641"/>
                <a:gd name="connsiteY186" fmla="*/ 327321 h 384233"/>
                <a:gd name="connsiteX187" fmla="*/ 588580 w 1695641"/>
                <a:gd name="connsiteY187" fmla="*/ 327321 h 384233"/>
                <a:gd name="connsiteX188" fmla="*/ 588580 w 1695641"/>
                <a:gd name="connsiteY188" fmla="*/ 382298 h 384233"/>
                <a:gd name="connsiteX189" fmla="*/ 582154 w 1695641"/>
                <a:gd name="connsiteY189" fmla="*/ 382298 h 384233"/>
                <a:gd name="connsiteX190" fmla="*/ 575729 w 1695641"/>
                <a:gd name="connsiteY190" fmla="*/ 382298 h 384233"/>
                <a:gd name="connsiteX191" fmla="*/ 575729 w 1695641"/>
                <a:gd name="connsiteY191" fmla="*/ 327321 h 384233"/>
                <a:gd name="connsiteX192" fmla="*/ 557165 w 1695641"/>
                <a:gd name="connsiteY192" fmla="*/ 327321 h 384233"/>
                <a:gd name="connsiteX193" fmla="*/ 557165 w 1695641"/>
                <a:gd name="connsiteY193" fmla="*/ 321431 h 384233"/>
                <a:gd name="connsiteX194" fmla="*/ 435876 w 1695641"/>
                <a:gd name="connsiteY194" fmla="*/ 315451 h 384233"/>
                <a:gd name="connsiteX195" fmla="*/ 442659 w 1695641"/>
                <a:gd name="connsiteY195" fmla="*/ 315451 h 384233"/>
                <a:gd name="connsiteX196" fmla="*/ 449353 w 1695641"/>
                <a:gd name="connsiteY196" fmla="*/ 315451 h 384233"/>
                <a:gd name="connsiteX197" fmla="*/ 474074 w 1695641"/>
                <a:gd name="connsiteY197" fmla="*/ 362396 h 384233"/>
                <a:gd name="connsiteX198" fmla="*/ 474074 w 1695641"/>
                <a:gd name="connsiteY198" fmla="*/ 315451 h 384233"/>
                <a:gd name="connsiteX199" fmla="*/ 480054 w 1695641"/>
                <a:gd name="connsiteY199" fmla="*/ 315451 h 384233"/>
                <a:gd name="connsiteX200" fmla="*/ 486123 w 1695641"/>
                <a:gd name="connsiteY200" fmla="*/ 315451 h 384233"/>
                <a:gd name="connsiteX201" fmla="*/ 486123 w 1695641"/>
                <a:gd name="connsiteY201" fmla="*/ 382298 h 384233"/>
                <a:gd name="connsiteX202" fmla="*/ 479697 w 1695641"/>
                <a:gd name="connsiteY202" fmla="*/ 382298 h 384233"/>
                <a:gd name="connsiteX203" fmla="*/ 473271 w 1695641"/>
                <a:gd name="connsiteY203" fmla="*/ 382298 h 384233"/>
                <a:gd name="connsiteX204" fmla="*/ 447925 w 1695641"/>
                <a:gd name="connsiteY204" fmla="*/ 334104 h 384233"/>
                <a:gd name="connsiteX205" fmla="*/ 447925 w 1695641"/>
                <a:gd name="connsiteY205" fmla="*/ 382298 h 384233"/>
                <a:gd name="connsiteX206" fmla="*/ 441945 w 1695641"/>
                <a:gd name="connsiteY206" fmla="*/ 382298 h 384233"/>
                <a:gd name="connsiteX207" fmla="*/ 435876 w 1695641"/>
                <a:gd name="connsiteY207" fmla="*/ 382298 h 384233"/>
                <a:gd name="connsiteX208" fmla="*/ 408298 w 1695641"/>
                <a:gd name="connsiteY208" fmla="*/ 315451 h 384233"/>
                <a:gd name="connsiteX209" fmla="*/ 414635 w 1695641"/>
                <a:gd name="connsiteY209" fmla="*/ 315451 h 384233"/>
                <a:gd name="connsiteX210" fmla="*/ 421150 w 1695641"/>
                <a:gd name="connsiteY210" fmla="*/ 315451 h 384233"/>
                <a:gd name="connsiteX211" fmla="*/ 421150 w 1695641"/>
                <a:gd name="connsiteY211" fmla="*/ 382298 h 384233"/>
                <a:gd name="connsiteX212" fmla="*/ 414724 w 1695641"/>
                <a:gd name="connsiteY212" fmla="*/ 382298 h 384233"/>
                <a:gd name="connsiteX213" fmla="*/ 408298 w 1695641"/>
                <a:gd name="connsiteY213" fmla="*/ 382298 h 384233"/>
                <a:gd name="connsiteX214" fmla="*/ 246043 w 1695641"/>
                <a:gd name="connsiteY214" fmla="*/ 315451 h 384233"/>
                <a:gd name="connsiteX215" fmla="*/ 252737 w 1695641"/>
                <a:gd name="connsiteY215" fmla="*/ 315451 h 384233"/>
                <a:gd name="connsiteX216" fmla="*/ 259520 w 1695641"/>
                <a:gd name="connsiteY216" fmla="*/ 315451 h 384233"/>
                <a:gd name="connsiteX217" fmla="*/ 284152 w 1695641"/>
                <a:gd name="connsiteY217" fmla="*/ 362396 h 384233"/>
                <a:gd name="connsiteX218" fmla="*/ 284152 w 1695641"/>
                <a:gd name="connsiteY218" fmla="*/ 315451 h 384233"/>
                <a:gd name="connsiteX219" fmla="*/ 290131 w 1695641"/>
                <a:gd name="connsiteY219" fmla="*/ 315451 h 384233"/>
                <a:gd name="connsiteX220" fmla="*/ 296200 w 1695641"/>
                <a:gd name="connsiteY220" fmla="*/ 315451 h 384233"/>
                <a:gd name="connsiteX221" fmla="*/ 296200 w 1695641"/>
                <a:gd name="connsiteY221" fmla="*/ 382298 h 384233"/>
                <a:gd name="connsiteX222" fmla="*/ 289775 w 1695641"/>
                <a:gd name="connsiteY222" fmla="*/ 382298 h 384233"/>
                <a:gd name="connsiteX223" fmla="*/ 283349 w 1695641"/>
                <a:gd name="connsiteY223" fmla="*/ 382298 h 384233"/>
                <a:gd name="connsiteX224" fmla="*/ 258002 w 1695641"/>
                <a:gd name="connsiteY224" fmla="*/ 334104 h 384233"/>
                <a:gd name="connsiteX225" fmla="*/ 258002 w 1695641"/>
                <a:gd name="connsiteY225" fmla="*/ 382298 h 384233"/>
                <a:gd name="connsiteX226" fmla="*/ 252023 w 1695641"/>
                <a:gd name="connsiteY226" fmla="*/ 382298 h 384233"/>
                <a:gd name="connsiteX227" fmla="*/ 246043 w 1695641"/>
                <a:gd name="connsiteY227" fmla="*/ 382298 h 384233"/>
                <a:gd name="connsiteX228" fmla="*/ 218377 w 1695641"/>
                <a:gd name="connsiteY228" fmla="*/ 315451 h 384233"/>
                <a:gd name="connsiteX229" fmla="*/ 224803 w 1695641"/>
                <a:gd name="connsiteY229" fmla="*/ 315451 h 384233"/>
                <a:gd name="connsiteX230" fmla="*/ 231229 w 1695641"/>
                <a:gd name="connsiteY230" fmla="*/ 315451 h 384233"/>
                <a:gd name="connsiteX231" fmla="*/ 231229 w 1695641"/>
                <a:gd name="connsiteY231" fmla="*/ 382298 h 384233"/>
                <a:gd name="connsiteX232" fmla="*/ 224803 w 1695641"/>
                <a:gd name="connsiteY232" fmla="*/ 382298 h 384233"/>
                <a:gd name="connsiteX233" fmla="*/ 218377 w 1695641"/>
                <a:gd name="connsiteY233" fmla="*/ 382298 h 384233"/>
                <a:gd name="connsiteX234" fmla="*/ 140016 w 1695641"/>
                <a:gd name="connsiteY234" fmla="*/ 315451 h 384233"/>
                <a:gd name="connsiteX235" fmla="*/ 146442 w 1695641"/>
                <a:gd name="connsiteY235" fmla="*/ 315451 h 384233"/>
                <a:gd name="connsiteX236" fmla="*/ 152868 w 1695641"/>
                <a:gd name="connsiteY236" fmla="*/ 315451 h 384233"/>
                <a:gd name="connsiteX237" fmla="*/ 152868 w 1695641"/>
                <a:gd name="connsiteY237" fmla="*/ 382298 h 384233"/>
                <a:gd name="connsiteX238" fmla="*/ 146531 w 1695641"/>
                <a:gd name="connsiteY238" fmla="*/ 382298 h 384233"/>
                <a:gd name="connsiteX239" fmla="*/ 140016 w 1695641"/>
                <a:gd name="connsiteY239" fmla="*/ 382298 h 384233"/>
                <a:gd name="connsiteX240" fmla="*/ 80487 w 1695641"/>
                <a:gd name="connsiteY240" fmla="*/ 315451 h 384233"/>
                <a:gd name="connsiteX241" fmla="*/ 125736 w 1695641"/>
                <a:gd name="connsiteY241" fmla="*/ 315451 h 384233"/>
                <a:gd name="connsiteX242" fmla="*/ 125736 w 1695641"/>
                <a:gd name="connsiteY242" fmla="*/ 321341 h 384233"/>
                <a:gd name="connsiteX243" fmla="*/ 125736 w 1695641"/>
                <a:gd name="connsiteY243" fmla="*/ 327321 h 384233"/>
                <a:gd name="connsiteX244" fmla="*/ 93339 w 1695641"/>
                <a:gd name="connsiteY244" fmla="*/ 327321 h 384233"/>
                <a:gd name="connsiteX245" fmla="*/ 93339 w 1695641"/>
                <a:gd name="connsiteY245" fmla="*/ 341512 h 384233"/>
                <a:gd name="connsiteX246" fmla="*/ 123415 w 1695641"/>
                <a:gd name="connsiteY246" fmla="*/ 341512 h 384233"/>
                <a:gd name="connsiteX247" fmla="*/ 123415 w 1695641"/>
                <a:gd name="connsiteY247" fmla="*/ 347224 h 384233"/>
                <a:gd name="connsiteX248" fmla="*/ 123415 w 1695641"/>
                <a:gd name="connsiteY248" fmla="*/ 353024 h 384233"/>
                <a:gd name="connsiteX249" fmla="*/ 93339 w 1695641"/>
                <a:gd name="connsiteY249" fmla="*/ 353024 h 384233"/>
                <a:gd name="connsiteX250" fmla="*/ 93339 w 1695641"/>
                <a:gd name="connsiteY250" fmla="*/ 370428 h 384233"/>
                <a:gd name="connsiteX251" fmla="*/ 127164 w 1695641"/>
                <a:gd name="connsiteY251" fmla="*/ 370428 h 384233"/>
                <a:gd name="connsiteX252" fmla="*/ 127164 w 1695641"/>
                <a:gd name="connsiteY252" fmla="*/ 376408 h 384233"/>
                <a:gd name="connsiteX253" fmla="*/ 127164 w 1695641"/>
                <a:gd name="connsiteY253" fmla="*/ 382298 h 384233"/>
                <a:gd name="connsiteX254" fmla="*/ 80487 w 1695641"/>
                <a:gd name="connsiteY254" fmla="*/ 382298 h 384233"/>
                <a:gd name="connsiteX255" fmla="*/ 190189 w 1695641"/>
                <a:gd name="connsiteY255" fmla="*/ 315324 h 384233"/>
                <a:gd name="connsiteX256" fmla="*/ 202952 w 1695641"/>
                <a:gd name="connsiteY256" fmla="*/ 315324 h 384233"/>
                <a:gd name="connsiteX257" fmla="*/ 202952 w 1695641"/>
                <a:gd name="connsiteY257" fmla="*/ 363429 h 384233"/>
                <a:gd name="connsiteX258" fmla="*/ 197954 w 1695641"/>
                <a:gd name="connsiteY258" fmla="*/ 378779 h 384233"/>
                <a:gd name="connsiteX259" fmla="*/ 183138 w 1695641"/>
                <a:gd name="connsiteY259" fmla="*/ 384045 h 384233"/>
                <a:gd name="connsiteX260" fmla="*/ 167878 w 1695641"/>
                <a:gd name="connsiteY260" fmla="*/ 378243 h 384233"/>
                <a:gd name="connsiteX261" fmla="*/ 163326 w 1695641"/>
                <a:gd name="connsiteY261" fmla="*/ 360394 h 384233"/>
                <a:gd name="connsiteX262" fmla="*/ 163326 w 1695641"/>
                <a:gd name="connsiteY262" fmla="*/ 356914 h 384233"/>
                <a:gd name="connsiteX263" fmla="*/ 175553 w 1695641"/>
                <a:gd name="connsiteY263" fmla="*/ 356914 h 384233"/>
                <a:gd name="connsiteX264" fmla="*/ 175553 w 1695641"/>
                <a:gd name="connsiteY264" fmla="*/ 360930 h 384233"/>
                <a:gd name="connsiteX265" fmla="*/ 177248 w 1695641"/>
                <a:gd name="connsiteY265" fmla="*/ 369854 h 384233"/>
                <a:gd name="connsiteX266" fmla="*/ 183049 w 1695641"/>
                <a:gd name="connsiteY266" fmla="*/ 372799 h 384233"/>
                <a:gd name="connsiteX267" fmla="*/ 188493 w 1695641"/>
                <a:gd name="connsiteY267" fmla="*/ 370657 h 384233"/>
                <a:gd name="connsiteX268" fmla="*/ 190189 w 1695641"/>
                <a:gd name="connsiteY268" fmla="*/ 363697 h 384233"/>
                <a:gd name="connsiteX269" fmla="*/ 14815 w 1695641"/>
                <a:gd name="connsiteY269" fmla="*/ 315323 h 384233"/>
                <a:gd name="connsiteX270" fmla="*/ 44891 w 1695641"/>
                <a:gd name="connsiteY270" fmla="*/ 315323 h 384233"/>
                <a:gd name="connsiteX271" fmla="*/ 58814 w 1695641"/>
                <a:gd name="connsiteY271" fmla="*/ 319785 h 384233"/>
                <a:gd name="connsiteX272" fmla="*/ 63902 w 1695641"/>
                <a:gd name="connsiteY272" fmla="*/ 332280 h 384233"/>
                <a:gd name="connsiteX273" fmla="*/ 58189 w 1695641"/>
                <a:gd name="connsiteY273" fmla="*/ 344864 h 384233"/>
                <a:gd name="connsiteX274" fmla="*/ 56137 w 1695641"/>
                <a:gd name="connsiteY274" fmla="*/ 346203 h 384233"/>
                <a:gd name="connsiteX275" fmla="*/ 60064 w 1695641"/>
                <a:gd name="connsiteY275" fmla="*/ 348434 h 384233"/>
                <a:gd name="connsiteX276" fmla="*/ 65954 w 1695641"/>
                <a:gd name="connsiteY276" fmla="*/ 361285 h 384233"/>
                <a:gd name="connsiteX277" fmla="*/ 60064 w 1695641"/>
                <a:gd name="connsiteY277" fmla="*/ 376815 h 384233"/>
                <a:gd name="connsiteX278" fmla="*/ 43017 w 1695641"/>
                <a:gd name="connsiteY278" fmla="*/ 382170 h 384233"/>
                <a:gd name="connsiteX279" fmla="*/ 15083 w 1695641"/>
                <a:gd name="connsiteY279" fmla="*/ 382170 h 384233"/>
                <a:gd name="connsiteX280" fmla="*/ 700246 w 1695641"/>
                <a:gd name="connsiteY280" fmla="*/ 315235 h 384233"/>
                <a:gd name="connsiteX281" fmla="*/ 713098 w 1695641"/>
                <a:gd name="connsiteY281" fmla="*/ 315235 h 384233"/>
                <a:gd name="connsiteX282" fmla="*/ 713098 w 1695641"/>
                <a:gd name="connsiteY282" fmla="*/ 357360 h 384233"/>
                <a:gd name="connsiteX283" fmla="*/ 716132 w 1695641"/>
                <a:gd name="connsiteY283" fmla="*/ 368159 h 384233"/>
                <a:gd name="connsiteX284" fmla="*/ 725057 w 1695641"/>
                <a:gd name="connsiteY284" fmla="*/ 371729 h 384233"/>
                <a:gd name="connsiteX285" fmla="*/ 733982 w 1695641"/>
                <a:gd name="connsiteY285" fmla="*/ 368427 h 384233"/>
                <a:gd name="connsiteX286" fmla="*/ 736749 w 1695641"/>
                <a:gd name="connsiteY286" fmla="*/ 357360 h 384233"/>
                <a:gd name="connsiteX287" fmla="*/ 736749 w 1695641"/>
                <a:gd name="connsiteY287" fmla="*/ 315235 h 384233"/>
                <a:gd name="connsiteX288" fmla="*/ 749958 w 1695641"/>
                <a:gd name="connsiteY288" fmla="*/ 315235 h 384233"/>
                <a:gd name="connsiteX289" fmla="*/ 749958 w 1695641"/>
                <a:gd name="connsiteY289" fmla="*/ 356914 h 384233"/>
                <a:gd name="connsiteX290" fmla="*/ 744156 w 1695641"/>
                <a:gd name="connsiteY290" fmla="*/ 377620 h 384233"/>
                <a:gd name="connsiteX291" fmla="*/ 725146 w 1695641"/>
                <a:gd name="connsiteY291" fmla="*/ 383956 h 384233"/>
                <a:gd name="connsiteX292" fmla="*/ 706404 w 1695641"/>
                <a:gd name="connsiteY292" fmla="*/ 377352 h 384233"/>
                <a:gd name="connsiteX293" fmla="*/ 700246 w 1695641"/>
                <a:gd name="connsiteY293" fmla="*/ 356914 h 384233"/>
                <a:gd name="connsiteX294" fmla="*/ 1526374 w 1695641"/>
                <a:gd name="connsiteY294" fmla="*/ 313761 h 384233"/>
                <a:gd name="connsiteX295" fmla="*/ 1547261 w 1695641"/>
                <a:gd name="connsiteY295" fmla="*/ 321079 h 384233"/>
                <a:gd name="connsiteX296" fmla="*/ 1549537 w 1695641"/>
                <a:gd name="connsiteY296" fmla="*/ 323355 h 384233"/>
                <a:gd name="connsiteX297" fmla="*/ 1557570 w 1695641"/>
                <a:gd name="connsiteY297" fmla="*/ 349327 h 384233"/>
                <a:gd name="connsiteX298" fmla="*/ 1549537 w 1695641"/>
                <a:gd name="connsiteY298" fmla="*/ 374763 h 384233"/>
                <a:gd name="connsiteX299" fmla="*/ 1508175 w 1695641"/>
                <a:gd name="connsiteY299" fmla="*/ 376508 h 384233"/>
                <a:gd name="connsiteX300" fmla="*/ 1506430 w 1695641"/>
                <a:gd name="connsiteY300" fmla="*/ 374763 h 384233"/>
                <a:gd name="connsiteX301" fmla="*/ 1498397 w 1695641"/>
                <a:gd name="connsiteY301" fmla="*/ 349327 h 384233"/>
                <a:gd name="connsiteX302" fmla="*/ 1506430 w 1695641"/>
                <a:gd name="connsiteY302" fmla="*/ 323355 h 384233"/>
                <a:gd name="connsiteX303" fmla="*/ 1526374 w 1695641"/>
                <a:gd name="connsiteY303" fmla="*/ 313761 h 384233"/>
                <a:gd name="connsiteX304" fmla="*/ 1400517 w 1695641"/>
                <a:gd name="connsiteY304" fmla="*/ 313754 h 384233"/>
                <a:gd name="connsiteX305" fmla="*/ 1421460 w 1695641"/>
                <a:gd name="connsiteY305" fmla="*/ 321118 h 384233"/>
                <a:gd name="connsiteX306" fmla="*/ 1423697 w 1695641"/>
                <a:gd name="connsiteY306" fmla="*/ 323355 h 384233"/>
                <a:gd name="connsiteX307" fmla="*/ 1431641 w 1695641"/>
                <a:gd name="connsiteY307" fmla="*/ 349327 h 384233"/>
                <a:gd name="connsiteX308" fmla="*/ 1423697 w 1695641"/>
                <a:gd name="connsiteY308" fmla="*/ 374763 h 384233"/>
                <a:gd name="connsiteX309" fmla="*/ 1382207 w 1695641"/>
                <a:gd name="connsiteY309" fmla="*/ 376469 h 384233"/>
                <a:gd name="connsiteX310" fmla="*/ 1380501 w 1695641"/>
                <a:gd name="connsiteY310" fmla="*/ 374763 h 384233"/>
                <a:gd name="connsiteX311" fmla="*/ 1380500 w 1695641"/>
                <a:gd name="connsiteY311" fmla="*/ 374763 h 384233"/>
                <a:gd name="connsiteX312" fmla="*/ 1372557 w 1695641"/>
                <a:gd name="connsiteY312" fmla="*/ 349327 h 384233"/>
                <a:gd name="connsiteX313" fmla="*/ 1380500 w 1695641"/>
                <a:gd name="connsiteY313" fmla="*/ 323355 h 384233"/>
                <a:gd name="connsiteX314" fmla="*/ 1400517 w 1695641"/>
                <a:gd name="connsiteY314" fmla="*/ 313754 h 384233"/>
                <a:gd name="connsiteX315" fmla="*/ 935084 w 1695641"/>
                <a:gd name="connsiteY315" fmla="*/ 313754 h 384233"/>
                <a:gd name="connsiteX316" fmla="*/ 956027 w 1695641"/>
                <a:gd name="connsiteY316" fmla="*/ 321118 h 384233"/>
                <a:gd name="connsiteX317" fmla="*/ 958264 w 1695641"/>
                <a:gd name="connsiteY317" fmla="*/ 323355 h 384233"/>
                <a:gd name="connsiteX318" fmla="*/ 966208 w 1695641"/>
                <a:gd name="connsiteY318" fmla="*/ 349327 h 384233"/>
                <a:gd name="connsiteX319" fmla="*/ 958264 w 1695641"/>
                <a:gd name="connsiteY319" fmla="*/ 374763 h 384233"/>
                <a:gd name="connsiteX320" fmla="*/ 916774 w 1695641"/>
                <a:gd name="connsiteY320" fmla="*/ 376469 h 384233"/>
                <a:gd name="connsiteX321" fmla="*/ 915068 w 1695641"/>
                <a:gd name="connsiteY321" fmla="*/ 374763 h 384233"/>
                <a:gd name="connsiteX322" fmla="*/ 915067 w 1695641"/>
                <a:gd name="connsiteY322" fmla="*/ 374763 h 384233"/>
                <a:gd name="connsiteX323" fmla="*/ 907124 w 1695641"/>
                <a:gd name="connsiteY323" fmla="*/ 349327 h 384233"/>
                <a:gd name="connsiteX324" fmla="*/ 915067 w 1695641"/>
                <a:gd name="connsiteY324" fmla="*/ 323355 h 384233"/>
                <a:gd name="connsiteX325" fmla="*/ 935084 w 1695641"/>
                <a:gd name="connsiteY325" fmla="*/ 313754 h 384233"/>
                <a:gd name="connsiteX326" fmla="*/ 1598624 w 1695641"/>
                <a:gd name="connsiteY326" fmla="*/ 313717 h 384233"/>
                <a:gd name="connsiteX327" fmla="*/ 1617099 w 1695641"/>
                <a:gd name="connsiteY327" fmla="*/ 319786 h 384233"/>
                <a:gd name="connsiteX328" fmla="*/ 1625578 w 1695641"/>
                <a:gd name="connsiteY328" fmla="*/ 336207 h 384233"/>
                <a:gd name="connsiteX329" fmla="*/ 1612994 w 1695641"/>
                <a:gd name="connsiteY329" fmla="*/ 336207 h 384233"/>
                <a:gd name="connsiteX330" fmla="*/ 1608442 w 1695641"/>
                <a:gd name="connsiteY330" fmla="*/ 328621 h 384233"/>
                <a:gd name="connsiteX331" fmla="*/ 1599517 w 1695641"/>
                <a:gd name="connsiteY331" fmla="*/ 325319 h 384233"/>
                <a:gd name="connsiteX332" fmla="*/ 1586397 w 1695641"/>
                <a:gd name="connsiteY332" fmla="*/ 331566 h 384233"/>
                <a:gd name="connsiteX333" fmla="*/ 1586397 w 1695641"/>
                <a:gd name="connsiteY333" fmla="*/ 366373 h 384233"/>
                <a:gd name="connsiteX334" fmla="*/ 1599696 w 1695641"/>
                <a:gd name="connsiteY334" fmla="*/ 372353 h 384233"/>
                <a:gd name="connsiteX335" fmla="*/ 1611298 w 1695641"/>
                <a:gd name="connsiteY335" fmla="*/ 366106 h 384233"/>
                <a:gd name="connsiteX336" fmla="*/ 1614689 w 1695641"/>
                <a:gd name="connsiteY336" fmla="*/ 357895 h 384233"/>
                <a:gd name="connsiteX337" fmla="*/ 1600231 w 1695641"/>
                <a:gd name="connsiteY337" fmla="*/ 357895 h 384233"/>
                <a:gd name="connsiteX338" fmla="*/ 1600231 w 1695641"/>
                <a:gd name="connsiteY338" fmla="*/ 346382 h 384233"/>
                <a:gd name="connsiteX339" fmla="*/ 1626024 w 1695641"/>
                <a:gd name="connsiteY339" fmla="*/ 346382 h 384233"/>
                <a:gd name="connsiteX340" fmla="*/ 1626024 w 1695641"/>
                <a:gd name="connsiteY340" fmla="*/ 382081 h 384233"/>
                <a:gd name="connsiteX341" fmla="*/ 1617099 w 1695641"/>
                <a:gd name="connsiteY341" fmla="*/ 382081 h 384233"/>
                <a:gd name="connsiteX342" fmla="*/ 1615850 w 1695641"/>
                <a:gd name="connsiteY342" fmla="*/ 373156 h 384233"/>
                <a:gd name="connsiteX343" fmla="*/ 1615671 w 1695641"/>
                <a:gd name="connsiteY343" fmla="*/ 374762 h 384233"/>
                <a:gd name="connsiteX344" fmla="*/ 1597821 w 1695641"/>
                <a:gd name="connsiteY344" fmla="*/ 384223 h 384233"/>
                <a:gd name="connsiteX345" fmla="*/ 1597821 w 1695641"/>
                <a:gd name="connsiteY345" fmla="*/ 383687 h 384233"/>
                <a:gd name="connsiteX346" fmla="*/ 1576401 w 1695641"/>
                <a:gd name="connsiteY346" fmla="*/ 374762 h 384233"/>
                <a:gd name="connsiteX347" fmla="*/ 1576401 w 1695641"/>
                <a:gd name="connsiteY347" fmla="*/ 323356 h 384233"/>
                <a:gd name="connsiteX348" fmla="*/ 1598624 w 1695641"/>
                <a:gd name="connsiteY348" fmla="*/ 313717 h 384233"/>
                <a:gd name="connsiteX349" fmla="*/ 1205662 w 1695641"/>
                <a:gd name="connsiteY349" fmla="*/ 313538 h 384233"/>
                <a:gd name="connsiteX350" fmla="*/ 1223511 w 1695641"/>
                <a:gd name="connsiteY350" fmla="*/ 319964 h 384233"/>
                <a:gd name="connsiteX351" fmla="*/ 1232436 w 1695641"/>
                <a:gd name="connsiteY351" fmla="*/ 337367 h 384233"/>
                <a:gd name="connsiteX352" fmla="*/ 1219584 w 1695641"/>
                <a:gd name="connsiteY352" fmla="*/ 337367 h 384233"/>
                <a:gd name="connsiteX353" fmla="*/ 1215300 w 1695641"/>
                <a:gd name="connsiteY353" fmla="*/ 328442 h 384233"/>
                <a:gd name="connsiteX354" fmla="*/ 1206376 w 1695641"/>
                <a:gd name="connsiteY354" fmla="*/ 325229 h 384233"/>
                <a:gd name="connsiteX355" fmla="*/ 1195130 w 1695641"/>
                <a:gd name="connsiteY355" fmla="*/ 331477 h 384233"/>
                <a:gd name="connsiteX356" fmla="*/ 1191114 w 1695641"/>
                <a:gd name="connsiteY356" fmla="*/ 348702 h 384233"/>
                <a:gd name="connsiteX357" fmla="*/ 1195130 w 1695641"/>
                <a:gd name="connsiteY357" fmla="*/ 365480 h 384233"/>
                <a:gd name="connsiteX358" fmla="*/ 1214212 w 1695641"/>
                <a:gd name="connsiteY358" fmla="*/ 369182 h 384233"/>
                <a:gd name="connsiteX359" fmla="*/ 1215746 w 1695641"/>
                <a:gd name="connsiteY359" fmla="*/ 367979 h 384233"/>
                <a:gd name="connsiteX360" fmla="*/ 1220030 w 1695641"/>
                <a:gd name="connsiteY360" fmla="*/ 358430 h 384233"/>
                <a:gd name="connsiteX361" fmla="*/ 1231901 w 1695641"/>
                <a:gd name="connsiteY361" fmla="*/ 358787 h 384233"/>
                <a:gd name="connsiteX362" fmla="*/ 1223511 w 1695641"/>
                <a:gd name="connsiteY362" fmla="*/ 377172 h 384233"/>
                <a:gd name="connsiteX363" fmla="*/ 1205662 w 1695641"/>
                <a:gd name="connsiteY363" fmla="*/ 384044 h 384233"/>
                <a:gd name="connsiteX364" fmla="*/ 1185045 w 1695641"/>
                <a:gd name="connsiteY364" fmla="*/ 374584 h 384233"/>
                <a:gd name="connsiteX365" fmla="*/ 1177370 w 1695641"/>
                <a:gd name="connsiteY365" fmla="*/ 349148 h 384233"/>
                <a:gd name="connsiteX366" fmla="*/ 1185045 w 1695641"/>
                <a:gd name="connsiteY366" fmla="*/ 323177 h 384233"/>
                <a:gd name="connsiteX367" fmla="*/ 1205662 w 1695641"/>
                <a:gd name="connsiteY367" fmla="*/ 313538 h 384233"/>
                <a:gd name="connsiteX368" fmla="*/ 523890 w 1695641"/>
                <a:gd name="connsiteY368" fmla="*/ 313538 h 384233"/>
                <a:gd name="connsiteX369" fmla="*/ 540758 w 1695641"/>
                <a:gd name="connsiteY369" fmla="*/ 319428 h 384233"/>
                <a:gd name="connsiteX370" fmla="*/ 547898 w 1695641"/>
                <a:gd name="connsiteY370" fmla="*/ 335404 h 384233"/>
                <a:gd name="connsiteX371" fmla="*/ 534867 w 1695641"/>
                <a:gd name="connsiteY371" fmla="*/ 335404 h 384233"/>
                <a:gd name="connsiteX372" fmla="*/ 531029 w 1695641"/>
                <a:gd name="connsiteY372" fmla="*/ 327817 h 384233"/>
                <a:gd name="connsiteX373" fmla="*/ 522105 w 1695641"/>
                <a:gd name="connsiteY373" fmla="*/ 325051 h 384233"/>
                <a:gd name="connsiteX374" fmla="*/ 514519 w 1695641"/>
                <a:gd name="connsiteY374" fmla="*/ 327371 h 384233"/>
                <a:gd name="connsiteX375" fmla="*/ 511752 w 1695641"/>
                <a:gd name="connsiteY375" fmla="*/ 333886 h 384233"/>
                <a:gd name="connsiteX376" fmla="*/ 514608 w 1695641"/>
                <a:gd name="connsiteY376" fmla="*/ 338527 h 384233"/>
                <a:gd name="connsiteX377" fmla="*/ 526745 w 1695641"/>
                <a:gd name="connsiteY377" fmla="*/ 342365 h 384233"/>
                <a:gd name="connsiteX378" fmla="*/ 544595 w 1695641"/>
                <a:gd name="connsiteY378" fmla="*/ 349951 h 384233"/>
                <a:gd name="connsiteX379" fmla="*/ 549058 w 1695641"/>
                <a:gd name="connsiteY379" fmla="*/ 363517 h 384233"/>
                <a:gd name="connsiteX380" fmla="*/ 542274 w 1695641"/>
                <a:gd name="connsiteY380" fmla="*/ 378510 h 384233"/>
                <a:gd name="connsiteX381" fmla="*/ 523801 w 1695641"/>
                <a:gd name="connsiteY381" fmla="*/ 384044 h 384233"/>
                <a:gd name="connsiteX382" fmla="*/ 505951 w 1695641"/>
                <a:gd name="connsiteY382" fmla="*/ 378153 h 384233"/>
                <a:gd name="connsiteX383" fmla="*/ 498900 w 1695641"/>
                <a:gd name="connsiteY383" fmla="*/ 361464 h 384233"/>
                <a:gd name="connsiteX384" fmla="*/ 511306 w 1695641"/>
                <a:gd name="connsiteY384" fmla="*/ 361465 h 384233"/>
                <a:gd name="connsiteX385" fmla="*/ 514876 w 1695641"/>
                <a:gd name="connsiteY385" fmla="*/ 369675 h 384233"/>
                <a:gd name="connsiteX386" fmla="*/ 523801 w 1695641"/>
                <a:gd name="connsiteY386" fmla="*/ 372531 h 384233"/>
                <a:gd name="connsiteX387" fmla="*/ 533439 w 1695641"/>
                <a:gd name="connsiteY387" fmla="*/ 370389 h 384233"/>
                <a:gd name="connsiteX388" fmla="*/ 536920 w 1695641"/>
                <a:gd name="connsiteY388" fmla="*/ 364410 h 384233"/>
                <a:gd name="connsiteX389" fmla="*/ 534421 w 1695641"/>
                <a:gd name="connsiteY389" fmla="*/ 358787 h 384233"/>
                <a:gd name="connsiteX390" fmla="*/ 523979 w 1695641"/>
                <a:gd name="connsiteY390" fmla="*/ 355128 h 384233"/>
                <a:gd name="connsiteX391" fmla="*/ 504434 w 1695641"/>
                <a:gd name="connsiteY391" fmla="*/ 347452 h 384233"/>
                <a:gd name="connsiteX392" fmla="*/ 499525 w 1695641"/>
                <a:gd name="connsiteY392" fmla="*/ 334690 h 384233"/>
                <a:gd name="connsiteX393" fmla="*/ 506040 w 1695641"/>
                <a:gd name="connsiteY393" fmla="*/ 319249 h 384233"/>
                <a:gd name="connsiteX394" fmla="*/ 523890 w 1695641"/>
                <a:gd name="connsiteY394" fmla="*/ 313538 h 384233"/>
                <a:gd name="connsiteX395" fmla="*/ 336367 w 1695641"/>
                <a:gd name="connsiteY395" fmla="*/ 313293 h 384233"/>
                <a:gd name="connsiteX396" fmla="*/ 357351 w 1695641"/>
                <a:gd name="connsiteY396" fmla="*/ 319250 h 384233"/>
                <a:gd name="connsiteX397" fmla="*/ 365830 w 1695641"/>
                <a:gd name="connsiteY397" fmla="*/ 335672 h 384233"/>
                <a:gd name="connsiteX398" fmla="*/ 352978 w 1695641"/>
                <a:gd name="connsiteY398" fmla="*/ 335672 h 384233"/>
                <a:gd name="connsiteX399" fmla="*/ 348515 w 1695641"/>
                <a:gd name="connsiteY399" fmla="*/ 328086 h 384233"/>
                <a:gd name="connsiteX400" fmla="*/ 339591 w 1695641"/>
                <a:gd name="connsiteY400" fmla="*/ 324783 h 384233"/>
                <a:gd name="connsiteX401" fmla="*/ 326472 w 1695641"/>
                <a:gd name="connsiteY401" fmla="*/ 331031 h 384233"/>
                <a:gd name="connsiteX402" fmla="*/ 321741 w 1695641"/>
                <a:gd name="connsiteY402" fmla="*/ 348881 h 384233"/>
                <a:gd name="connsiteX403" fmla="*/ 326293 w 1695641"/>
                <a:gd name="connsiteY403" fmla="*/ 366195 h 384233"/>
                <a:gd name="connsiteX404" fmla="*/ 339591 w 1695641"/>
                <a:gd name="connsiteY404" fmla="*/ 372175 h 384233"/>
                <a:gd name="connsiteX405" fmla="*/ 351193 w 1695641"/>
                <a:gd name="connsiteY405" fmla="*/ 365928 h 384233"/>
                <a:gd name="connsiteX406" fmla="*/ 354584 w 1695641"/>
                <a:gd name="connsiteY406" fmla="*/ 357717 h 384233"/>
                <a:gd name="connsiteX407" fmla="*/ 340127 w 1695641"/>
                <a:gd name="connsiteY407" fmla="*/ 357717 h 384233"/>
                <a:gd name="connsiteX408" fmla="*/ 340127 w 1695641"/>
                <a:gd name="connsiteY408" fmla="*/ 346203 h 384233"/>
                <a:gd name="connsiteX409" fmla="*/ 366187 w 1695641"/>
                <a:gd name="connsiteY409" fmla="*/ 346203 h 384233"/>
                <a:gd name="connsiteX410" fmla="*/ 366187 w 1695641"/>
                <a:gd name="connsiteY410" fmla="*/ 381903 h 384233"/>
                <a:gd name="connsiteX411" fmla="*/ 357262 w 1695641"/>
                <a:gd name="connsiteY411" fmla="*/ 381903 h 384233"/>
                <a:gd name="connsiteX412" fmla="*/ 356012 w 1695641"/>
                <a:gd name="connsiteY412" fmla="*/ 372978 h 384233"/>
                <a:gd name="connsiteX413" fmla="*/ 355299 w 1695641"/>
                <a:gd name="connsiteY413" fmla="*/ 374049 h 384233"/>
                <a:gd name="connsiteX414" fmla="*/ 337551 w 1695641"/>
                <a:gd name="connsiteY414" fmla="*/ 383456 h 384233"/>
                <a:gd name="connsiteX415" fmla="*/ 316743 w 1695641"/>
                <a:gd name="connsiteY415" fmla="*/ 374228 h 384233"/>
                <a:gd name="connsiteX416" fmla="*/ 316743 w 1695641"/>
                <a:gd name="connsiteY416" fmla="*/ 322820 h 384233"/>
                <a:gd name="connsiteX417" fmla="*/ 336367 w 1695641"/>
                <a:gd name="connsiteY417" fmla="*/ 313293 h 384233"/>
                <a:gd name="connsiteX418" fmla="*/ 381539 w 1695641"/>
                <a:gd name="connsiteY418" fmla="*/ 228751 h 384233"/>
                <a:gd name="connsiteX419" fmla="*/ 381449 w 1695641"/>
                <a:gd name="connsiteY419" fmla="*/ 228930 h 384233"/>
                <a:gd name="connsiteX420" fmla="*/ 381464 w 1695641"/>
                <a:gd name="connsiteY420" fmla="*/ 228833 h 384233"/>
                <a:gd name="connsiteX421" fmla="*/ 350212 w 1695641"/>
                <a:gd name="connsiteY421" fmla="*/ 205101 h 384233"/>
                <a:gd name="connsiteX422" fmla="*/ 359137 w 1695641"/>
                <a:gd name="connsiteY422" fmla="*/ 216256 h 384233"/>
                <a:gd name="connsiteX423" fmla="*/ 368597 w 1695641"/>
                <a:gd name="connsiteY423" fmla="*/ 213936 h 384233"/>
                <a:gd name="connsiteX424" fmla="*/ 379575 w 1695641"/>
                <a:gd name="connsiteY424" fmla="*/ 213936 h 384233"/>
                <a:gd name="connsiteX425" fmla="*/ 383413 w 1695641"/>
                <a:gd name="connsiteY425" fmla="*/ 215721 h 384233"/>
                <a:gd name="connsiteX426" fmla="*/ 382520 w 1695641"/>
                <a:gd name="connsiteY426" fmla="*/ 221968 h 384233"/>
                <a:gd name="connsiteX427" fmla="*/ 381464 w 1695641"/>
                <a:gd name="connsiteY427" fmla="*/ 228833 h 384233"/>
                <a:gd name="connsiteX428" fmla="*/ 376719 w 1695641"/>
                <a:gd name="connsiteY428" fmla="*/ 234017 h 384233"/>
                <a:gd name="connsiteX429" fmla="*/ 371810 w 1695641"/>
                <a:gd name="connsiteY429" fmla="*/ 237676 h 384233"/>
                <a:gd name="connsiteX430" fmla="*/ 368330 w 1695641"/>
                <a:gd name="connsiteY430" fmla="*/ 247583 h 384233"/>
                <a:gd name="connsiteX431" fmla="*/ 361368 w 1695641"/>
                <a:gd name="connsiteY431" fmla="*/ 252313 h 384233"/>
                <a:gd name="connsiteX432" fmla="*/ 353336 w 1695641"/>
                <a:gd name="connsiteY432" fmla="*/ 253027 h 384233"/>
                <a:gd name="connsiteX433" fmla="*/ 342715 w 1695641"/>
                <a:gd name="connsiteY433" fmla="*/ 257490 h 384233"/>
                <a:gd name="connsiteX434" fmla="*/ 330041 w 1695641"/>
                <a:gd name="connsiteY434" fmla="*/ 247048 h 384233"/>
                <a:gd name="connsiteX435" fmla="*/ 331380 w 1695641"/>
                <a:gd name="connsiteY435" fmla="*/ 239193 h 384233"/>
                <a:gd name="connsiteX436" fmla="*/ 329506 w 1695641"/>
                <a:gd name="connsiteY436" fmla="*/ 232946 h 384233"/>
                <a:gd name="connsiteX437" fmla="*/ 333344 w 1695641"/>
                <a:gd name="connsiteY437" fmla="*/ 225627 h 384233"/>
                <a:gd name="connsiteX438" fmla="*/ 343072 w 1695641"/>
                <a:gd name="connsiteY438" fmla="*/ 208939 h 384233"/>
                <a:gd name="connsiteX439" fmla="*/ 350212 w 1695641"/>
                <a:gd name="connsiteY439" fmla="*/ 205101 h 384233"/>
                <a:gd name="connsiteX440" fmla="*/ 469269 w 1695641"/>
                <a:gd name="connsiteY440" fmla="*/ 183145 h 384233"/>
                <a:gd name="connsiteX441" fmla="*/ 476410 w 1695641"/>
                <a:gd name="connsiteY441" fmla="*/ 184752 h 384233"/>
                <a:gd name="connsiteX442" fmla="*/ 483639 w 1695641"/>
                <a:gd name="connsiteY442" fmla="*/ 188500 h 384233"/>
                <a:gd name="connsiteX443" fmla="*/ 490868 w 1695641"/>
                <a:gd name="connsiteY443" fmla="*/ 189125 h 384233"/>
                <a:gd name="connsiteX444" fmla="*/ 498008 w 1695641"/>
                <a:gd name="connsiteY444" fmla="*/ 191356 h 384233"/>
                <a:gd name="connsiteX445" fmla="*/ 504166 w 1695641"/>
                <a:gd name="connsiteY445" fmla="*/ 190375 h 384233"/>
                <a:gd name="connsiteX446" fmla="*/ 518802 w 1695641"/>
                <a:gd name="connsiteY446" fmla="*/ 203316 h 384233"/>
                <a:gd name="connsiteX447" fmla="*/ 517999 w 1695641"/>
                <a:gd name="connsiteY447" fmla="*/ 203494 h 384233"/>
                <a:gd name="connsiteX448" fmla="*/ 521837 w 1695641"/>
                <a:gd name="connsiteY448" fmla="*/ 209117 h 384233"/>
                <a:gd name="connsiteX449" fmla="*/ 521837 w 1695641"/>
                <a:gd name="connsiteY449" fmla="*/ 216435 h 384233"/>
                <a:gd name="connsiteX450" fmla="*/ 516660 w 1695641"/>
                <a:gd name="connsiteY450" fmla="*/ 223219 h 384233"/>
                <a:gd name="connsiteX451" fmla="*/ 512644 w 1695641"/>
                <a:gd name="connsiteY451" fmla="*/ 231430 h 384233"/>
                <a:gd name="connsiteX452" fmla="*/ 507915 w 1695641"/>
                <a:gd name="connsiteY452" fmla="*/ 236963 h 384233"/>
                <a:gd name="connsiteX453" fmla="*/ 499704 w 1695641"/>
                <a:gd name="connsiteY453" fmla="*/ 240265 h 384233"/>
                <a:gd name="connsiteX454" fmla="*/ 492742 w 1695641"/>
                <a:gd name="connsiteY454" fmla="*/ 240265 h 384233"/>
                <a:gd name="connsiteX455" fmla="*/ 485424 w 1695641"/>
                <a:gd name="connsiteY455" fmla="*/ 243746 h 384233"/>
                <a:gd name="connsiteX456" fmla="*/ 479712 w 1695641"/>
                <a:gd name="connsiteY456" fmla="*/ 237677 h 384233"/>
                <a:gd name="connsiteX457" fmla="*/ 479712 w 1695641"/>
                <a:gd name="connsiteY457" fmla="*/ 229645 h 384233"/>
                <a:gd name="connsiteX458" fmla="*/ 473821 w 1695641"/>
                <a:gd name="connsiteY458" fmla="*/ 218845 h 384233"/>
                <a:gd name="connsiteX459" fmla="*/ 469091 w 1695641"/>
                <a:gd name="connsiteY459" fmla="*/ 209474 h 384233"/>
                <a:gd name="connsiteX460" fmla="*/ 466324 w 1695641"/>
                <a:gd name="connsiteY460" fmla="*/ 199032 h 384233"/>
                <a:gd name="connsiteX461" fmla="*/ 466860 w 1695641"/>
                <a:gd name="connsiteY461" fmla="*/ 192606 h 384233"/>
                <a:gd name="connsiteX462" fmla="*/ 469269 w 1695641"/>
                <a:gd name="connsiteY462" fmla="*/ 183145 h 384233"/>
                <a:gd name="connsiteX463" fmla="*/ 443656 w 1695641"/>
                <a:gd name="connsiteY463" fmla="*/ 131382 h 384233"/>
                <a:gd name="connsiteX464" fmla="*/ 437051 w 1695641"/>
                <a:gd name="connsiteY464" fmla="*/ 132274 h 384233"/>
                <a:gd name="connsiteX465" fmla="*/ 430269 w 1695641"/>
                <a:gd name="connsiteY465" fmla="*/ 134505 h 384233"/>
                <a:gd name="connsiteX466" fmla="*/ 425181 w 1695641"/>
                <a:gd name="connsiteY466" fmla="*/ 137718 h 384233"/>
                <a:gd name="connsiteX467" fmla="*/ 411972 w 1695641"/>
                <a:gd name="connsiteY467" fmla="*/ 143429 h 384233"/>
                <a:gd name="connsiteX468" fmla="*/ 407956 w 1695641"/>
                <a:gd name="connsiteY468" fmla="*/ 150212 h 384233"/>
                <a:gd name="connsiteX469" fmla="*/ 413668 w 1695641"/>
                <a:gd name="connsiteY469" fmla="*/ 155924 h 384233"/>
                <a:gd name="connsiteX470" fmla="*/ 423753 w 1695641"/>
                <a:gd name="connsiteY470" fmla="*/ 152801 h 384233"/>
                <a:gd name="connsiteX471" fmla="*/ 433214 w 1695641"/>
                <a:gd name="connsiteY471" fmla="*/ 145482 h 384233"/>
                <a:gd name="connsiteX472" fmla="*/ 441068 w 1695641"/>
                <a:gd name="connsiteY472" fmla="*/ 138521 h 384233"/>
                <a:gd name="connsiteX473" fmla="*/ 443656 w 1695641"/>
                <a:gd name="connsiteY473" fmla="*/ 131382 h 384233"/>
                <a:gd name="connsiteX474" fmla="*/ 757186 w 1695641"/>
                <a:gd name="connsiteY474" fmla="*/ 117012 h 384233"/>
                <a:gd name="connsiteX475" fmla="*/ 746743 w 1695641"/>
                <a:gd name="connsiteY475" fmla="*/ 118797 h 384233"/>
                <a:gd name="connsiteX476" fmla="*/ 744244 w 1695641"/>
                <a:gd name="connsiteY476" fmla="*/ 124330 h 384233"/>
                <a:gd name="connsiteX477" fmla="*/ 745048 w 1695641"/>
                <a:gd name="connsiteY477" fmla="*/ 129507 h 384233"/>
                <a:gd name="connsiteX478" fmla="*/ 753973 w 1695641"/>
                <a:gd name="connsiteY478" fmla="*/ 130488 h 384233"/>
                <a:gd name="connsiteX479" fmla="*/ 754062 w 1695641"/>
                <a:gd name="connsiteY479" fmla="*/ 130488 h 384233"/>
                <a:gd name="connsiteX480" fmla="*/ 760042 w 1695641"/>
                <a:gd name="connsiteY480" fmla="*/ 120135 h 384233"/>
                <a:gd name="connsiteX481" fmla="*/ 760062 w 1695641"/>
                <a:gd name="connsiteY481" fmla="*/ 119664 h 384233"/>
                <a:gd name="connsiteX482" fmla="*/ 757186 w 1695641"/>
                <a:gd name="connsiteY482" fmla="*/ 117012 h 384233"/>
                <a:gd name="connsiteX483" fmla="*/ 788423 w 1695641"/>
                <a:gd name="connsiteY483" fmla="*/ 107730 h 384233"/>
                <a:gd name="connsiteX484" fmla="*/ 780302 w 1695641"/>
                <a:gd name="connsiteY484" fmla="*/ 110407 h 384233"/>
                <a:gd name="connsiteX485" fmla="*/ 779319 w 1695641"/>
                <a:gd name="connsiteY485" fmla="*/ 118529 h 384233"/>
                <a:gd name="connsiteX486" fmla="*/ 784317 w 1695641"/>
                <a:gd name="connsiteY486" fmla="*/ 123080 h 384233"/>
                <a:gd name="connsiteX487" fmla="*/ 793242 w 1695641"/>
                <a:gd name="connsiteY487" fmla="*/ 116387 h 384233"/>
                <a:gd name="connsiteX488" fmla="*/ 793600 w 1695641"/>
                <a:gd name="connsiteY488" fmla="*/ 116387 h 384233"/>
                <a:gd name="connsiteX489" fmla="*/ 793600 w 1695641"/>
                <a:gd name="connsiteY489" fmla="*/ 109604 h 384233"/>
                <a:gd name="connsiteX490" fmla="*/ 788423 w 1695641"/>
                <a:gd name="connsiteY490" fmla="*/ 107730 h 384233"/>
                <a:gd name="connsiteX491" fmla="*/ 462041 w 1695641"/>
                <a:gd name="connsiteY491" fmla="*/ 97466 h 384233"/>
                <a:gd name="connsiteX492" fmla="*/ 469716 w 1695641"/>
                <a:gd name="connsiteY492" fmla="*/ 100412 h 384233"/>
                <a:gd name="connsiteX493" fmla="*/ 478641 w 1695641"/>
                <a:gd name="connsiteY493" fmla="*/ 100412 h 384233"/>
                <a:gd name="connsiteX494" fmla="*/ 491225 w 1695641"/>
                <a:gd name="connsiteY494" fmla="*/ 108623 h 384233"/>
                <a:gd name="connsiteX495" fmla="*/ 494706 w 1695641"/>
                <a:gd name="connsiteY495" fmla="*/ 119065 h 384233"/>
                <a:gd name="connsiteX496" fmla="*/ 494706 w 1695641"/>
                <a:gd name="connsiteY496" fmla="*/ 127187 h 384233"/>
                <a:gd name="connsiteX497" fmla="*/ 484085 w 1695641"/>
                <a:gd name="connsiteY497" fmla="*/ 137985 h 384233"/>
                <a:gd name="connsiteX498" fmla="*/ 483728 w 1695641"/>
                <a:gd name="connsiteY498" fmla="*/ 137985 h 384233"/>
                <a:gd name="connsiteX499" fmla="*/ 478641 w 1695641"/>
                <a:gd name="connsiteY499" fmla="*/ 146910 h 384233"/>
                <a:gd name="connsiteX500" fmla="*/ 461951 w 1695641"/>
                <a:gd name="connsiteY500" fmla="*/ 176006 h 384233"/>
                <a:gd name="connsiteX501" fmla="*/ 454633 w 1695641"/>
                <a:gd name="connsiteY501" fmla="*/ 185377 h 384233"/>
                <a:gd name="connsiteX502" fmla="*/ 449189 w 1695641"/>
                <a:gd name="connsiteY502" fmla="*/ 186091 h 384233"/>
                <a:gd name="connsiteX503" fmla="*/ 444013 w 1695641"/>
                <a:gd name="connsiteY503" fmla="*/ 191892 h 384233"/>
                <a:gd name="connsiteX504" fmla="*/ 445709 w 1695641"/>
                <a:gd name="connsiteY504" fmla="*/ 202513 h 384233"/>
                <a:gd name="connsiteX505" fmla="*/ 445709 w 1695641"/>
                <a:gd name="connsiteY505" fmla="*/ 249725 h 384233"/>
                <a:gd name="connsiteX506" fmla="*/ 436784 w 1695641"/>
                <a:gd name="connsiteY506" fmla="*/ 263113 h 384233"/>
                <a:gd name="connsiteX507" fmla="*/ 427234 w 1695641"/>
                <a:gd name="connsiteY507" fmla="*/ 272662 h 384233"/>
                <a:gd name="connsiteX508" fmla="*/ 418309 w 1695641"/>
                <a:gd name="connsiteY508" fmla="*/ 277214 h 384233"/>
                <a:gd name="connsiteX509" fmla="*/ 414293 w 1695641"/>
                <a:gd name="connsiteY509" fmla="*/ 274447 h 384233"/>
                <a:gd name="connsiteX510" fmla="*/ 408045 w 1695641"/>
                <a:gd name="connsiteY510" fmla="*/ 271681 h 384233"/>
                <a:gd name="connsiteX511" fmla="*/ 403136 w 1695641"/>
                <a:gd name="connsiteY511" fmla="*/ 267843 h 384233"/>
                <a:gd name="connsiteX512" fmla="*/ 394926 w 1695641"/>
                <a:gd name="connsiteY512" fmla="*/ 263827 h 384233"/>
                <a:gd name="connsiteX513" fmla="*/ 390464 w 1695641"/>
                <a:gd name="connsiteY513" fmla="*/ 255437 h 384233"/>
                <a:gd name="connsiteX514" fmla="*/ 377880 w 1695641"/>
                <a:gd name="connsiteY514" fmla="*/ 242585 h 384233"/>
                <a:gd name="connsiteX515" fmla="*/ 385912 w 1695641"/>
                <a:gd name="connsiteY515" fmla="*/ 239283 h 384233"/>
                <a:gd name="connsiteX516" fmla="*/ 397781 w 1695641"/>
                <a:gd name="connsiteY516" fmla="*/ 243388 h 384233"/>
                <a:gd name="connsiteX517" fmla="*/ 407331 w 1695641"/>
                <a:gd name="connsiteY517" fmla="*/ 232232 h 384233"/>
                <a:gd name="connsiteX518" fmla="*/ 407331 w 1695641"/>
                <a:gd name="connsiteY518" fmla="*/ 224467 h 384233"/>
                <a:gd name="connsiteX519" fmla="*/ 407331 w 1695641"/>
                <a:gd name="connsiteY519" fmla="*/ 213847 h 384233"/>
                <a:gd name="connsiteX520" fmla="*/ 409027 w 1695641"/>
                <a:gd name="connsiteY520" fmla="*/ 199657 h 384233"/>
                <a:gd name="connsiteX521" fmla="*/ 406439 w 1695641"/>
                <a:gd name="connsiteY521" fmla="*/ 194837 h 384233"/>
                <a:gd name="connsiteX522" fmla="*/ 398763 w 1695641"/>
                <a:gd name="connsiteY522" fmla="*/ 192695 h 384233"/>
                <a:gd name="connsiteX523" fmla="*/ 392695 w 1695641"/>
                <a:gd name="connsiteY523" fmla="*/ 193766 h 384233"/>
                <a:gd name="connsiteX524" fmla="*/ 382967 w 1695641"/>
                <a:gd name="connsiteY524" fmla="*/ 192874 h 384233"/>
                <a:gd name="connsiteX525" fmla="*/ 379486 w 1695641"/>
                <a:gd name="connsiteY525" fmla="*/ 189750 h 384233"/>
                <a:gd name="connsiteX526" fmla="*/ 377522 w 1695641"/>
                <a:gd name="connsiteY526" fmla="*/ 182610 h 384233"/>
                <a:gd name="connsiteX527" fmla="*/ 375827 w 1695641"/>
                <a:gd name="connsiteY527" fmla="*/ 178772 h 384233"/>
                <a:gd name="connsiteX528" fmla="*/ 374934 w 1695641"/>
                <a:gd name="connsiteY528" fmla="*/ 171275 h 384233"/>
                <a:gd name="connsiteX529" fmla="*/ 372524 w 1695641"/>
                <a:gd name="connsiteY529" fmla="*/ 160298 h 384233"/>
                <a:gd name="connsiteX530" fmla="*/ 370204 w 1695641"/>
                <a:gd name="connsiteY530" fmla="*/ 146196 h 384233"/>
                <a:gd name="connsiteX531" fmla="*/ 369490 w 1695641"/>
                <a:gd name="connsiteY531" fmla="*/ 131917 h 384233"/>
                <a:gd name="connsiteX532" fmla="*/ 378415 w 1695641"/>
                <a:gd name="connsiteY532" fmla="*/ 115763 h 384233"/>
                <a:gd name="connsiteX533" fmla="*/ 386626 w 1695641"/>
                <a:gd name="connsiteY533" fmla="*/ 112104 h 384233"/>
                <a:gd name="connsiteX534" fmla="*/ 393944 w 1695641"/>
                <a:gd name="connsiteY534" fmla="*/ 115941 h 384233"/>
                <a:gd name="connsiteX535" fmla="*/ 397424 w 1695641"/>
                <a:gd name="connsiteY535" fmla="*/ 120582 h 384233"/>
                <a:gd name="connsiteX536" fmla="*/ 412597 w 1695641"/>
                <a:gd name="connsiteY536" fmla="*/ 116120 h 384233"/>
                <a:gd name="connsiteX537" fmla="*/ 423842 w 1695641"/>
                <a:gd name="connsiteY537" fmla="*/ 113085 h 384233"/>
                <a:gd name="connsiteX538" fmla="*/ 432053 w 1695641"/>
                <a:gd name="connsiteY538" fmla="*/ 110140 h 384233"/>
                <a:gd name="connsiteX539" fmla="*/ 438479 w 1695641"/>
                <a:gd name="connsiteY539" fmla="*/ 108266 h 384233"/>
                <a:gd name="connsiteX540" fmla="*/ 447404 w 1695641"/>
                <a:gd name="connsiteY540" fmla="*/ 104785 h 384233"/>
                <a:gd name="connsiteX541" fmla="*/ 452492 w 1695641"/>
                <a:gd name="connsiteY541" fmla="*/ 101483 h 384233"/>
                <a:gd name="connsiteX542" fmla="*/ 456953 w 1695641"/>
                <a:gd name="connsiteY542" fmla="*/ 99162 h 384233"/>
                <a:gd name="connsiteX543" fmla="*/ 462041 w 1695641"/>
                <a:gd name="connsiteY543" fmla="*/ 97466 h 384233"/>
                <a:gd name="connsiteX544" fmla="*/ 754508 w 1695641"/>
                <a:gd name="connsiteY544" fmla="*/ 82830 h 384233"/>
                <a:gd name="connsiteX545" fmla="*/ 745583 w 1695641"/>
                <a:gd name="connsiteY545" fmla="*/ 88988 h 384233"/>
                <a:gd name="connsiteX546" fmla="*/ 746565 w 1695641"/>
                <a:gd name="connsiteY546" fmla="*/ 97913 h 384233"/>
                <a:gd name="connsiteX547" fmla="*/ 750402 w 1695641"/>
                <a:gd name="connsiteY547" fmla="*/ 100234 h 384233"/>
                <a:gd name="connsiteX548" fmla="*/ 760577 w 1695641"/>
                <a:gd name="connsiteY548" fmla="*/ 90595 h 384233"/>
                <a:gd name="connsiteX549" fmla="*/ 761023 w 1695641"/>
                <a:gd name="connsiteY549" fmla="*/ 90327 h 384233"/>
                <a:gd name="connsiteX550" fmla="*/ 754508 w 1695641"/>
                <a:gd name="connsiteY550" fmla="*/ 82830 h 384233"/>
                <a:gd name="connsiteX551" fmla="*/ 802702 w 1695641"/>
                <a:gd name="connsiteY551" fmla="*/ 69710 h 384233"/>
                <a:gd name="connsiteX552" fmla="*/ 782265 w 1695641"/>
                <a:gd name="connsiteY552" fmla="*/ 77742 h 384233"/>
                <a:gd name="connsiteX553" fmla="*/ 785210 w 1695641"/>
                <a:gd name="connsiteY553" fmla="*/ 87381 h 384233"/>
                <a:gd name="connsiteX554" fmla="*/ 796188 w 1695641"/>
                <a:gd name="connsiteY554" fmla="*/ 88006 h 384233"/>
                <a:gd name="connsiteX555" fmla="*/ 803505 w 1695641"/>
                <a:gd name="connsiteY555" fmla="*/ 77564 h 384233"/>
                <a:gd name="connsiteX556" fmla="*/ 802702 w 1695641"/>
                <a:gd name="connsiteY556" fmla="*/ 69710 h 384233"/>
                <a:gd name="connsiteX557" fmla="*/ 1094368 w 1695641"/>
                <a:gd name="connsiteY557" fmla="*/ 67658 h 384233"/>
                <a:gd name="connsiteX558" fmla="*/ 1100348 w 1695641"/>
                <a:gd name="connsiteY558" fmla="*/ 71139 h 384233"/>
                <a:gd name="connsiteX559" fmla="*/ 1109273 w 1695641"/>
                <a:gd name="connsiteY559" fmla="*/ 79438 h 384233"/>
                <a:gd name="connsiteX560" fmla="*/ 1111950 w 1695641"/>
                <a:gd name="connsiteY560" fmla="*/ 87649 h 384233"/>
                <a:gd name="connsiteX561" fmla="*/ 1115430 w 1695641"/>
                <a:gd name="connsiteY561" fmla="*/ 93093 h 384233"/>
                <a:gd name="connsiteX562" fmla="*/ 1101597 w 1695641"/>
                <a:gd name="connsiteY562" fmla="*/ 105945 h 384233"/>
                <a:gd name="connsiteX563" fmla="*/ 1090709 w 1695641"/>
                <a:gd name="connsiteY563" fmla="*/ 114870 h 384233"/>
                <a:gd name="connsiteX564" fmla="*/ 1082319 w 1695641"/>
                <a:gd name="connsiteY564" fmla="*/ 120493 h 384233"/>
                <a:gd name="connsiteX565" fmla="*/ 1065630 w 1695641"/>
                <a:gd name="connsiteY565" fmla="*/ 132185 h 384233"/>
                <a:gd name="connsiteX566" fmla="*/ 1069646 w 1695641"/>
                <a:gd name="connsiteY566" fmla="*/ 146108 h 384233"/>
                <a:gd name="connsiteX567" fmla="*/ 1066879 w 1695641"/>
                <a:gd name="connsiteY567" fmla="*/ 152533 h 384233"/>
                <a:gd name="connsiteX568" fmla="*/ 1064648 w 1695641"/>
                <a:gd name="connsiteY568" fmla="*/ 158423 h 384233"/>
                <a:gd name="connsiteX569" fmla="*/ 1062952 w 1695641"/>
                <a:gd name="connsiteY569" fmla="*/ 164671 h 384233"/>
                <a:gd name="connsiteX570" fmla="*/ 1061792 w 1695641"/>
                <a:gd name="connsiteY570" fmla="*/ 171275 h 384233"/>
                <a:gd name="connsiteX571" fmla="*/ 1062684 w 1695641"/>
                <a:gd name="connsiteY571" fmla="*/ 188411 h 384233"/>
                <a:gd name="connsiteX572" fmla="*/ 1093565 w 1695641"/>
                <a:gd name="connsiteY572" fmla="*/ 187697 h 384233"/>
                <a:gd name="connsiteX573" fmla="*/ 1101598 w 1695641"/>
                <a:gd name="connsiteY573" fmla="*/ 184574 h 384233"/>
                <a:gd name="connsiteX574" fmla="*/ 1109273 w 1695641"/>
                <a:gd name="connsiteY574" fmla="*/ 183770 h 384233"/>
                <a:gd name="connsiteX575" fmla="*/ 1117662 w 1695641"/>
                <a:gd name="connsiteY575" fmla="*/ 186002 h 384233"/>
                <a:gd name="connsiteX576" fmla="*/ 1125872 w 1695641"/>
                <a:gd name="connsiteY576" fmla="*/ 190553 h 384233"/>
                <a:gd name="connsiteX577" fmla="*/ 1136582 w 1695641"/>
                <a:gd name="connsiteY577" fmla="*/ 199478 h 384233"/>
                <a:gd name="connsiteX578" fmla="*/ 1137564 w 1695641"/>
                <a:gd name="connsiteY578" fmla="*/ 206797 h 384233"/>
                <a:gd name="connsiteX579" fmla="*/ 1136046 w 1695641"/>
                <a:gd name="connsiteY579" fmla="*/ 206975 h 384233"/>
                <a:gd name="connsiteX580" fmla="*/ 1137117 w 1695641"/>
                <a:gd name="connsiteY580" fmla="*/ 209653 h 384233"/>
                <a:gd name="connsiteX581" fmla="*/ 1137832 w 1695641"/>
                <a:gd name="connsiteY581" fmla="*/ 213580 h 384233"/>
                <a:gd name="connsiteX582" fmla="*/ 1135154 w 1695641"/>
                <a:gd name="connsiteY582" fmla="*/ 219917 h 384233"/>
                <a:gd name="connsiteX583" fmla="*/ 1129799 w 1695641"/>
                <a:gd name="connsiteY583" fmla="*/ 225360 h 384233"/>
                <a:gd name="connsiteX584" fmla="*/ 1119357 w 1695641"/>
                <a:gd name="connsiteY584" fmla="*/ 225985 h 384233"/>
                <a:gd name="connsiteX585" fmla="*/ 1108023 w 1695641"/>
                <a:gd name="connsiteY585" fmla="*/ 224021 h 384233"/>
                <a:gd name="connsiteX586" fmla="*/ 1096421 w 1695641"/>
                <a:gd name="connsiteY586" fmla="*/ 225003 h 384233"/>
                <a:gd name="connsiteX587" fmla="*/ 1077232 w 1695641"/>
                <a:gd name="connsiteY587" fmla="*/ 223397 h 384233"/>
                <a:gd name="connsiteX588" fmla="*/ 1059382 w 1695641"/>
                <a:gd name="connsiteY588" fmla="*/ 223397 h 384233"/>
                <a:gd name="connsiteX589" fmla="*/ 1041532 w 1695641"/>
                <a:gd name="connsiteY589" fmla="*/ 224824 h 384233"/>
                <a:gd name="connsiteX590" fmla="*/ 1024486 w 1695641"/>
                <a:gd name="connsiteY590" fmla="*/ 227234 h 384233"/>
                <a:gd name="connsiteX591" fmla="*/ 1005119 w 1695641"/>
                <a:gd name="connsiteY591" fmla="*/ 226788 h 384233"/>
                <a:gd name="connsiteX592" fmla="*/ 970758 w 1695641"/>
                <a:gd name="connsiteY592" fmla="*/ 233839 h 384233"/>
                <a:gd name="connsiteX593" fmla="*/ 928633 w 1695641"/>
                <a:gd name="connsiteY593" fmla="*/ 249904 h 384233"/>
                <a:gd name="connsiteX594" fmla="*/ 912568 w 1695641"/>
                <a:gd name="connsiteY594" fmla="*/ 234731 h 384233"/>
                <a:gd name="connsiteX595" fmla="*/ 912568 w 1695641"/>
                <a:gd name="connsiteY595" fmla="*/ 225806 h 384233"/>
                <a:gd name="connsiteX596" fmla="*/ 911586 w 1695641"/>
                <a:gd name="connsiteY596" fmla="*/ 214919 h 384233"/>
                <a:gd name="connsiteX597" fmla="*/ 929436 w 1695641"/>
                <a:gd name="connsiteY597" fmla="*/ 205190 h 384233"/>
                <a:gd name="connsiteX598" fmla="*/ 939789 w 1695641"/>
                <a:gd name="connsiteY598" fmla="*/ 206172 h 384233"/>
                <a:gd name="connsiteX599" fmla="*/ 961208 w 1695641"/>
                <a:gd name="connsiteY599" fmla="*/ 198050 h 384233"/>
                <a:gd name="connsiteX600" fmla="*/ 970133 w 1695641"/>
                <a:gd name="connsiteY600" fmla="*/ 196355 h 384233"/>
                <a:gd name="connsiteX601" fmla="*/ 993606 w 1695641"/>
                <a:gd name="connsiteY601" fmla="*/ 186537 h 384233"/>
                <a:gd name="connsiteX602" fmla="*/ 1011991 w 1695641"/>
                <a:gd name="connsiteY602" fmla="*/ 155121 h 384233"/>
                <a:gd name="connsiteX603" fmla="*/ 1013866 w 1695641"/>
                <a:gd name="connsiteY603" fmla="*/ 144591 h 384233"/>
                <a:gd name="connsiteX604" fmla="*/ 1011991 w 1695641"/>
                <a:gd name="connsiteY604" fmla="*/ 136290 h 384233"/>
                <a:gd name="connsiteX605" fmla="*/ 1003066 w 1695641"/>
                <a:gd name="connsiteY605" fmla="*/ 137718 h 384233"/>
                <a:gd name="connsiteX606" fmla="*/ 991375 w 1695641"/>
                <a:gd name="connsiteY606" fmla="*/ 138522 h 384233"/>
                <a:gd name="connsiteX607" fmla="*/ 987805 w 1695641"/>
                <a:gd name="connsiteY607" fmla="*/ 127901 h 384233"/>
                <a:gd name="connsiteX608" fmla="*/ 980843 w 1695641"/>
                <a:gd name="connsiteY608" fmla="*/ 115138 h 384233"/>
                <a:gd name="connsiteX609" fmla="*/ 979058 w 1695641"/>
                <a:gd name="connsiteY609" fmla="*/ 104874 h 384233"/>
                <a:gd name="connsiteX610" fmla="*/ 978166 w 1695641"/>
                <a:gd name="connsiteY610" fmla="*/ 94968 h 384233"/>
                <a:gd name="connsiteX611" fmla="*/ 987091 w 1695641"/>
                <a:gd name="connsiteY611" fmla="*/ 87560 h 384233"/>
                <a:gd name="connsiteX612" fmla="*/ 1002799 w 1695641"/>
                <a:gd name="connsiteY612" fmla="*/ 91308 h 384233"/>
                <a:gd name="connsiteX613" fmla="*/ 1040283 w 1695641"/>
                <a:gd name="connsiteY613" fmla="*/ 85061 h 384233"/>
                <a:gd name="connsiteX614" fmla="*/ 1046798 w 1695641"/>
                <a:gd name="connsiteY614" fmla="*/ 83276 h 384233"/>
                <a:gd name="connsiteX615" fmla="*/ 1051439 w 1695641"/>
                <a:gd name="connsiteY615" fmla="*/ 81491 h 384233"/>
                <a:gd name="connsiteX616" fmla="*/ 1079553 w 1695641"/>
                <a:gd name="connsiteY616" fmla="*/ 69622 h 384233"/>
                <a:gd name="connsiteX617" fmla="*/ 1087496 w 1695641"/>
                <a:gd name="connsiteY617" fmla="*/ 68640 h 384233"/>
                <a:gd name="connsiteX618" fmla="*/ 1094368 w 1695641"/>
                <a:gd name="connsiteY618" fmla="*/ 67658 h 384233"/>
                <a:gd name="connsiteX619" fmla="*/ 699531 w 1695641"/>
                <a:gd name="connsiteY619" fmla="*/ 57304 h 384233"/>
                <a:gd name="connsiteX620" fmla="*/ 707564 w 1695641"/>
                <a:gd name="connsiteY620" fmla="*/ 67836 h 384233"/>
                <a:gd name="connsiteX621" fmla="*/ 705689 w 1695641"/>
                <a:gd name="connsiteY621" fmla="*/ 78456 h 384233"/>
                <a:gd name="connsiteX622" fmla="*/ 702030 w 1695641"/>
                <a:gd name="connsiteY622" fmla="*/ 90594 h 384233"/>
                <a:gd name="connsiteX623" fmla="*/ 695426 w 1695641"/>
                <a:gd name="connsiteY623" fmla="*/ 99519 h 384233"/>
                <a:gd name="connsiteX624" fmla="*/ 684449 w 1695641"/>
                <a:gd name="connsiteY624" fmla="*/ 111656 h 384233"/>
                <a:gd name="connsiteX625" fmla="*/ 683288 w 1695641"/>
                <a:gd name="connsiteY625" fmla="*/ 125133 h 384233"/>
                <a:gd name="connsiteX626" fmla="*/ 684091 w 1695641"/>
                <a:gd name="connsiteY626" fmla="*/ 134058 h 384233"/>
                <a:gd name="connsiteX627" fmla="*/ 691231 w 1695641"/>
                <a:gd name="connsiteY627" fmla="*/ 134058 h 384233"/>
                <a:gd name="connsiteX628" fmla="*/ 693552 w 1695641"/>
                <a:gd name="connsiteY628" fmla="*/ 140573 h 384233"/>
                <a:gd name="connsiteX629" fmla="*/ 697925 w 1695641"/>
                <a:gd name="connsiteY629" fmla="*/ 151016 h 384233"/>
                <a:gd name="connsiteX630" fmla="*/ 696408 w 1695641"/>
                <a:gd name="connsiteY630" fmla="*/ 155210 h 384233"/>
                <a:gd name="connsiteX631" fmla="*/ 675791 w 1695641"/>
                <a:gd name="connsiteY631" fmla="*/ 175023 h 384233"/>
                <a:gd name="connsiteX632" fmla="*/ 676773 w 1695641"/>
                <a:gd name="connsiteY632" fmla="*/ 183145 h 384233"/>
                <a:gd name="connsiteX633" fmla="*/ 684627 w 1695641"/>
                <a:gd name="connsiteY633" fmla="*/ 183145 h 384233"/>
                <a:gd name="connsiteX634" fmla="*/ 684359 w 1695641"/>
                <a:gd name="connsiteY634" fmla="*/ 183680 h 384233"/>
                <a:gd name="connsiteX635" fmla="*/ 691499 w 1695641"/>
                <a:gd name="connsiteY635" fmla="*/ 188321 h 384233"/>
                <a:gd name="connsiteX636" fmla="*/ 693641 w 1695641"/>
                <a:gd name="connsiteY636" fmla="*/ 195997 h 384233"/>
                <a:gd name="connsiteX637" fmla="*/ 673560 w 1695641"/>
                <a:gd name="connsiteY637" fmla="*/ 220094 h 384233"/>
                <a:gd name="connsiteX638" fmla="*/ 640806 w 1695641"/>
                <a:gd name="connsiteY638" fmla="*/ 236426 h 384233"/>
                <a:gd name="connsiteX639" fmla="*/ 624830 w 1695641"/>
                <a:gd name="connsiteY639" fmla="*/ 250706 h 384233"/>
                <a:gd name="connsiteX640" fmla="*/ 618494 w 1695641"/>
                <a:gd name="connsiteY640" fmla="*/ 250706 h 384233"/>
                <a:gd name="connsiteX641" fmla="*/ 609569 w 1695641"/>
                <a:gd name="connsiteY641" fmla="*/ 248207 h 384233"/>
                <a:gd name="connsiteX642" fmla="*/ 605732 w 1695641"/>
                <a:gd name="connsiteY642" fmla="*/ 240353 h 384233"/>
                <a:gd name="connsiteX643" fmla="*/ 600198 w 1695641"/>
                <a:gd name="connsiteY643" fmla="*/ 232411 h 384233"/>
                <a:gd name="connsiteX644" fmla="*/ 597699 w 1695641"/>
                <a:gd name="connsiteY644" fmla="*/ 217952 h 384233"/>
                <a:gd name="connsiteX645" fmla="*/ 611889 w 1695641"/>
                <a:gd name="connsiteY645" fmla="*/ 204297 h 384233"/>
                <a:gd name="connsiteX646" fmla="*/ 620011 w 1695641"/>
                <a:gd name="connsiteY646" fmla="*/ 198317 h 384233"/>
                <a:gd name="connsiteX647" fmla="*/ 625812 w 1695641"/>
                <a:gd name="connsiteY647" fmla="*/ 192337 h 384233"/>
                <a:gd name="connsiteX648" fmla="*/ 627329 w 1695641"/>
                <a:gd name="connsiteY648" fmla="*/ 186536 h 384233"/>
                <a:gd name="connsiteX649" fmla="*/ 629024 w 1695641"/>
                <a:gd name="connsiteY649" fmla="*/ 179039 h 384233"/>
                <a:gd name="connsiteX650" fmla="*/ 626347 w 1695641"/>
                <a:gd name="connsiteY650" fmla="*/ 173060 h 384233"/>
                <a:gd name="connsiteX651" fmla="*/ 623134 w 1695641"/>
                <a:gd name="connsiteY651" fmla="*/ 167884 h 384233"/>
                <a:gd name="connsiteX652" fmla="*/ 616708 w 1695641"/>
                <a:gd name="connsiteY652" fmla="*/ 156728 h 384233"/>
                <a:gd name="connsiteX653" fmla="*/ 626972 w 1695641"/>
                <a:gd name="connsiteY653" fmla="*/ 146107 h 384233"/>
                <a:gd name="connsiteX654" fmla="*/ 633844 w 1695641"/>
                <a:gd name="connsiteY654" fmla="*/ 146107 h 384233"/>
                <a:gd name="connsiteX655" fmla="*/ 643484 w 1695641"/>
                <a:gd name="connsiteY655" fmla="*/ 138164 h 384233"/>
                <a:gd name="connsiteX656" fmla="*/ 645625 w 1695641"/>
                <a:gd name="connsiteY656" fmla="*/ 123527 h 384233"/>
                <a:gd name="connsiteX657" fmla="*/ 638128 w 1695641"/>
                <a:gd name="connsiteY657" fmla="*/ 116565 h 384233"/>
                <a:gd name="connsiteX658" fmla="*/ 629203 w 1695641"/>
                <a:gd name="connsiteY658" fmla="*/ 113352 h 384233"/>
                <a:gd name="connsiteX659" fmla="*/ 623581 w 1695641"/>
                <a:gd name="connsiteY659" fmla="*/ 107195 h 384233"/>
                <a:gd name="connsiteX660" fmla="*/ 618940 w 1695641"/>
                <a:gd name="connsiteY660" fmla="*/ 104071 h 384233"/>
                <a:gd name="connsiteX661" fmla="*/ 616440 w 1695641"/>
                <a:gd name="connsiteY661" fmla="*/ 93629 h 384233"/>
                <a:gd name="connsiteX662" fmla="*/ 621260 w 1695641"/>
                <a:gd name="connsiteY662" fmla="*/ 90594 h 384233"/>
                <a:gd name="connsiteX663" fmla="*/ 624919 w 1695641"/>
                <a:gd name="connsiteY663" fmla="*/ 84972 h 384233"/>
                <a:gd name="connsiteX664" fmla="*/ 632684 w 1695641"/>
                <a:gd name="connsiteY664" fmla="*/ 80420 h 384233"/>
                <a:gd name="connsiteX665" fmla="*/ 642859 w 1695641"/>
                <a:gd name="connsiteY665" fmla="*/ 79260 h 384233"/>
                <a:gd name="connsiteX666" fmla="*/ 686947 w 1695641"/>
                <a:gd name="connsiteY666" fmla="*/ 58197 h 384233"/>
                <a:gd name="connsiteX667" fmla="*/ 699531 w 1695641"/>
                <a:gd name="connsiteY667" fmla="*/ 57304 h 384233"/>
                <a:gd name="connsiteX668" fmla="*/ 1315527 w 1695641"/>
                <a:gd name="connsiteY668" fmla="*/ 56948 h 384233"/>
                <a:gd name="connsiteX669" fmla="*/ 1328468 w 1695641"/>
                <a:gd name="connsiteY669" fmla="*/ 57483 h 384233"/>
                <a:gd name="connsiteX670" fmla="*/ 1338821 w 1695641"/>
                <a:gd name="connsiteY670" fmla="*/ 65962 h 384233"/>
                <a:gd name="connsiteX671" fmla="*/ 1341231 w 1695641"/>
                <a:gd name="connsiteY671" fmla="*/ 73280 h 384233"/>
                <a:gd name="connsiteX672" fmla="*/ 1342659 w 1695641"/>
                <a:gd name="connsiteY672" fmla="*/ 80330 h 384233"/>
                <a:gd name="connsiteX673" fmla="*/ 1337215 w 1695641"/>
                <a:gd name="connsiteY673" fmla="*/ 93450 h 384233"/>
                <a:gd name="connsiteX674" fmla="*/ 1337215 w 1695641"/>
                <a:gd name="connsiteY674" fmla="*/ 101125 h 384233"/>
                <a:gd name="connsiteX675" fmla="*/ 1342481 w 1695641"/>
                <a:gd name="connsiteY675" fmla="*/ 99787 h 384233"/>
                <a:gd name="connsiteX676" fmla="*/ 1349085 w 1695641"/>
                <a:gd name="connsiteY676" fmla="*/ 96841 h 384233"/>
                <a:gd name="connsiteX677" fmla="*/ 1356849 w 1695641"/>
                <a:gd name="connsiteY677" fmla="*/ 94164 h 384233"/>
                <a:gd name="connsiteX678" fmla="*/ 1365774 w 1695641"/>
                <a:gd name="connsiteY678" fmla="*/ 87738 h 384233"/>
                <a:gd name="connsiteX679" fmla="*/ 1379697 w 1695641"/>
                <a:gd name="connsiteY679" fmla="*/ 87738 h 384233"/>
                <a:gd name="connsiteX680" fmla="*/ 1391835 w 1695641"/>
                <a:gd name="connsiteY680" fmla="*/ 91665 h 384233"/>
                <a:gd name="connsiteX681" fmla="*/ 1400224 w 1695641"/>
                <a:gd name="connsiteY681" fmla="*/ 107641 h 384233"/>
                <a:gd name="connsiteX682" fmla="*/ 1397011 w 1695641"/>
                <a:gd name="connsiteY682" fmla="*/ 111657 h 384233"/>
                <a:gd name="connsiteX683" fmla="*/ 1390318 w 1695641"/>
                <a:gd name="connsiteY683" fmla="*/ 116655 h 384233"/>
                <a:gd name="connsiteX684" fmla="*/ 1374877 w 1695641"/>
                <a:gd name="connsiteY684" fmla="*/ 123259 h 384233"/>
                <a:gd name="connsiteX685" fmla="*/ 1365952 w 1695641"/>
                <a:gd name="connsiteY685" fmla="*/ 127097 h 384233"/>
                <a:gd name="connsiteX686" fmla="*/ 1355600 w 1695641"/>
                <a:gd name="connsiteY686" fmla="*/ 128436 h 384233"/>
                <a:gd name="connsiteX687" fmla="*/ 1339714 w 1695641"/>
                <a:gd name="connsiteY687" fmla="*/ 134505 h 384233"/>
                <a:gd name="connsiteX688" fmla="*/ 1334448 w 1695641"/>
                <a:gd name="connsiteY688" fmla="*/ 142180 h 384233"/>
                <a:gd name="connsiteX689" fmla="*/ 1336322 w 1695641"/>
                <a:gd name="connsiteY689" fmla="*/ 154496 h 384233"/>
                <a:gd name="connsiteX690" fmla="*/ 1362561 w 1695641"/>
                <a:gd name="connsiteY690" fmla="*/ 181271 h 384233"/>
                <a:gd name="connsiteX691" fmla="*/ 1381928 w 1695641"/>
                <a:gd name="connsiteY691" fmla="*/ 203137 h 384233"/>
                <a:gd name="connsiteX692" fmla="*/ 1401831 w 1695641"/>
                <a:gd name="connsiteY692" fmla="*/ 216791 h 384233"/>
                <a:gd name="connsiteX693" fmla="*/ 1413255 w 1695641"/>
                <a:gd name="connsiteY693" fmla="*/ 221254 h 384233"/>
                <a:gd name="connsiteX694" fmla="*/ 1422179 w 1695641"/>
                <a:gd name="connsiteY694" fmla="*/ 226877 h 384233"/>
                <a:gd name="connsiteX695" fmla="*/ 1441903 w 1695641"/>
                <a:gd name="connsiteY695" fmla="*/ 234195 h 384233"/>
                <a:gd name="connsiteX696" fmla="*/ 1448686 w 1695641"/>
                <a:gd name="connsiteY696" fmla="*/ 237319 h 384233"/>
                <a:gd name="connsiteX697" fmla="*/ 1447972 w 1695641"/>
                <a:gd name="connsiteY697" fmla="*/ 238211 h 384233"/>
                <a:gd name="connsiteX698" fmla="*/ 1445830 w 1695641"/>
                <a:gd name="connsiteY698" fmla="*/ 243388 h 384233"/>
                <a:gd name="connsiteX699" fmla="*/ 1444849 w 1695641"/>
                <a:gd name="connsiteY699" fmla="*/ 250706 h 384233"/>
                <a:gd name="connsiteX700" fmla="*/ 1433514 w 1695641"/>
                <a:gd name="connsiteY700" fmla="*/ 256597 h 384233"/>
                <a:gd name="connsiteX701" fmla="*/ 1428873 w 1695641"/>
                <a:gd name="connsiteY701" fmla="*/ 260435 h 384233"/>
                <a:gd name="connsiteX702" fmla="*/ 1424231 w 1695641"/>
                <a:gd name="connsiteY702" fmla="*/ 261416 h 384233"/>
                <a:gd name="connsiteX703" fmla="*/ 1413790 w 1695641"/>
                <a:gd name="connsiteY703" fmla="*/ 260792 h 384233"/>
                <a:gd name="connsiteX704" fmla="*/ 1402991 w 1695641"/>
                <a:gd name="connsiteY704" fmla="*/ 260792 h 384233"/>
                <a:gd name="connsiteX705" fmla="*/ 1393530 w 1695641"/>
                <a:gd name="connsiteY705" fmla="*/ 259007 h 384233"/>
                <a:gd name="connsiteX706" fmla="*/ 1378715 w 1695641"/>
                <a:gd name="connsiteY706" fmla="*/ 256954 h 384233"/>
                <a:gd name="connsiteX707" fmla="*/ 1370326 w 1695641"/>
                <a:gd name="connsiteY707" fmla="*/ 251153 h 384233"/>
                <a:gd name="connsiteX708" fmla="*/ 1357474 w 1695641"/>
                <a:gd name="connsiteY708" fmla="*/ 228215 h 384233"/>
                <a:gd name="connsiteX709" fmla="*/ 1342927 w 1695641"/>
                <a:gd name="connsiteY709" fmla="*/ 209741 h 384233"/>
                <a:gd name="connsiteX710" fmla="*/ 1334002 w 1695641"/>
                <a:gd name="connsiteY710" fmla="*/ 199656 h 384233"/>
                <a:gd name="connsiteX711" fmla="*/ 1313742 w 1695641"/>
                <a:gd name="connsiteY711" fmla="*/ 181806 h 384233"/>
                <a:gd name="connsiteX712" fmla="*/ 1299730 w 1695641"/>
                <a:gd name="connsiteY712" fmla="*/ 203048 h 384233"/>
                <a:gd name="connsiteX713" fmla="*/ 1279470 w 1695641"/>
                <a:gd name="connsiteY713" fmla="*/ 222860 h 384233"/>
                <a:gd name="connsiteX714" fmla="*/ 1258676 w 1695641"/>
                <a:gd name="connsiteY714" fmla="*/ 235534 h 384233"/>
                <a:gd name="connsiteX715" fmla="*/ 1243236 w 1695641"/>
                <a:gd name="connsiteY715" fmla="*/ 243923 h 384233"/>
                <a:gd name="connsiteX716" fmla="*/ 1229045 w 1695641"/>
                <a:gd name="connsiteY716" fmla="*/ 247583 h 384233"/>
                <a:gd name="connsiteX717" fmla="*/ 1221280 w 1695641"/>
                <a:gd name="connsiteY717" fmla="*/ 249011 h 384233"/>
                <a:gd name="connsiteX718" fmla="*/ 1216014 w 1695641"/>
                <a:gd name="connsiteY718" fmla="*/ 244459 h 384233"/>
                <a:gd name="connsiteX719" fmla="*/ 1211998 w 1695641"/>
                <a:gd name="connsiteY719" fmla="*/ 236426 h 384233"/>
                <a:gd name="connsiteX720" fmla="*/ 1205216 w 1695641"/>
                <a:gd name="connsiteY720" fmla="*/ 234106 h 384233"/>
                <a:gd name="connsiteX721" fmla="*/ 1209589 w 1695641"/>
                <a:gd name="connsiteY721" fmla="*/ 229019 h 384233"/>
                <a:gd name="connsiteX722" fmla="*/ 1219584 w 1695641"/>
                <a:gd name="connsiteY722" fmla="*/ 223128 h 384233"/>
                <a:gd name="connsiteX723" fmla="*/ 1226457 w 1695641"/>
                <a:gd name="connsiteY723" fmla="*/ 218041 h 384233"/>
                <a:gd name="connsiteX724" fmla="*/ 1231277 w 1695641"/>
                <a:gd name="connsiteY724" fmla="*/ 215899 h 384233"/>
                <a:gd name="connsiteX725" fmla="*/ 1263406 w 1695641"/>
                <a:gd name="connsiteY725" fmla="*/ 185109 h 384233"/>
                <a:gd name="connsiteX726" fmla="*/ 1275812 w 1695641"/>
                <a:gd name="connsiteY726" fmla="*/ 163332 h 384233"/>
                <a:gd name="connsiteX727" fmla="*/ 1278400 w 1695641"/>
                <a:gd name="connsiteY727" fmla="*/ 154407 h 384233"/>
                <a:gd name="connsiteX728" fmla="*/ 1271974 w 1695641"/>
                <a:gd name="connsiteY728" fmla="*/ 154407 h 384233"/>
                <a:gd name="connsiteX729" fmla="*/ 1267065 w 1695641"/>
                <a:gd name="connsiteY729" fmla="*/ 154407 h 384233"/>
                <a:gd name="connsiteX730" fmla="*/ 1260461 w 1695641"/>
                <a:gd name="connsiteY730" fmla="*/ 156192 h 384233"/>
                <a:gd name="connsiteX731" fmla="*/ 1254124 w 1695641"/>
                <a:gd name="connsiteY731" fmla="*/ 156192 h 384233"/>
                <a:gd name="connsiteX732" fmla="*/ 1244395 w 1695641"/>
                <a:gd name="connsiteY732" fmla="*/ 151640 h 384233"/>
                <a:gd name="connsiteX733" fmla="*/ 1233060 w 1695641"/>
                <a:gd name="connsiteY733" fmla="*/ 137539 h 384233"/>
                <a:gd name="connsiteX734" fmla="*/ 1236095 w 1695641"/>
                <a:gd name="connsiteY734" fmla="*/ 128614 h 384233"/>
                <a:gd name="connsiteX735" fmla="*/ 1241451 w 1695641"/>
                <a:gd name="connsiteY735" fmla="*/ 123081 h 384233"/>
                <a:gd name="connsiteX736" fmla="*/ 1248234 w 1695641"/>
                <a:gd name="connsiteY736" fmla="*/ 120493 h 384233"/>
                <a:gd name="connsiteX737" fmla="*/ 1253945 w 1695641"/>
                <a:gd name="connsiteY737" fmla="*/ 116744 h 384233"/>
                <a:gd name="connsiteX738" fmla="*/ 1267869 w 1695641"/>
                <a:gd name="connsiteY738" fmla="*/ 116744 h 384233"/>
                <a:gd name="connsiteX739" fmla="*/ 1290805 w 1695641"/>
                <a:gd name="connsiteY739" fmla="*/ 108622 h 384233"/>
                <a:gd name="connsiteX740" fmla="*/ 1295178 w 1695641"/>
                <a:gd name="connsiteY740" fmla="*/ 87470 h 384233"/>
                <a:gd name="connsiteX741" fmla="*/ 1296695 w 1695641"/>
                <a:gd name="connsiteY741" fmla="*/ 74084 h 384233"/>
                <a:gd name="connsiteX742" fmla="*/ 1296071 w 1695641"/>
                <a:gd name="connsiteY742" fmla="*/ 62570 h 384233"/>
                <a:gd name="connsiteX743" fmla="*/ 1299641 w 1695641"/>
                <a:gd name="connsiteY743" fmla="*/ 58465 h 384233"/>
                <a:gd name="connsiteX744" fmla="*/ 1308566 w 1695641"/>
                <a:gd name="connsiteY744" fmla="*/ 59179 h 384233"/>
                <a:gd name="connsiteX745" fmla="*/ 1315527 w 1695641"/>
                <a:gd name="connsiteY745" fmla="*/ 56948 h 384233"/>
                <a:gd name="connsiteX746" fmla="*/ 80146 w 1695641"/>
                <a:gd name="connsiteY746" fmla="*/ 54092 h 384233"/>
                <a:gd name="connsiteX747" fmla="*/ 86750 w 1695641"/>
                <a:gd name="connsiteY747" fmla="*/ 57751 h 384233"/>
                <a:gd name="connsiteX748" fmla="*/ 97280 w 1695641"/>
                <a:gd name="connsiteY748" fmla="*/ 58912 h 384233"/>
                <a:gd name="connsiteX749" fmla="*/ 107991 w 1695641"/>
                <a:gd name="connsiteY749" fmla="*/ 58912 h 384233"/>
                <a:gd name="connsiteX750" fmla="*/ 114952 w 1695641"/>
                <a:gd name="connsiteY750" fmla="*/ 60697 h 384233"/>
                <a:gd name="connsiteX751" fmla="*/ 121110 w 1695641"/>
                <a:gd name="connsiteY751" fmla="*/ 63642 h 384233"/>
                <a:gd name="connsiteX752" fmla="*/ 127715 w 1695641"/>
                <a:gd name="connsiteY752" fmla="*/ 73906 h 384233"/>
                <a:gd name="connsiteX753" fmla="*/ 126554 w 1695641"/>
                <a:gd name="connsiteY753" fmla="*/ 74352 h 384233"/>
                <a:gd name="connsiteX754" fmla="*/ 126019 w 1695641"/>
                <a:gd name="connsiteY754" fmla="*/ 81135 h 384233"/>
                <a:gd name="connsiteX755" fmla="*/ 126019 w 1695641"/>
                <a:gd name="connsiteY755" fmla="*/ 91488 h 384233"/>
                <a:gd name="connsiteX756" fmla="*/ 120753 w 1695641"/>
                <a:gd name="connsiteY756" fmla="*/ 102734 h 384233"/>
                <a:gd name="connsiteX757" fmla="*/ 119236 w 1695641"/>
                <a:gd name="connsiteY757" fmla="*/ 114335 h 384233"/>
                <a:gd name="connsiteX758" fmla="*/ 118076 w 1695641"/>
                <a:gd name="connsiteY758" fmla="*/ 135398 h 384233"/>
                <a:gd name="connsiteX759" fmla="*/ 116201 w 1695641"/>
                <a:gd name="connsiteY759" fmla="*/ 148250 h 384233"/>
                <a:gd name="connsiteX760" fmla="*/ 115398 w 1695641"/>
                <a:gd name="connsiteY760" fmla="*/ 159138 h 384233"/>
                <a:gd name="connsiteX761" fmla="*/ 117897 w 1695641"/>
                <a:gd name="connsiteY761" fmla="*/ 166546 h 384233"/>
                <a:gd name="connsiteX762" fmla="*/ 118611 w 1695641"/>
                <a:gd name="connsiteY762" fmla="*/ 170830 h 384233"/>
                <a:gd name="connsiteX763" fmla="*/ 120039 w 1695641"/>
                <a:gd name="connsiteY763" fmla="*/ 177524 h 384233"/>
                <a:gd name="connsiteX764" fmla="*/ 116023 w 1695641"/>
                <a:gd name="connsiteY764" fmla="*/ 191892 h 384233"/>
                <a:gd name="connsiteX765" fmla="*/ 110936 w 1695641"/>
                <a:gd name="connsiteY765" fmla="*/ 199746 h 384233"/>
                <a:gd name="connsiteX766" fmla="*/ 95763 w 1695641"/>
                <a:gd name="connsiteY766" fmla="*/ 208671 h 384233"/>
                <a:gd name="connsiteX767" fmla="*/ 82466 w 1695641"/>
                <a:gd name="connsiteY767" fmla="*/ 221255 h 384233"/>
                <a:gd name="connsiteX768" fmla="*/ 68454 w 1695641"/>
                <a:gd name="connsiteY768" fmla="*/ 227592 h 384233"/>
                <a:gd name="connsiteX769" fmla="*/ 50604 w 1695641"/>
                <a:gd name="connsiteY769" fmla="*/ 238213 h 384233"/>
                <a:gd name="connsiteX770" fmla="*/ 39626 w 1695641"/>
                <a:gd name="connsiteY770" fmla="*/ 242854 h 384233"/>
                <a:gd name="connsiteX771" fmla="*/ 22491 w 1695641"/>
                <a:gd name="connsiteY771" fmla="*/ 255170 h 384233"/>
                <a:gd name="connsiteX772" fmla="*/ 11513 w 1695641"/>
                <a:gd name="connsiteY772" fmla="*/ 245263 h 384233"/>
                <a:gd name="connsiteX773" fmla="*/ 4463 w 1695641"/>
                <a:gd name="connsiteY773" fmla="*/ 239820 h 384233"/>
                <a:gd name="connsiteX774" fmla="*/ 2499 w 1695641"/>
                <a:gd name="connsiteY774" fmla="*/ 230895 h 384233"/>
                <a:gd name="connsiteX775" fmla="*/ 0 w 1695641"/>
                <a:gd name="connsiteY775" fmla="*/ 223130 h 384233"/>
                <a:gd name="connsiteX776" fmla="*/ 4284 w 1695641"/>
                <a:gd name="connsiteY776" fmla="*/ 217239 h 384233"/>
                <a:gd name="connsiteX777" fmla="*/ 10889 w 1695641"/>
                <a:gd name="connsiteY777" fmla="*/ 216614 h 384233"/>
                <a:gd name="connsiteX778" fmla="*/ 21152 w 1695641"/>
                <a:gd name="connsiteY778" fmla="*/ 210545 h 384233"/>
                <a:gd name="connsiteX779" fmla="*/ 32129 w 1695641"/>
                <a:gd name="connsiteY779" fmla="*/ 206351 h 384233"/>
                <a:gd name="connsiteX780" fmla="*/ 51139 w 1695641"/>
                <a:gd name="connsiteY780" fmla="*/ 195819 h 384233"/>
                <a:gd name="connsiteX781" fmla="*/ 60064 w 1695641"/>
                <a:gd name="connsiteY781" fmla="*/ 186894 h 384233"/>
                <a:gd name="connsiteX782" fmla="*/ 59529 w 1695641"/>
                <a:gd name="connsiteY782" fmla="*/ 166725 h 384233"/>
                <a:gd name="connsiteX783" fmla="*/ 54799 w 1695641"/>
                <a:gd name="connsiteY783" fmla="*/ 163869 h 384233"/>
                <a:gd name="connsiteX784" fmla="*/ 45874 w 1695641"/>
                <a:gd name="connsiteY784" fmla="*/ 165029 h 384233"/>
                <a:gd name="connsiteX785" fmla="*/ 37484 w 1695641"/>
                <a:gd name="connsiteY785" fmla="*/ 168063 h 384233"/>
                <a:gd name="connsiteX786" fmla="*/ 31147 w 1695641"/>
                <a:gd name="connsiteY786" fmla="*/ 168867 h 384233"/>
                <a:gd name="connsiteX787" fmla="*/ 27042 w 1695641"/>
                <a:gd name="connsiteY787" fmla="*/ 165386 h 384233"/>
                <a:gd name="connsiteX788" fmla="*/ 25168 w 1695641"/>
                <a:gd name="connsiteY788" fmla="*/ 155033 h 384233"/>
                <a:gd name="connsiteX789" fmla="*/ 23383 w 1695641"/>
                <a:gd name="connsiteY789" fmla="*/ 147804 h 384233"/>
                <a:gd name="connsiteX790" fmla="*/ 24187 w 1695641"/>
                <a:gd name="connsiteY790" fmla="*/ 133167 h 384233"/>
                <a:gd name="connsiteX791" fmla="*/ 33111 w 1695641"/>
                <a:gd name="connsiteY791" fmla="*/ 124688 h 384233"/>
                <a:gd name="connsiteX792" fmla="*/ 44981 w 1695641"/>
                <a:gd name="connsiteY792" fmla="*/ 120940 h 384233"/>
                <a:gd name="connsiteX793" fmla="*/ 53906 w 1695641"/>
                <a:gd name="connsiteY793" fmla="*/ 120315 h 384233"/>
                <a:gd name="connsiteX794" fmla="*/ 65866 w 1695641"/>
                <a:gd name="connsiteY794" fmla="*/ 114871 h 384233"/>
                <a:gd name="connsiteX795" fmla="*/ 71667 w 1695641"/>
                <a:gd name="connsiteY795" fmla="*/ 103983 h 384233"/>
                <a:gd name="connsiteX796" fmla="*/ 75326 w 1695641"/>
                <a:gd name="connsiteY796" fmla="*/ 80510 h 384233"/>
                <a:gd name="connsiteX797" fmla="*/ 69346 w 1695641"/>
                <a:gd name="connsiteY797" fmla="*/ 65338 h 384233"/>
                <a:gd name="connsiteX798" fmla="*/ 69346 w 1695641"/>
                <a:gd name="connsiteY798" fmla="*/ 61054 h 384233"/>
                <a:gd name="connsiteX799" fmla="*/ 76040 w 1695641"/>
                <a:gd name="connsiteY799" fmla="*/ 55877 h 384233"/>
                <a:gd name="connsiteX800" fmla="*/ 80146 w 1695641"/>
                <a:gd name="connsiteY800" fmla="*/ 54092 h 384233"/>
                <a:gd name="connsiteX801" fmla="*/ 206879 w 1695641"/>
                <a:gd name="connsiteY801" fmla="*/ 42222 h 384233"/>
                <a:gd name="connsiteX802" fmla="*/ 213394 w 1695641"/>
                <a:gd name="connsiteY802" fmla="*/ 46059 h 384233"/>
                <a:gd name="connsiteX803" fmla="*/ 218838 w 1695641"/>
                <a:gd name="connsiteY803" fmla="*/ 47308 h 384233"/>
                <a:gd name="connsiteX804" fmla="*/ 223033 w 1695641"/>
                <a:gd name="connsiteY804" fmla="*/ 52038 h 384233"/>
                <a:gd name="connsiteX805" fmla="*/ 226424 w 1695641"/>
                <a:gd name="connsiteY805" fmla="*/ 65158 h 384233"/>
                <a:gd name="connsiteX806" fmla="*/ 216696 w 1695641"/>
                <a:gd name="connsiteY806" fmla="*/ 83008 h 384233"/>
                <a:gd name="connsiteX807" fmla="*/ 214822 w 1695641"/>
                <a:gd name="connsiteY807" fmla="*/ 91933 h 384233"/>
                <a:gd name="connsiteX808" fmla="*/ 222854 w 1695641"/>
                <a:gd name="connsiteY808" fmla="*/ 94700 h 384233"/>
                <a:gd name="connsiteX809" fmla="*/ 230887 w 1695641"/>
                <a:gd name="connsiteY809" fmla="*/ 90148 h 384233"/>
                <a:gd name="connsiteX810" fmla="*/ 243827 w 1695641"/>
                <a:gd name="connsiteY810" fmla="*/ 94700 h 384233"/>
                <a:gd name="connsiteX811" fmla="*/ 251056 w 1695641"/>
                <a:gd name="connsiteY811" fmla="*/ 108177 h 384233"/>
                <a:gd name="connsiteX812" fmla="*/ 252573 w 1695641"/>
                <a:gd name="connsiteY812" fmla="*/ 117815 h 384233"/>
                <a:gd name="connsiteX813" fmla="*/ 248200 w 1695641"/>
                <a:gd name="connsiteY813" fmla="*/ 122813 h 384233"/>
                <a:gd name="connsiteX814" fmla="*/ 239276 w 1695641"/>
                <a:gd name="connsiteY814" fmla="*/ 125133 h 384233"/>
                <a:gd name="connsiteX815" fmla="*/ 231512 w 1695641"/>
                <a:gd name="connsiteY815" fmla="*/ 130577 h 384233"/>
                <a:gd name="connsiteX816" fmla="*/ 220623 w 1695641"/>
                <a:gd name="connsiteY816" fmla="*/ 136646 h 384233"/>
                <a:gd name="connsiteX817" fmla="*/ 203309 w 1695641"/>
                <a:gd name="connsiteY817" fmla="*/ 145036 h 384233"/>
                <a:gd name="connsiteX818" fmla="*/ 197329 w 1695641"/>
                <a:gd name="connsiteY818" fmla="*/ 164135 h 384233"/>
                <a:gd name="connsiteX819" fmla="*/ 197954 w 1695641"/>
                <a:gd name="connsiteY819" fmla="*/ 173060 h 384233"/>
                <a:gd name="connsiteX820" fmla="*/ 202773 w 1695641"/>
                <a:gd name="connsiteY820" fmla="*/ 188857 h 384233"/>
                <a:gd name="connsiteX821" fmla="*/ 215982 w 1695641"/>
                <a:gd name="connsiteY821" fmla="*/ 194747 h 384233"/>
                <a:gd name="connsiteX822" fmla="*/ 225443 w 1695641"/>
                <a:gd name="connsiteY822" fmla="*/ 195997 h 384233"/>
                <a:gd name="connsiteX823" fmla="*/ 232136 w 1695641"/>
                <a:gd name="connsiteY823" fmla="*/ 197425 h 384233"/>
                <a:gd name="connsiteX824" fmla="*/ 238741 w 1695641"/>
                <a:gd name="connsiteY824" fmla="*/ 200013 h 384233"/>
                <a:gd name="connsiteX825" fmla="*/ 249093 w 1695641"/>
                <a:gd name="connsiteY825" fmla="*/ 201084 h 384233"/>
                <a:gd name="connsiteX826" fmla="*/ 249539 w 1695641"/>
                <a:gd name="connsiteY826" fmla="*/ 201262 h 384233"/>
                <a:gd name="connsiteX827" fmla="*/ 255340 w 1695641"/>
                <a:gd name="connsiteY827" fmla="*/ 214561 h 384233"/>
                <a:gd name="connsiteX828" fmla="*/ 250164 w 1695641"/>
                <a:gd name="connsiteY828" fmla="*/ 229376 h 384233"/>
                <a:gd name="connsiteX829" fmla="*/ 245880 w 1695641"/>
                <a:gd name="connsiteY829" fmla="*/ 239105 h 384233"/>
                <a:gd name="connsiteX830" fmla="*/ 234725 w 1695641"/>
                <a:gd name="connsiteY830" fmla="*/ 240800 h 384233"/>
                <a:gd name="connsiteX831" fmla="*/ 223747 w 1695641"/>
                <a:gd name="connsiteY831" fmla="*/ 243388 h 384233"/>
                <a:gd name="connsiteX832" fmla="*/ 216071 w 1695641"/>
                <a:gd name="connsiteY832" fmla="*/ 240086 h 384233"/>
                <a:gd name="connsiteX833" fmla="*/ 204201 w 1695641"/>
                <a:gd name="connsiteY833" fmla="*/ 238926 h 384233"/>
                <a:gd name="connsiteX834" fmla="*/ 192509 w 1695641"/>
                <a:gd name="connsiteY834" fmla="*/ 238926 h 384233"/>
                <a:gd name="connsiteX835" fmla="*/ 182603 w 1695641"/>
                <a:gd name="connsiteY835" fmla="*/ 236070 h 384233"/>
                <a:gd name="connsiteX836" fmla="*/ 168145 w 1695641"/>
                <a:gd name="connsiteY836" fmla="*/ 235267 h 384233"/>
                <a:gd name="connsiteX837" fmla="*/ 160827 w 1695641"/>
                <a:gd name="connsiteY837" fmla="*/ 231250 h 384233"/>
                <a:gd name="connsiteX838" fmla="*/ 154044 w 1695641"/>
                <a:gd name="connsiteY838" fmla="*/ 220362 h 384233"/>
                <a:gd name="connsiteX839" fmla="*/ 153151 w 1695641"/>
                <a:gd name="connsiteY839" fmla="*/ 207688 h 384233"/>
                <a:gd name="connsiteX840" fmla="*/ 150027 w 1695641"/>
                <a:gd name="connsiteY840" fmla="*/ 192605 h 384233"/>
                <a:gd name="connsiteX841" fmla="*/ 149403 w 1695641"/>
                <a:gd name="connsiteY841" fmla="*/ 183145 h 384233"/>
                <a:gd name="connsiteX842" fmla="*/ 148243 w 1695641"/>
                <a:gd name="connsiteY842" fmla="*/ 174221 h 384233"/>
                <a:gd name="connsiteX843" fmla="*/ 146814 w 1695641"/>
                <a:gd name="connsiteY843" fmla="*/ 160209 h 384233"/>
                <a:gd name="connsiteX844" fmla="*/ 150563 w 1695641"/>
                <a:gd name="connsiteY844" fmla="*/ 137628 h 384233"/>
                <a:gd name="connsiteX845" fmla="*/ 153687 w 1695641"/>
                <a:gd name="connsiteY845" fmla="*/ 130577 h 384233"/>
                <a:gd name="connsiteX846" fmla="*/ 156364 w 1695641"/>
                <a:gd name="connsiteY846" fmla="*/ 118975 h 384233"/>
                <a:gd name="connsiteX847" fmla="*/ 158863 w 1695641"/>
                <a:gd name="connsiteY847" fmla="*/ 107106 h 384233"/>
                <a:gd name="connsiteX848" fmla="*/ 159935 w 1695641"/>
                <a:gd name="connsiteY848" fmla="*/ 88631 h 384233"/>
                <a:gd name="connsiteX849" fmla="*/ 162612 w 1695641"/>
                <a:gd name="connsiteY849" fmla="*/ 77385 h 384233"/>
                <a:gd name="connsiteX850" fmla="*/ 166450 w 1695641"/>
                <a:gd name="connsiteY850" fmla="*/ 59535 h 384233"/>
                <a:gd name="connsiteX851" fmla="*/ 166896 w 1695641"/>
                <a:gd name="connsiteY851" fmla="*/ 47308 h 384233"/>
                <a:gd name="connsiteX852" fmla="*/ 173946 w 1695641"/>
                <a:gd name="connsiteY852" fmla="*/ 42311 h 384233"/>
                <a:gd name="connsiteX853" fmla="*/ 182870 w 1695641"/>
                <a:gd name="connsiteY853" fmla="*/ 44185 h 384233"/>
                <a:gd name="connsiteX854" fmla="*/ 190814 w 1695641"/>
                <a:gd name="connsiteY854" fmla="*/ 42490 h 384233"/>
                <a:gd name="connsiteX855" fmla="*/ 197954 w 1695641"/>
                <a:gd name="connsiteY855" fmla="*/ 43917 h 384233"/>
                <a:gd name="connsiteX856" fmla="*/ 206879 w 1695641"/>
                <a:gd name="connsiteY856" fmla="*/ 42222 h 384233"/>
                <a:gd name="connsiteX857" fmla="*/ 815643 w 1695641"/>
                <a:gd name="connsiteY857" fmla="*/ 39723 h 384233"/>
                <a:gd name="connsiteX858" fmla="*/ 824568 w 1695641"/>
                <a:gd name="connsiteY858" fmla="*/ 43203 h 384233"/>
                <a:gd name="connsiteX859" fmla="*/ 842418 w 1695641"/>
                <a:gd name="connsiteY859" fmla="*/ 44541 h 384233"/>
                <a:gd name="connsiteX860" fmla="*/ 843222 w 1695641"/>
                <a:gd name="connsiteY860" fmla="*/ 44988 h 384233"/>
                <a:gd name="connsiteX861" fmla="*/ 846256 w 1695641"/>
                <a:gd name="connsiteY861" fmla="*/ 52306 h 384233"/>
                <a:gd name="connsiteX862" fmla="*/ 852414 w 1695641"/>
                <a:gd name="connsiteY862" fmla="*/ 64801 h 384233"/>
                <a:gd name="connsiteX863" fmla="*/ 847416 w 1695641"/>
                <a:gd name="connsiteY863" fmla="*/ 75422 h 384233"/>
                <a:gd name="connsiteX864" fmla="*/ 845096 w 1695641"/>
                <a:gd name="connsiteY864" fmla="*/ 85239 h 384233"/>
                <a:gd name="connsiteX865" fmla="*/ 836171 w 1695641"/>
                <a:gd name="connsiteY865" fmla="*/ 101037 h 384233"/>
                <a:gd name="connsiteX866" fmla="*/ 828138 w 1695641"/>
                <a:gd name="connsiteY866" fmla="*/ 109961 h 384233"/>
                <a:gd name="connsiteX867" fmla="*/ 810288 w 1695641"/>
                <a:gd name="connsiteY867" fmla="*/ 147267 h 384233"/>
                <a:gd name="connsiteX868" fmla="*/ 804309 w 1695641"/>
                <a:gd name="connsiteY868" fmla="*/ 153247 h 384233"/>
                <a:gd name="connsiteX869" fmla="*/ 796991 w 1695641"/>
                <a:gd name="connsiteY869" fmla="*/ 153247 h 384233"/>
                <a:gd name="connsiteX870" fmla="*/ 789315 w 1695641"/>
                <a:gd name="connsiteY870" fmla="*/ 155746 h 384233"/>
                <a:gd name="connsiteX871" fmla="*/ 777892 w 1695641"/>
                <a:gd name="connsiteY871" fmla="*/ 159227 h 384233"/>
                <a:gd name="connsiteX872" fmla="*/ 777892 w 1695641"/>
                <a:gd name="connsiteY872" fmla="*/ 168152 h 384233"/>
                <a:gd name="connsiteX873" fmla="*/ 786816 w 1695641"/>
                <a:gd name="connsiteY873" fmla="*/ 166545 h 384233"/>
                <a:gd name="connsiteX874" fmla="*/ 793778 w 1695641"/>
                <a:gd name="connsiteY874" fmla="*/ 163332 h 384233"/>
                <a:gd name="connsiteX875" fmla="*/ 803416 w 1695641"/>
                <a:gd name="connsiteY875" fmla="*/ 166367 h 384233"/>
                <a:gd name="connsiteX876" fmla="*/ 807254 w 1695641"/>
                <a:gd name="connsiteY876" fmla="*/ 170829 h 384233"/>
                <a:gd name="connsiteX877" fmla="*/ 809753 w 1695641"/>
                <a:gd name="connsiteY877" fmla="*/ 182966 h 384233"/>
                <a:gd name="connsiteX878" fmla="*/ 808236 w 1695641"/>
                <a:gd name="connsiteY878" fmla="*/ 187964 h 384233"/>
                <a:gd name="connsiteX879" fmla="*/ 799311 w 1695641"/>
                <a:gd name="connsiteY879" fmla="*/ 194122 h 384233"/>
                <a:gd name="connsiteX880" fmla="*/ 789315 w 1695641"/>
                <a:gd name="connsiteY880" fmla="*/ 197782 h 384233"/>
                <a:gd name="connsiteX881" fmla="*/ 786192 w 1695641"/>
                <a:gd name="connsiteY881" fmla="*/ 203583 h 384233"/>
                <a:gd name="connsiteX882" fmla="*/ 791011 w 1695641"/>
                <a:gd name="connsiteY882" fmla="*/ 207421 h 384233"/>
                <a:gd name="connsiteX883" fmla="*/ 804309 w 1695641"/>
                <a:gd name="connsiteY883" fmla="*/ 204922 h 384233"/>
                <a:gd name="connsiteX884" fmla="*/ 814305 w 1695641"/>
                <a:gd name="connsiteY884" fmla="*/ 204922 h 384233"/>
                <a:gd name="connsiteX885" fmla="*/ 826621 w 1695641"/>
                <a:gd name="connsiteY885" fmla="*/ 202423 h 384233"/>
                <a:gd name="connsiteX886" fmla="*/ 837420 w 1695641"/>
                <a:gd name="connsiteY886" fmla="*/ 202423 h 384233"/>
                <a:gd name="connsiteX887" fmla="*/ 846345 w 1695641"/>
                <a:gd name="connsiteY887" fmla="*/ 216435 h 384233"/>
                <a:gd name="connsiteX888" fmla="*/ 830548 w 1695641"/>
                <a:gd name="connsiteY888" fmla="*/ 239193 h 384233"/>
                <a:gd name="connsiteX889" fmla="*/ 816179 w 1695641"/>
                <a:gd name="connsiteY889" fmla="*/ 236694 h 384233"/>
                <a:gd name="connsiteX890" fmla="*/ 792439 w 1695641"/>
                <a:gd name="connsiteY890" fmla="*/ 237676 h 384233"/>
                <a:gd name="connsiteX891" fmla="*/ 779498 w 1695641"/>
                <a:gd name="connsiteY891" fmla="*/ 236873 h 384233"/>
                <a:gd name="connsiteX892" fmla="*/ 768163 w 1695641"/>
                <a:gd name="connsiteY892" fmla="*/ 238033 h 384233"/>
                <a:gd name="connsiteX893" fmla="*/ 755490 w 1695641"/>
                <a:gd name="connsiteY893" fmla="*/ 240175 h 384233"/>
                <a:gd name="connsiteX894" fmla="*/ 740050 w 1695641"/>
                <a:gd name="connsiteY894" fmla="*/ 243209 h 384233"/>
                <a:gd name="connsiteX895" fmla="*/ 724074 w 1695641"/>
                <a:gd name="connsiteY895" fmla="*/ 244815 h 384233"/>
                <a:gd name="connsiteX896" fmla="*/ 707652 w 1695641"/>
                <a:gd name="connsiteY896" fmla="*/ 249813 h 384233"/>
                <a:gd name="connsiteX897" fmla="*/ 697300 w 1695641"/>
                <a:gd name="connsiteY897" fmla="*/ 244369 h 384233"/>
                <a:gd name="connsiteX898" fmla="*/ 694980 w 1695641"/>
                <a:gd name="connsiteY898" fmla="*/ 230536 h 384233"/>
                <a:gd name="connsiteX899" fmla="*/ 695514 w 1695641"/>
                <a:gd name="connsiteY899" fmla="*/ 224200 h 384233"/>
                <a:gd name="connsiteX900" fmla="*/ 698995 w 1695641"/>
                <a:gd name="connsiteY900" fmla="*/ 216881 h 384233"/>
                <a:gd name="connsiteX901" fmla="*/ 702833 w 1695641"/>
                <a:gd name="connsiteY901" fmla="*/ 213758 h 384233"/>
                <a:gd name="connsiteX902" fmla="*/ 707652 w 1695641"/>
                <a:gd name="connsiteY902" fmla="*/ 216078 h 384233"/>
                <a:gd name="connsiteX903" fmla="*/ 721754 w 1695641"/>
                <a:gd name="connsiteY903" fmla="*/ 211259 h 384233"/>
                <a:gd name="connsiteX904" fmla="*/ 739604 w 1695641"/>
                <a:gd name="connsiteY904" fmla="*/ 203405 h 384233"/>
                <a:gd name="connsiteX905" fmla="*/ 736658 w 1695641"/>
                <a:gd name="connsiteY905" fmla="*/ 198407 h 384233"/>
                <a:gd name="connsiteX906" fmla="*/ 729340 w 1695641"/>
                <a:gd name="connsiteY906" fmla="*/ 197425 h 384233"/>
                <a:gd name="connsiteX907" fmla="*/ 723181 w 1695641"/>
                <a:gd name="connsiteY907" fmla="*/ 194301 h 384233"/>
                <a:gd name="connsiteX908" fmla="*/ 723181 w 1695641"/>
                <a:gd name="connsiteY908" fmla="*/ 188321 h 384233"/>
                <a:gd name="connsiteX909" fmla="*/ 723985 w 1695641"/>
                <a:gd name="connsiteY909" fmla="*/ 181003 h 384233"/>
                <a:gd name="connsiteX910" fmla="*/ 728001 w 1695641"/>
                <a:gd name="connsiteY910" fmla="*/ 175648 h 384233"/>
                <a:gd name="connsiteX911" fmla="*/ 732106 w 1695641"/>
                <a:gd name="connsiteY911" fmla="*/ 176986 h 384233"/>
                <a:gd name="connsiteX912" fmla="*/ 736480 w 1695641"/>
                <a:gd name="connsiteY912" fmla="*/ 176183 h 384233"/>
                <a:gd name="connsiteX913" fmla="*/ 740764 w 1695641"/>
                <a:gd name="connsiteY913" fmla="*/ 176183 h 384233"/>
                <a:gd name="connsiteX914" fmla="*/ 744602 w 1695641"/>
                <a:gd name="connsiteY914" fmla="*/ 172703 h 384233"/>
                <a:gd name="connsiteX915" fmla="*/ 745583 w 1695641"/>
                <a:gd name="connsiteY915" fmla="*/ 163778 h 384233"/>
                <a:gd name="connsiteX916" fmla="*/ 740317 w 1695641"/>
                <a:gd name="connsiteY916" fmla="*/ 163064 h 384233"/>
                <a:gd name="connsiteX917" fmla="*/ 733623 w 1695641"/>
                <a:gd name="connsiteY917" fmla="*/ 164939 h 384233"/>
                <a:gd name="connsiteX918" fmla="*/ 727465 w 1695641"/>
                <a:gd name="connsiteY918" fmla="*/ 166277 h 384233"/>
                <a:gd name="connsiteX919" fmla="*/ 722467 w 1695641"/>
                <a:gd name="connsiteY919" fmla="*/ 165563 h 384233"/>
                <a:gd name="connsiteX920" fmla="*/ 719968 w 1695641"/>
                <a:gd name="connsiteY920" fmla="*/ 161636 h 384233"/>
                <a:gd name="connsiteX921" fmla="*/ 718005 w 1695641"/>
                <a:gd name="connsiteY921" fmla="*/ 155924 h 384233"/>
                <a:gd name="connsiteX922" fmla="*/ 713543 w 1695641"/>
                <a:gd name="connsiteY922" fmla="*/ 147624 h 384233"/>
                <a:gd name="connsiteX923" fmla="*/ 711043 w 1695641"/>
                <a:gd name="connsiteY923" fmla="*/ 138699 h 384233"/>
                <a:gd name="connsiteX924" fmla="*/ 715863 w 1695641"/>
                <a:gd name="connsiteY924" fmla="*/ 124687 h 384233"/>
                <a:gd name="connsiteX925" fmla="*/ 713542 w 1695641"/>
                <a:gd name="connsiteY925" fmla="*/ 102108 h 384233"/>
                <a:gd name="connsiteX926" fmla="*/ 710686 w 1695641"/>
                <a:gd name="connsiteY926" fmla="*/ 92469 h 384233"/>
                <a:gd name="connsiteX927" fmla="*/ 711846 w 1695641"/>
                <a:gd name="connsiteY927" fmla="*/ 85150 h 384233"/>
                <a:gd name="connsiteX928" fmla="*/ 714346 w 1695641"/>
                <a:gd name="connsiteY928" fmla="*/ 72655 h 384233"/>
                <a:gd name="connsiteX929" fmla="*/ 720504 w 1695641"/>
                <a:gd name="connsiteY929" fmla="*/ 59982 h 384233"/>
                <a:gd name="connsiteX930" fmla="*/ 728447 w 1695641"/>
                <a:gd name="connsiteY930" fmla="*/ 64801 h 384233"/>
                <a:gd name="connsiteX931" fmla="*/ 735944 w 1695641"/>
                <a:gd name="connsiteY931" fmla="*/ 63998 h 384233"/>
                <a:gd name="connsiteX932" fmla="*/ 745762 w 1695641"/>
                <a:gd name="connsiteY932" fmla="*/ 60874 h 384233"/>
                <a:gd name="connsiteX933" fmla="*/ 762540 w 1695641"/>
                <a:gd name="connsiteY933" fmla="*/ 54002 h 384233"/>
                <a:gd name="connsiteX934" fmla="*/ 775839 w 1695641"/>
                <a:gd name="connsiteY934" fmla="*/ 52663 h 384233"/>
                <a:gd name="connsiteX935" fmla="*/ 815643 w 1695641"/>
                <a:gd name="connsiteY935" fmla="*/ 39723 h 384233"/>
                <a:gd name="connsiteX936" fmla="*/ 439014 w 1695641"/>
                <a:gd name="connsiteY936" fmla="*/ 1614 h 384233"/>
                <a:gd name="connsiteX937" fmla="*/ 445798 w 1695641"/>
                <a:gd name="connsiteY937" fmla="*/ 2328 h 384233"/>
                <a:gd name="connsiteX938" fmla="*/ 454187 w 1695641"/>
                <a:gd name="connsiteY938" fmla="*/ 2328 h 384233"/>
                <a:gd name="connsiteX939" fmla="*/ 458560 w 1695641"/>
                <a:gd name="connsiteY939" fmla="*/ 5808 h 384233"/>
                <a:gd name="connsiteX940" fmla="*/ 466415 w 1695641"/>
                <a:gd name="connsiteY940" fmla="*/ 8217 h 384233"/>
                <a:gd name="connsiteX941" fmla="*/ 469003 w 1695641"/>
                <a:gd name="connsiteY941" fmla="*/ 17142 h 384233"/>
                <a:gd name="connsiteX942" fmla="*/ 475072 w 1695641"/>
                <a:gd name="connsiteY942" fmla="*/ 30530 h 384233"/>
                <a:gd name="connsiteX943" fmla="*/ 467575 w 1695641"/>
                <a:gd name="connsiteY943" fmla="*/ 44275 h 384233"/>
                <a:gd name="connsiteX944" fmla="*/ 469003 w 1695641"/>
                <a:gd name="connsiteY944" fmla="*/ 48826 h 384233"/>
                <a:gd name="connsiteX945" fmla="*/ 495777 w 1695641"/>
                <a:gd name="connsiteY945" fmla="*/ 42579 h 384233"/>
                <a:gd name="connsiteX946" fmla="*/ 511039 w 1695641"/>
                <a:gd name="connsiteY946" fmla="*/ 39098 h 384233"/>
                <a:gd name="connsiteX947" fmla="*/ 517554 w 1695641"/>
                <a:gd name="connsiteY947" fmla="*/ 41865 h 384233"/>
                <a:gd name="connsiteX948" fmla="*/ 524337 w 1695641"/>
                <a:gd name="connsiteY948" fmla="*/ 44096 h 384233"/>
                <a:gd name="connsiteX949" fmla="*/ 532458 w 1695641"/>
                <a:gd name="connsiteY949" fmla="*/ 51236 h 384233"/>
                <a:gd name="connsiteX950" fmla="*/ 532280 w 1695641"/>
                <a:gd name="connsiteY950" fmla="*/ 51236 h 384233"/>
                <a:gd name="connsiteX951" fmla="*/ 535939 w 1695641"/>
                <a:gd name="connsiteY951" fmla="*/ 55252 h 384233"/>
                <a:gd name="connsiteX952" fmla="*/ 535493 w 1695641"/>
                <a:gd name="connsiteY952" fmla="*/ 63463 h 384233"/>
                <a:gd name="connsiteX953" fmla="*/ 520856 w 1695641"/>
                <a:gd name="connsiteY953" fmla="*/ 75868 h 384233"/>
                <a:gd name="connsiteX954" fmla="*/ 513002 w 1695641"/>
                <a:gd name="connsiteY954" fmla="*/ 73548 h 384233"/>
                <a:gd name="connsiteX955" fmla="*/ 499704 w 1695641"/>
                <a:gd name="connsiteY955" fmla="*/ 74440 h 384233"/>
                <a:gd name="connsiteX956" fmla="*/ 489083 w 1695641"/>
                <a:gd name="connsiteY956" fmla="*/ 75690 h 384233"/>
                <a:gd name="connsiteX957" fmla="*/ 479356 w 1695641"/>
                <a:gd name="connsiteY957" fmla="*/ 78635 h 384233"/>
                <a:gd name="connsiteX958" fmla="*/ 469627 w 1695641"/>
                <a:gd name="connsiteY958" fmla="*/ 82116 h 384233"/>
                <a:gd name="connsiteX959" fmla="*/ 460702 w 1695641"/>
                <a:gd name="connsiteY959" fmla="*/ 82116 h 384233"/>
                <a:gd name="connsiteX960" fmla="*/ 447136 w 1695641"/>
                <a:gd name="connsiteY960" fmla="*/ 87827 h 384233"/>
                <a:gd name="connsiteX961" fmla="*/ 415453 w 1695641"/>
                <a:gd name="connsiteY961" fmla="*/ 95681 h 384233"/>
                <a:gd name="connsiteX962" fmla="*/ 406528 w 1695641"/>
                <a:gd name="connsiteY962" fmla="*/ 98002 h 384233"/>
                <a:gd name="connsiteX963" fmla="*/ 397604 w 1695641"/>
                <a:gd name="connsiteY963" fmla="*/ 100233 h 384233"/>
                <a:gd name="connsiteX964" fmla="*/ 389571 w 1695641"/>
                <a:gd name="connsiteY964" fmla="*/ 102286 h 384233"/>
                <a:gd name="connsiteX965" fmla="*/ 382788 w 1695641"/>
                <a:gd name="connsiteY965" fmla="*/ 103178 h 384233"/>
                <a:gd name="connsiteX966" fmla="*/ 375470 w 1695641"/>
                <a:gd name="connsiteY966" fmla="*/ 105142 h 384233"/>
                <a:gd name="connsiteX967" fmla="*/ 369044 w 1695641"/>
                <a:gd name="connsiteY967" fmla="*/ 105142 h 384233"/>
                <a:gd name="connsiteX968" fmla="*/ 363956 w 1695641"/>
                <a:gd name="connsiteY968" fmla="*/ 105142 h 384233"/>
                <a:gd name="connsiteX969" fmla="*/ 355745 w 1695641"/>
                <a:gd name="connsiteY969" fmla="*/ 107373 h 384233"/>
                <a:gd name="connsiteX970" fmla="*/ 348784 w 1695641"/>
                <a:gd name="connsiteY970" fmla="*/ 109783 h 384233"/>
                <a:gd name="connsiteX971" fmla="*/ 342715 w 1695641"/>
                <a:gd name="connsiteY971" fmla="*/ 113264 h 384233"/>
                <a:gd name="connsiteX972" fmla="*/ 337806 w 1695641"/>
                <a:gd name="connsiteY972" fmla="*/ 109783 h 384233"/>
                <a:gd name="connsiteX973" fmla="*/ 328881 w 1695641"/>
                <a:gd name="connsiteY973" fmla="*/ 109248 h 384233"/>
                <a:gd name="connsiteX974" fmla="*/ 326561 w 1695641"/>
                <a:gd name="connsiteY974" fmla="*/ 99698 h 384233"/>
                <a:gd name="connsiteX975" fmla="*/ 326115 w 1695641"/>
                <a:gd name="connsiteY975" fmla="*/ 91844 h 384233"/>
                <a:gd name="connsiteX976" fmla="*/ 327810 w 1695641"/>
                <a:gd name="connsiteY976" fmla="*/ 85596 h 384233"/>
                <a:gd name="connsiteX977" fmla="*/ 345660 w 1695641"/>
                <a:gd name="connsiteY977" fmla="*/ 76671 h 384233"/>
                <a:gd name="connsiteX978" fmla="*/ 350391 w 1695641"/>
                <a:gd name="connsiteY978" fmla="*/ 79349 h 384233"/>
                <a:gd name="connsiteX979" fmla="*/ 360654 w 1695641"/>
                <a:gd name="connsiteY979" fmla="*/ 75868 h 384233"/>
                <a:gd name="connsiteX980" fmla="*/ 385198 w 1695641"/>
                <a:gd name="connsiteY980" fmla="*/ 70959 h 384233"/>
                <a:gd name="connsiteX981" fmla="*/ 395640 w 1695641"/>
                <a:gd name="connsiteY981" fmla="*/ 69531 h 384233"/>
                <a:gd name="connsiteX982" fmla="*/ 414828 w 1695641"/>
                <a:gd name="connsiteY982" fmla="*/ 63641 h 384233"/>
                <a:gd name="connsiteX983" fmla="*/ 422682 w 1695641"/>
                <a:gd name="connsiteY983" fmla="*/ 59090 h 384233"/>
                <a:gd name="connsiteX984" fmla="*/ 421790 w 1695641"/>
                <a:gd name="connsiteY984" fmla="*/ 53735 h 384233"/>
                <a:gd name="connsiteX985" fmla="*/ 416256 w 1695641"/>
                <a:gd name="connsiteY985" fmla="*/ 51950 h 384233"/>
                <a:gd name="connsiteX986" fmla="*/ 410990 w 1695641"/>
                <a:gd name="connsiteY986" fmla="*/ 47934 h 384233"/>
                <a:gd name="connsiteX987" fmla="*/ 412240 w 1695641"/>
                <a:gd name="connsiteY987" fmla="*/ 42400 h 384233"/>
                <a:gd name="connsiteX988" fmla="*/ 414293 w 1695641"/>
                <a:gd name="connsiteY988" fmla="*/ 37134 h 384233"/>
                <a:gd name="connsiteX989" fmla="*/ 416434 w 1695641"/>
                <a:gd name="connsiteY989" fmla="*/ 30530 h 384233"/>
                <a:gd name="connsiteX990" fmla="*/ 409741 w 1695641"/>
                <a:gd name="connsiteY990" fmla="*/ 14019 h 384233"/>
                <a:gd name="connsiteX991" fmla="*/ 411704 w 1695641"/>
                <a:gd name="connsiteY991" fmla="*/ 8396 h 384233"/>
                <a:gd name="connsiteX992" fmla="*/ 421790 w 1695641"/>
                <a:gd name="connsiteY992" fmla="*/ 6700 h 384233"/>
                <a:gd name="connsiteX993" fmla="*/ 427680 w 1695641"/>
                <a:gd name="connsiteY993" fmla="*/ 4380 h 384233"/>
                <a:gd name="connsiteX994" fmla="*/ 433303 w 1695641"/>
                <a:gd name="connsiteY994" fmla="*/ 3755 h 384233"/>
                <a:gd name="connsiteX995" fmla="*/ 439014 w 1695641"/>
                <a:gd name="connsiteY995" fmla="*/ 1614 h 384233"/>
                <a:gd name="connsiteX996" fmla="*/ 1616919 w 1695641"/>
                <a:gd name="connsiteY996" fmla="*/ 7 h 384233"/>
                <a:gd name="connsiteX997" fmla="*/ 1626380 w 1695641"/>
                <a:gd name="connsiteY997" fmla="*/ 7326 h 384233"/>
                <a:gd name="connsiteX998" fmla="*/ 1622363 w 1695641"/>
                <a:gd name="connsiteY998" fmla="*/ 18928 h 384233"/>
                <a:gd name="connsiteX999" fmla="*/ 1614599 w 1695641"/>
                <a:gd name="connsiteY999" fmla="*/ 29103 h 384233"/>
                <a:gd name="connsiteX1000" fmla="*/ 1614599 w 1695641"/>
                <a:gd name="connsiteY1000" fmla="*/ 38027 h 384233"/>
                <a:gd name="connsiteX1001" fmla="*/ 1619418 w 1695641"/>
                <a:gd name="connsiteY1001" fmla="*/ 45256 h 384233"/>
                <a:gd name="connsiteX1002" fmla="*/ 1608886 w 1695641"/>
                <a:gd name="connsiteY1002" fmla="*/ 66587 h 384233"/>
                <a:gd name="connsiteX1003" fmla="*/ 1600943 w 1695641"/>
                <a:gd name="connsiteY1003" fmla="*/ 78100 h 384233"/>
                <a:gd name="connsiteX1004" fmla="*/ 1610582 w 1695641"/>
                <a:gd name="connsiteY1004" fmla="*/ 83187 h 384233"/>
                <a:gd name="connsiteX1005" fmla="*/ 1615313 w 1695641"/>
                <a:gd name="connsiteY1005" fmla="*/ 90773 h 384233"/>
                <a:gd name="connsiteX1006" fmla="*/ 1624238 w 1695641"/>
                <a:gd name="connsiteY1006" fmla="*/ 81848 h 384233"/>
                <a:gd name="connsiteX1007" fmla="*/ 1616473 w 1695641"/>
                <a:gd name="connsiteY1007" fmla="*/ 79260 h 384233"/>
                <a:gd name="connsiteX1008" fmla="*/ 1614688 w 1695641"/>
                <a:gd name="connsiteY1008" fmla="*/ 70335 h 384233"/>
                <a:gd name="connsiteX1009" fmla="*/ 1619775 w 1695641"/>
                <a:gd name="connsiteY1009" fmla="*/ 66319 h 384233"/>
                <a:gd name="connsiteX1010" fmla="*/ 1623880 w 1695641"/>
                <a:gd name="connsiteY1010" fmla="*/ 61499 h 384233"/>
                <a:gd name="connsiteX1011" fmla="*/ 1623167 w 1695641"/>
                <a:gd name="connsiteY1011" fmla="*/ 53021 h 384233"/>
                <a:gd name="connsiteX1012" fmla="*/ 1630396 w 1695641"/>
                <a:gd name="connsiteY1012" fmla="*/ 49361 h 384233"/>
                <a:gd name="connsiteX1013" fmla="*/ 1634501 w 1695641"/>
                <a:gd name="connsiteY1013" fmla="*/ 43203 h 384233"/>
                <a:gd name="connsiteX1014" fmla="*/ 1636376 w 1695641"/>
                <a:gd name="connsiteY1014" fmla="*/ 36420 h 384233"/>
                <a:gd name="connsiteX1015" fmla="*/ 1631199 w 1695641"/>
                <a:gd name="connsiteY1015" fmla="*/ 23926 h 384233"/>
                <a:gd name="connsiteX1016" fmla="*/ 1657171 w 1695641"/>
                <a:gd name="connsiteY1016" fmla="*/ 10182 h 384233"/>
                <a:gd name="connsiteX1017" fmla="*/ 1659492 w 1695641"/>
                <a:gd name="connsiteY1017" fmla="*/ 6880 h 384233"/>
                <a:gd name="connsiteX1018" fmla="*/ 1667256 w 1695641"/>
                <a:gd name="connsiteY1018" fmla="*/ 5987 h 384233"/>
                <a:gd name="connsiteX1019" fmla="*/ 1675646 w 1695641"/>
                <a:gd name="connsiteY1019" fmla="*/ 11253 h 384233"/>
                <a:gd name="connsiteX1020" fmla="*/ 1677788 w 1695641"/>
                <a:gd name="connsiteY1020" fmla="*/ 17411 h 384233"/>
                <a:gd name="connsiteX1021" fmla="*/ 1676806 w 1695641"/>
                <a:gd name="connsiteY1021" fmla="*/ 28210 h 384233"/>
                <a:gd name="connsiteX1022" fmla="*/ 1665382 w 1695641"/>
                <a:gd name="connsiteY1022" fmla="*/ 37134 h 384233"/>
                <a:gd name="connsiteX1023" fmla="*/ 1656457 w 1695641"/>
                <a:gd name="connsiteY1023" fmla="*/ 58733 h 384233"/>
                <a:gd name="connsiteX1024" fmla="*/ 1653779 w 1695641"/>
                <a:gd name="connsiteY1024" fmla="*/ 66230 h 384233"/>
                <a:gd name="connsiteX1025" fmla="*/ 1651548 w 1695641"/>
                <a:gd name="connsiteY1025" fmla="*/ 75155 h 384233"/>
                <a:gd name="connsiteX1026" fmla="*/ 1649763 w 1695641"/>
                <a:gd name="connsiteY1026" fmla="*/ 86400 h 384233"/>
                <a:gd name="connsiteX1027" fmla="*/ 1654939 w 1695641"/>
                <a:gd name="connsiteY1027" fmla="*/ 88007 h 384233"/>
                <a:gd name="connsiteX1028" fmla="*/ 1665025 w 1695641"/>
                <a:gd name="connsiteY1028" fmla="*/ 82473 h 384233"/>
                <a:gd name="connsiteX1029" fmla="*/ 1671986 w 1695641"/>
                <a:gd name="connsiteY1029" fmla="*/ 82473 h 384233"/>
                <a:gd name="connsiteX1030" fmla="*/ 1677609 w 1695641"/>
                <a:gd name="connsiteY1030" fmla="*/ 86579 h 384233"/>
                <a:gd name="connsiteX1031" fmla="*/ 1683946 w 1695641"/>
                <a:gd name="connsiteY1031" fmla="*/ 88453 h 384233"/>
                <a:gd name="connsiteX1032" fmla="*/ 1691174 w 1695641"/>
                <a:gd name="connsiteY1032" fmla="*/ 91041 h 384233"/>
                <a:gd name="connsiteX1033" fmla="*/ 1691710 w 1695641"/>
                <a:gd name="connsiteY1033" fmla="*/ 90952 h 384233"/>
                <a:gd name="connsiteX1034" fmla="*/ 1695548 w 1695641"/>
                <a:gd name="connsiteY1034" fmla="*/ 107462 h 384233"/>
                <a:gd name="connsiteX1035" fmla="*/ 1691442 w 1695641"/>
                <a:gd name="connsiteY1035" fmla="*/ 122367 h 384233"/>
                <a:gd name="connsiteX1036" fmla="*/ 1668952 w 1695641"/>
                <a:gd name="connsiteY1036" fmla="*/ 128347 h 384233"/>
                <a:gd name="connsiteX1037" fmla="*/ 1661990 w 1695641"/>
                <a:gd name="connsiteY1037" fmla="*/ 131292 h 384233"/>
                <a:gd name="connsiteX1038" fmla="*/ 1653065 w 1695641"/>
                <a:gd name="connsiteY1038" fmla="*/ 130489 h 384233"/>
                <a:gd name="connsiteX1039" fmla="*/ 1641909 w 1695641"/>
                <a:gd name="connsiteY1039" fmla="*/ 130489 h 384233"/>
                <a:gd name="connsiteX1040" fmla="*/ 1622720 w 1695641"/>
                <a:gd name="connsiteY1040" fmla="*/ 144144 h 384233"/>
                <a:gd name="connsiteX1041" fmla="*/ 1615670 w 1695641"/>
                <a:gd name="connsiteY1041" fmla="*/ 151641 h 384233"/>
                <a:gd name="connsiteX1042" fmla="*/ 1604424 w 1695641"/>
                <a:gd name="connsiteY1042" fmla="*/ 161994 h 384233"/>
                <a:gd name="connsiteX1043" fmla="*/ 1602639 w 1695641"/>
                <a:gd name="connsiteY1043" fmla="*/ 172614 h 384233"/>
                <a:gd name="connsiteX1044" fmla="*/ 1607994 w 1695641"/>
                <a:gd name="connsiteY1044" fmla="*/ 173685 h 384233"/>
                <a:gd name="connsiteX1045" fmla="*/ 1617633 w 1695641"/>
                <a:gd name="connsiteY1045" fmla="*/ 169847 h 384233"/>
                <a:gd name="connsiteX1046" fmla="*/ 1623970 w 1695641"/>
                <a:gd name="connsiteY1046" fmla="*/ 166456 h 384233"/>
                <a:gd name="connsiteX1047" fmla="*/ 1635037 w 1695641"/>
                <a:gd name="connsiteY1047" fmla="*/ 172078 h 384233"/>
                <a:gd name="connsiteX1048" fmla="*/ 1645836 w 1695641"/>
                <a:gd name="connsiteY1048" fmla="*/ 176541 h 384233"/>
                <a:gd name="connsiteX1049" fmla="*/ 1650031 w 1695641"/>
                <a:gd name="connsiteY1049" fmla="*/ 180825 h 384233"/>
                <a:gd name="connsiteX1050" fmla="*/ 1647264 w 1695641"/>
                <a:gd name="connsiteY1050" fmla="*/ 192070 h 384233"/>
                <a:gd name="connsiteX1051" fmla="*/ 1640838 w 1695641"/>
                <a:gd name="connsiteY1051" fmla="*/ 197604 h 384233"/>
                <a:gd name="connsiteX1052" fmla="*/ 1629503 w 1695641"/>
                <a:gd name="connsiteY1052" fmla="*/ 199746 h 384233"/>
                <a:gd name="connsiteX1053" fmla="*/ 1621828 w 1695641"/>
                <a:gd name="connsiteY1053" fmla="*/ 202334 h 384233"/>
                <a:gd name="connsiteX1054" fmla="*/ 1603978 w 1695641"/>
                <a:gd name="connsiteY1054" fmla="*/ 210366 h 384233"/>
                <a:gd name="connsiteX1055" fmla="*/ 1604781 w 1695641"/>
                <a:gd name="connsiteY1055" fmla="*/ 222683 h 384233"/>
                <a:gd name="connsiteX1056" fmla="*/ 1603442 w 1695641"/>
                <a:gd name="connsiteY1056" fmla="*/ 233214 h 384233"/>
                <a:gd name="connsiteX1057" fmla="*/ 1600943 w 1695641"/>
                <a:gd name="connsiteY1057" fmla="*/ 245262 h 384233"/>
                <a:gd name="connsiteX1058" fmla="*/ 1596303 w 1695641"/>
                <a:gd name="connsiteY1058" fmla="*/ 253295 h 384233"/>
                <a:gd name="connsiteX1059" fmla="*/ 1587378 w 1695641"/>
                <a:gd name="connsiteY1059" fmla="*/ 270609 h 384233"/>
                <a:gd name="connsiteX1060" fmla="*/ 1574348 w 1695641"/>
                <a:gd name="connsiteY1060" fmla="*/ 275250 h 384233"/>
                <a:gd name="connsiteX1061" fmla="*/ 1563906 w 1695641"/>
                <a:gd name="connsiteY1061" fmla="*/ 278106 h 384233"/>
                <a:gd name="connsiteX1062" fmla="*/ 1548198 w 1695641"/>
                <a:gd name="connsiteY1062" fmla="*/ 278106 h 384233"/>
                <a:gd name="connsiteX1063" fmla="*/ 1547216 w 1695641"/>
                <a:gd name="connsiteY1063" fmla="*/ 268646 h 384233"/>
                <a:gd name="connsiteX1064" fmla="*/ 1532043 w 1695641"/>
                <a:gd name="connsiteY1064" fmla="*/ 254276 h 384233"/>
                <a:gd name="connsiteX1065" fmla="*/ 1540165 w 1695641"/>
                <a:gd name="connsiteY1065" fmla="*/ 250260 h 384233"/>
                <a:gd name="connsiteX1066" fmla="*/ 1559800 w 1695641"/>
                <a:gd name="connsiteY1066" fmla="*/ 246690 h 384233"/>
                <a:gd name="connsiteX1067" fmla="*/ 1575240 w 1695641"/>
                <a:gd name="connsiteY1067" fmla="*/ 219916 h 384233"/>
                <a:gd name="connsiteX1068" fmla="*/ 1570956 w 1695641"/>
                <a:gd name="connsiteY1068" fmla="*/ 213847 h 384233"/>
                <a:gd name="connsiteX1069" fmla="*/ 1556498 w 1695641"/>
                <a:gd name="connsiteY1069" fmla="*/ 216436 h 384233"/>
                <a:gd name="connsiteX1070" fmla="*/ 1541593 w 1695641"/>
                <a:gd name="connsiteY1070" fmla="*/ 219024 h 384233"/>
                <a:gd name="connsiteX1071" fmla="*/ 1529366 w 1695641"/>
                <a:gd name="connsiteY1071" fmla="*/ 223397 h 384233"/>
                <a:gd name="connsiteX1072" fmla="*/ 1518388 w 1695641"/>
                <a:gd name="connsiteY1072" fmla="*/ 220720 h 384233"/>
                <a:gd name="connsiteX1073" fmla="*/ 1513390 w 1695641"/>
                <a:gd name="connsiteY1073" fmla="*/ 218488 h 384233"/>
                <a:gd name="connsiteX1074" fmla="*/ 1512230 w 1695641"/>
                <a:gd name="connsiteY1074" fmla="*/ 210456 h 384233"/>
                <a:gd name="connsiteX1075" fmla="*/ 1514461 w 1695641"/>
                <a:gd name="connsiteY1075" fmla="*/ 199389 h 384233"/>
                <a:gd name="connsiteX1076" fmla="*/ 1527848 w 1695641"/>
                <a:gd name="connsiteY1076" fmla="*/ 191088 h 384233"/>
                <a:gd name="connsiteX1077" fmla="*/ 1537577 w 1695641"/>
                <a:gd name="connsiteY1077" fmla="*/ 193587 h 384233"/>
                <a:gd name="connsiteX1078" fmla="*/ 1547037 w 1695641"/>
                <a:gd name="connsiteY1078" fmla="*/ 187697 h 384233"/>
                <a:gd name="connsiteX1079" fmla="*/ 1558729 w 1695641"/>
                <a:gd name="connsiteY1079" fmla="*/ 184573 h 384233"/>
                <a:gd name="connsiteX1080" fmla="*/ 1565780 w 1695641"/>
                <a:gd name="connsiteY1080" fmla="*/ 181003 h 384233"/>
                <a:gd name="connsiteX1081" fmla="*/ 1568279 w 1695641"/>
                <a:gd name="connsiteY1081" fmla="*/ 176898 h 384233"/>
                <a:gd name="connsiteX1082" fmla="*/ 1569528 w 1695641"/>
                <a:gd name="connsiteY1082" fmla="*/ 167973 h 384233"/>
                <a:gd name="connsiteX1083" fmla="*/ 1572831 w 1695641"/>
                <a:gd name="connsiteY1083" fmla="*/ 159049 h 384233"/>
                <a:gd name="connsiteX1084" fmla="*/ 1566048 w 1695641"/>
                <a:gd name="connsiteY1084" fmla="*/ 158424 h 384233"/>
                <a:gd name="connsiteX1085" fmla="*/ 1558550 w 1695641"/>
                <a:gd name="connsiteY1085" fmla="*/ 163333 h 384233"/>
                <a:gd name="connsiteX1086" fmla="*/ 1550071 w 1695641"/>
                <a:gd name="connsiteY1086" fmla="*/ 167706 h 384233"/>
                <a:gd name="connsiteX1087" fmla="*/ 1542932 w 1695641"/>
                <a:gd name="connsiteY1087" fmla="*/ 167706 h 384233"/>
                <a:gd name="connsiteX1088" fmla="*/ 1540255 w 1695641"/>
                <a:gd name="connsiteY1088" fmla="*/ 161191 h 384233"/>
                <a:gd name="connsiteX1089" fmla="*/ 1542218 w 1695641"/>
                <a:gd name="connsiteY1089" fmla="*/ 151462 h 384233"/>
                <a:gd name="connsiteX1090" fmla="*/ 1549715 w 1695641"/>
                <a:gd name="connsiteY1090" fmla="*/ 133612 h 384233"/>
                <a:gd name="connsiteX1091" fmla="*/ 1560246 w 1695641"/>
                <a:gd name="connsiteY1091" fmla="*/ 132898 h 384233"/>
                <a:gd name="connsiteX1092" fmla="*/ 1564173 w 1695641"/>
                <a:gd name="connsiteY1092" fmla="*/ 130310 h 384233"/>
                <a:gd name="connsiteX1093" fmla="*/ 1573902 w 1695641"/>
                <a:gd name="connsiteY1093" fmla="*/ 129418 h 384233"/>
                <a:gd name="connsiteX1094" fmla="*/ 1584969 w 1695641"/>
                <a:gd name="connsiteY1094" fmla="*/ 126651 h 384233"/>
                <a:gd name="connsiteX1095" fmla="*/ 1593269 w 1695641"/>
                <a:gd name="connsiteY1095" fmla="*/ 125223 h 384233"/>
                <a:gd name="connsiteX1096" fmla="*/ 1600230 w 1695641"/>
                <a:gd name="connsiteY1096" fmla="*/ 122724 h 384233"/>
                <a:gd name="connsiteX1097" fmla="*/ 1604335 w 1695641"/>
                <a:gd name="connsiteY1097" fmla="*/ 119779 h 384233"/>
                <a:gd name="connsiteX1098" fmla="*/ 1614063 w 1695641"/>
                <a:gd name="connsiteY1098" fmla="*/ 119779 h 384233"/>
                <a:gd name="connsiteX1099" fmla="*/ 1622007 w 1695641"/>
                <a:gd name="connsiteY1099" fmla="*/ 119779 h 384233"/>
                <a:gd name="connsiteX1100" fmla="*/ 1630217 w 1695641"/>
                <a:gd name="connsiteY1100" fmla="*/ 121742 h 384233"/>
                <a:gd name="connsiteX1101" fmla="*/ 1639142 w 1695641"/>
                <a:gd name="connsiteY1101" fmla="*/ 117369 h 384233"/>
                <a:gd name="connsiteX1102" fmla="*/ 1644140 w 1695641"/>
                <a:gd name="connsiteY1102" fmla="*/ 107819 h 384233"/>
                <a:gd name="connsiteX1103" fmla="*/ 1632270 w 1695641"/>
                <a:gd name="connsiteY1103" fmla="*/ 109158 h 384233"/>
                <a:gd name="connsiteX1104" fmla="*/ 1619775 w 1695641"/>
                <a:gd name="connsiteY1104" fmla="*/ 110943 h 384233"/>
                <a:gd name="connsiteX1105" fmla="*/ 1600140 w 1695641"/>
                <a:gd name="connsiteY1105" fmla="*/ 112996 h 384233"/>
                <a:gd name="connsiteX1106" fmla="*/ 1590234 w 1695641"/>
                <a:gd name="connsiteY1106" fmla="*/ 115316 h 384233"/>
                <a:gd name="connsiteX1107" fmla="*/ 1580327 w 1695641"/>
                <a:gd name="connsiteY1107" fmla="*/ 117369 h 384233"/>
                <a:gd name="connsiteX1108" fmla="*/ 1564262 w 1695641"/>
                <a:gd name="connsiteY1108" fmla="*/ 119422 h 384233"/>
                <a:gd name="connsiteX1109" fmla="*/ 1551946 w 1695641"/>
                <a:gd name="connsiteY1109" fmla="*/ 121921 h 384233"/>
                <a:gd name="connsiteX1110" fmla="*/ 1537398 w 1695641"/>
                <a:gd name="connsiteY1110" fmla="*/ 127811 h 384233"/>
                <a:gd name="connsiteX1111" fmla="*/ 1528473 w 1695641"/>
                <a:gd name="connsiteY1111" fmla="*/ 139681 h 384233"/>
                <a:gd name="connsiteX1112" fmla="*/ 1524189 w 1695641"/>
                <a:gd name="connsiteY1112" fmla="*/ 144769 h 384233"/>
                <a:gd name="connsiteX1113" fmla="*/ 1505626 w 1695641"/>
                <a:gd name="connsiteY1113" fmla="*/ 158960 h 384233"/>
                <a:gd name="connsiteX1114" fmla="*/ 1498397 w 1695641"/>
                <a:gd name="connsiteY1114" fmla="*/ 156014 h 384233"/>
                <a:gd name="connsiteX1115" fmla="*/ 1492953 w 1695641"/>
                <a:gd name="connsiteY1115" fmla="*/ 138967 h 384233"/>
                <a:gd name="connsiteX1116" fmla="*/ 1492953 w 1695641"/>
                <a:gd name="connsiteY1116" fmla="*/ 121831 h 384233"/>
                <a:gd name="connsiteX1117" fmla="*/ 1495630 w 1695641"/>
                <a:gd name="connsiteY1117" fmla="*/ 114870 h 384233"/>
                <a:gd name="connsiteX1118" fmla="*/ 1500539 w 1695641"/>
                <a:gd name="connsiteY1118" fmla="*/ 111657 h 384233"/>
                <a:gd name="connsiteX1119" fmla="*/ 1512498 w 1695641"/>
                <a:gd name="connsiteY1119" fmla="*/ 91844 h 384233"/>
                <a:gd name="connsiteX1120" fmla="*/ 1515889 w 1695641"/>
                <a:gd name="connsiteY1120" fmla="*/ 91844 h 384233"/>
                <a:gd name="connsiteX1121" fmla="*/ 1518299 w 1695641"/>
                <a:gd name="connsiteY1121" fmla="*/ 107194 h 384233"/>
                <a:gd name="connsiteX1122" fmla="*/ 1518530 w 1695641"/>
                <a:gd name="connsiteY1122" fmla="*/ 108779 h 384233"/>
                <a:gd name="connsiteX1123" fmla="*/ 1523564 w 1695641"/>
                <a:gd name="connsiteY1123" fmla="*/ 111121 h 384233"/>
                <a:gd name="connsiteX1124" fmla="*/ 1533828 w 1695641"/>
                <a:gd name="connsiteY1124" fmla="*/ 107105 h 384233"/>
                <a:gd name="connsiteX1125" fmla="*/ 1537309 w 1695641"/>
                <a:gd name="connsiteY1125" fmla="*/ 103625 h 384233"/>
                <a:gd name="connsiteX1126" fmla="*/ 1534631 w 1695641"/>
                <a:gd name="connsiteY1126" fmla="*/ 96486 h 384233"/>
                <a:gd name="connsiteX1127" fmla="*/ 1532846 w 1695641"/>
                <a:gd name="connsiteY1127" fmla="*/ 86132 h 384233"/>
                <a:gd name="connsiteX1128" fmla="*/ 1534453 w 1695641"/>
                <a:gd name="connsiteY1128" fmla="*/ 64891 h 384233"/>
                <a:gd name="connsiteX1129" fmla="*/ 1532936 w 1695641"/>
                <a:gd name="connsiteY1129" fmla="*/ 42400 h 384233"/>
                <a:gd name="connsiteX1130" fmla="*/ 1530883 w 1695641"/>
                <a:gd name="connsiteY1130" fmla="*/ 29549 h 384233"/>
                <a:gd name="connsiteX1131" fmla="*/ 1535167 w 1695641"/>
                <a:gd name="connsiteY1131" fmla="*/ 22141 h 384233"/>
                <a:gd name="connsiteX1132" fmla="*/ 1541325 w 1695641"/>
                <a:gd name="connsiteY1132" fmla="*/ 22141 h 384233"/>
                <a:gd name="connsiteX1133" fmla="*/ 1544449 w 1695641"/>
                <a:gd name="connsiteY1133" fmla="*/ 20088 h 384233"/>
                <a:gd name="connsiteX1134" fmla="*/ 1547127 w 1695641"/>
                <a:gd name="connsiteY1134" fmla="*/ 24105 h 384233"/>
                <a:gd name="connsiteX1135" fmla="*/ 1548198 w 1695641"/>
                <a:gd name="connsiteY1135" fmla="*/ 31423 h 384233"/>
                <a:gd name="connsiteX1136" fmla="*/ 1549001 w 1695641"/>
                <a:gd name="connsiteY1136" fmla="*/ 40347 h 384233"/>
                <a:gd name="connsiteX1137" fmla="*/ 1549001 w 1695641"/>
                <a:gd name="connsiteY1137" fmla="*/ 45970 h 384233"/>
                <a:gd name="connsiteX1138" fmla="*/ 1549001 w 1695641"/>
                <a:gd name="connsiteY1138" fmla="*/ 52128 h 384233"/>
                <a:gd name="connsiteX1139" fmla="*/ 1549001 w 1695641"/>
                <a:gd name="connsiteY1139" fmla="*/ 59893 h 384233"/>
                <a:gd name="connsiteX1140" fmla="*/ 1549893 w 1695641"/>
                <a:gd name="connsiteY1140" fmla="*/ 75065 h 384233"/>
                <a:gd name="connsiteX1141" fmla="*/ 1551857 w 1695641"/>
                <a:gd name="connsiteY1141" fmla="*/ 85240 h 384233"/>
                <a:gd name="connsiteX1142" fmla="*/ 1551857 w 1695641"/>
                <a:gd name="connsiteY1142" fmla="*/ 92737 h 384233"/>
                <a:gd name="connsiteX1143" fmla="*/ 1548822 w 1695641"/>
                <a:gd name="connsiteY1143" fmla="*/ 101662 h 384233"/>
                <a:gd name="connsiteX1144" fmla="*/ 1553106 w 1695641"/>
                <a:gd name="connsiteY1144" fmla="*/ 106034 h 384233"/>
                <a:gd name="connsiteX1145" fmla="*/ 1561584 w 1695641"/>
                <a:gd name="connsiteY1145" fmla="*/ 103714 h 384233"/>
                <a:gd name="connsiteX1146" fmla="*/ 1568903 w 1695641"/>
                <a:gd name="connsiteY1146" fmla="*/ 103268 h 384233"/>
                <a:gd name="connsiteX1147" fmla="*/ 1580863 w 1695641"/>
                <a:gd name="connsiteY1147" fmla="*/ 101126 h 384233"/>
                <a:gd name="connsiteX1148" fmla="*/ 1587378 w 1695641"/>
                <a:gd name="connsiteY1148" fmla="*/ 98895 h 384233"/>
                <a:gd name="connsiteX1149" fmla="*/ 1592465 w 1695641"/>
                <a:gd name="connsiteY1149" fmla="*/ 95504 h 384233"/>
                <a:gd name="connsiteX1150" fmla="*/ 1593179 w 1695641"/>
                <a:gd name="connsiteY1150" fmla="*/ 91666 h 384233"/>
                <a:gd name="connsiteX1151" fmla="*/ 1586039 w 1695641"/>
                <a:gd name="connsiteY1151" fmla="*/ 90952 h 384233"/>
                <a:gd name="connsiteX1152" fmla="*/ 1579524 w 1695641"/>
                <a:gd name="connsiteY1152" fmla="*/ 93629 h 384233"/>
                <a:gd name="connsiteX1153" fmla="*/ 1577650 w 1695641"/>
                <a:gd name="connsiteY1153" fmla="*/ 87650 h 384233"/>
                <a:gd name="connsiteX1154" fmla="*/ 1573723 w 1695641"/>
                <a:gd name="connsiteY1154" fmla="*/ 82741 h 384233"/>
                <a:gd name="connsiteX1155" fmla="*/ 1571135 w 1695641"/>
                <a:gd name="connsiteY1155" fmla="*/ 90060 h 384233"/>
                <a:gd name="connsiteX1156" fmla="*/ 1568011 w 1695641"/>
                <a:gd name="connsiteY1156" fmla="*/ 94433 h 384233"/>
                <a:gd name="connsiteX1157" fmla="*/ 1563638 w 1695641"/>
                <a:gd name="connsiteY1157" fmla="*/ 96753 h 384233"/>
                <a:gd name="connsiteX1158" fmla="*/ 1559175 w 1695641"/>
                <a:gd name="connsiteY1158" fmla="*/ 88364 h 384233"/>
                <a:gd name="connsiteX1159" fmla="*/ 1559800 w 1695641"/>
                <a:gd name="connsiteY1159" fmla="*/ 71049 h 384233"/>
                <a:gd name="connsiteX1160" fmla="*/ 1557837 w 1695641"/>
                <a:gd name="connsiteY1160" fmla="*/ 59268 h 384233"/>
                <a:gd name="connsiteX1161" fmla="*/ 1557837 w 1695641"/>
                <a:gd name="connsiteY1161" fmla="*/ 42579 h 384233"/>
                <a:gd name="connsiteX1162" fmla="*/ 1556587 w 1695641"/>
                <a:gd name="connsiteY1162" fmla="*/ 36956 h 384233"/>
                <a:gd name="connsiteX1163" fmla="*/ 1559979 w 1695641"/>
                <a:gd name="connsiteY1163" fmla="*/ 28835 h 384233"/>
                <a:gd name="connsiteX1164" fmla="*/ 1565691 w 1695641"/>
                <a:gd name="connsiteY1164" fmla="*/ 25622 h 384233"/>
                <a:gd name="connsiteX1165" fmla="*/ 1568457 w 1695641"/>
                <a:gd name="connsiteY1165" fmla="*/ 34546 h 384233"/>
                <a:gd name="connsiteX1166" fmla="*/ 1570331 w 1695641"/>
                <a:gd name="connsiteY1166" fmla="*/ 40169 h 384233"/>
                <a:gd name="connsiteX1167" fmla="*/ 1573009 w 1695641"/>
                <a:gd name="connsiteY1167" fmla="*/ 59000 h 384233"/>
                <a:gd name="connsiteX1168" fmla="*/ 1575508 w 1695641"/>
                <a:gd name="connsiteY1168" fmla="*/ 63374 h 384233"/>
                <a:gd name="connsiteX1169" fmla="*/ 1585237 w 1695641"/>
                <a:gd name="connsiteY1169" fmla="*/ 63374 h 384233"/>
                <a:gd name="connsiteX1170" fmla="*/ 1588896 w 1695641"/>
                <a:gd name="connsiteY1170" fmla="*/ 68015 h 384233"/>
                <a:gd name="connsiteX1171" fmla="*/ 1597820 w 1695641"/>
                <a:gd name="connsiteY1171" fmla="*/ 59714 h 384233"/>
                <a:gd name="connsiteX1172" fmla="*/ 1593090 w 1695641"/>
                <a:gd name="connsiteY1172" fmla="*/ 48469 h 384233"/>
                <a:gd name="connsiteX1173" fmla="*/ 1585237 w 1695641"/>
                <a:gd name="connsiteY1173" fmla="*/ 51503 h 384233"/>
                <a:gd name="connsiteX1174" fmla="*/ 1579703 w 1695641"/>
                <a:gd name="connsiteY1174" fmla="*/ 54092 h 384233"/>
                <a:gd name="connsiteX1175" fmla="*/ 1579703 w 1695641"/>
                <a:gd name="connsiteY1175" fmla="*/ 42936 h 384233"/>
                <a:gd name="connsiteX1176" fmla="*/ 1583094 w 1695641"/>
                <a:gd name="connsiteY1176" fmla="*/ 34011 h 384233"/>
                <a:gd name="connsiteX1177" fmla="*/ 1579346 w 1695641"/>
                <a:gd name="connsiteY1177" fmla="*/ 24105 h 384233"/>
                <a:gd name="connsiteX1178" fmla="*/ 1585593 w 1695641"/>
                <a:gd name="connsiteY1178" fmla="*/ 17857 h 384233"/>
                <a:gd name="connsiteX1179" fmla="*/ 1592466 w 1695641"/>
                <a:gd name="connsiteY1179" fmla="*/ 23480 h 384233"/>
                <a:gd name="connsiteX1180" fmla="*/ 1600765 w 1695641"/>
                <a:gd name="connsiteY1180" fmla="*/ 12502 h 384233"/>
                <a:gd name="connsiteX1181" fmla="*/ 1606923 w 1695641"/>
                <a:gd name="connsiteY1181" fmla="*/ 1078 h 384233"/>
                <a:gd name="connsiteX1182" fmla="*/ 1611921 w 1695641"/>
                <a:gd name="connsiteY1182" fmla="*/ 1078 h 384233"/>
                <a:gd name="connsiteX1183" fmla="*/ 1616919 w 1695641"/>
                <a:gd name="connsiteY1183" fmla="*/ 7 h 384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</a:cxnLst>
              <a:rect l="l" t="t" r="r" b="b"/>
              <a:pathLst>
                <a:path w="1695641" h="384233">
                  <a:moveTo>
                    <a:pt x="337551" y="383456"/>
                  </a:moveTo>
                  <a:lnTo>
                    <a:pt x="338074" y="383688"/>
                  </a:lnTo>
                  <a:lnTo>
                    <a:pt x="337450" y="383510"/>
                  </a:lnTo>
                  <a:close/>
                  <a:moveTo>
                    <a:pt x="27042" y="352807"/>
                  </a:moveTo>
                  <a:lnTo>
                    <a:pt x="27132" y="370567"/>
                  </a:lnTo>
                  <a:lnTo>
                    <a:pt x="42750" y="370567"/>
                  </a:lnTo>
                  <a:cubicBezTo>
                    <a:pt x="45484" y="370803"/>
                    <a:pt x="48202" y="369971"/>
                    <a:pt x="50336" y="368247"/>
                  </a:cubicBezTo>
                  <a:cubicBezTo>
                    <a:pt x="52107" y="366307"/>
                    <a:pt x="53010" y="363728"/>
                    <a:pt x="52835" y="361107"/>
                  </a:cubicBezTo>
                  <a:cubicBezTo>
                    <a:pt x="52999" y="358734"/>
                    <a:pt x="52042" y="356421"/>
                    <a:pt x="50246" y="354859"/>
                  </a:cubicBezTo>
                  <a:cubicBezTo>
                    <a:pt x="47976" y="353295"/>
                    <a:pt x="45231" y="352569"/>
                    <a:pt x="42482" y="352807"/>
                  </a:cubicBezTo>
                  <a:close/>
                  <a:moveTo>
                    <a:pt x="27042" y="326836"/>
                  </a:moveTo>
                  <a:lnTo>
                    <a:pt x="27132" y="341562"/>
                  </a:lnTo>
                  <a:lnTo>
                    <a:pt x="41857" y="341562"/>
                  </a:lnTo>
                  <a:cubicBezTo>
                    <a:pt x="44417" y="341725"/>
                    <a:pt x="46960" y="341034"/>
                    <a:pt x="49086" y="339599"/>
                  </a:cubicBezTo>
                  <a:cubicBezTo>
                    <a:pt x="50717" y="338054"/>
                    <a:pt x="51568" y="335859"/>
                    <a:pt x="51407" y="333619"/>
                  </a:cubicBezTo>
                  <a:cubicBezTo>
                    <a:pt x="51533" y="331601"/>
                    <a:pt x="50583" y="329666"/>
                    <a:pt x="48908" y="328532"/>
                  </a:cubicBezTo>
                  <a:cubicBezTo>
                    <a:pt x="46601" y="327233"/>
                    <a:pt x="43962" y="326644"/>
                    <a:pt x="41322" y="326836"/>
                  </a:cubicBezTo>
                  <a:close/>
                  <a:moveTo>
                    <a:pt x="1530352" y="324967"/>
                  </a:moveTo>
                  <a:cubicBezTo>
                    <a:pt x="1526517" y="324361"/>
                    <a:pt x="1522450" y="325218"/>
                    <a:pt x="1519062" y="327682"/>
                  </a:cubicBezTo>
                  <a:cubicBezTo>
                    <a:pt x="1517776" y="328616"/>
                    <a:pt x="1516646" y="329746"/>
                    <a:pt x="1515712" y="331030"/>
                  </a:cubicBezTo>
                  <a:cubicBezTo>
                    <a:pt x="1512385" y="336364"/>
                    <a:pt x="1510823" y="342610"/>
                    <a:pt x="1511249" y="348880"/>
                  </a:cubicBezTo>
                  <a:cubicBezTo>
                    <a:pt x="1510937" y="354848"/>
                    <a:pt x="1512463" y="360766"/>
                    <a:pt x="1515623" y="365838"/>
                  </a:cubicBezTo>
                  <a:cubicBezTo>
                    <a:pt x="1520683" y="372640"/>
                    <a:pt x="1530299" y="374052"/>
                    <a:pt x="1537102" y="368992"/>
                  </a:cubicBezTo>
                  <a:cubicBezTo>
                    <a:pt x="1538300" y="368099"/>
                    <a:pt x="1539363" y="367037"/>
                    <a:pt x="1540255" y="365838"/>
                  </a:cubicBezTo>
                  <a:lnTo>
                    <a:pt x="1540255" y="365838"/>
                  </a:lnTo>
                  <a:cubicBezTo>
                    <a:pt x="1543483" y="360793"/>
                    <a:pt x="1545045" y="354861"/>
                    <a:pt x="1544717" y="348880"/>
                  </a:cubicBezTo>
                  <a:cubicBezTo>
                    <a:pt x="1545144" y="342610"/>
                    <a:pt x="1543582" y="336364"/>
                    <a:pt x="1540255" y="331030"/>
                  </a:cubicBezTo>
                  <a:cubicBezTo>
                    <a:pt x="1537792" y="327642"/>
                    <a:pt x="1534187" y="325573"/>
                    <a:pt x="1530352" y="324967"/>
                  </a:cubicBezTo>
                  <a:close/>
                  <a:moveTo>
                    <a:pt x="1404435" y="324962"/>
                  </a:moveTo>
                  <a:cubicBezTo>
                    <a:pt x="1400575" y="324364"/>
                    <a:pt x="1396487" y="325238"/>
                    <a:pt x="1393086" y="327727"/>
                  </a:cubicBezTo>
                  <a:cubicBezTo>
                    <a:pt x="1391822" y="328652"/>
                    <a:pt x="1390707" y="329767"/>
                    <a:pt x="1389782" y="331031"/>
                  </a:cubicBezTo>
                  <a:cubicBezTo>
                    <a:pt x="1386487" y="336375"/>
                    <a:pt x="1384956" y="342620"/>
                    <a:pt x="1385409" y="348881"/>
                  </a:cubicBezTo>
                  <a:cubicBezTo>
                    <a:pt x="1385055" y="354852"/>
                    <a:pt x="1386584" y="360783"/>
                    <a:pt x="1389782" y="365838"/>
                  </a:cubicBezTo>
                  <a:cubicBezTo>
                    <a:pt x="1394843" y="372640"/>
                    <a:pt x="1404459" y="374052"/>
                    <a:pt x="1411261" y="368991"/>
                  </a:cubicBezTo>
                  <a:cubicBezTo>
                    <a:pt x="1412460" y="368099"/>
                    <a:pt x="1413523" y="367037"/>
                    <a:pt x="1414415" y="365838"/>
                  </a:cubicBezTo>
                  <a:cubicBezTo>
                    <a:pt x="1417613" y="360783"/>
                    <a:pt x="1419142" y="354851"/>
                    <a:pt x="1418788" y="348881"/>
                  </a:cubicBezTo>
                  <a:cubicBezTo>
                    <a:pt x="1419240" y="342620"/>
                    <a:pt x="1417710" y="336375"/>
                    <a:pt x="1414415" y="331031"/>
                  </a:cubicBezTo>
                  <a:cubicBezTo>
                    <a:pt x="1411926" y="327630"/>
                    <a:pt x="1408295" y="325560"/>
                    <a:pt x="1404435" y="324962"/>
                  </a:cubicBezTo>
                  <a:close/>
                  <a:moveTo>
                    <a:pt x="939002" y="324962"/>
                  </a:moveTo>
                  <a:cubicBezTo>
                    <a:pt x="935142" y="324364"/>
                    <a:pt x="931054" y="325238"/>
                    <a:pt x="927653" y="327727"/>
                  </a:cubicBezTo>
                  <a:cubicBezTo>
                    <a:pt x="926389" y="328652"/>
                    <a:pt x="925274" y="329767"/>
                    <a:pt x="924349" y="331031"/>
                  </a:cubicBezTo>
                  <a:cubicBezTo>
                    <a:pt x="921053" y="336375"/>
                    <a:pt x="919523" y="342620"/>
                    <a:pt x="919976" y="348881"/>
                  </a:cubicBezTo>
                  <a:cubicBezTo>
                    <a:pt x="919622" y="354852"/>
                    <a:pt x="921151" y="360783"/>
                    <a:pt x="924349" y="365838"/>
                  </a:cubicBezTo>
                  <a:cubicBezTo>
                    <a:pt x="929410" y="372640"/>
                    <a:pt x="939026" y="374052"/>
                    <a:pt x="945828" y="368991"/>
                  </a:cubicBezTo>
                  <a:cubicBezTo>
                    <a:pt x="947027" y="368099"/>
                    <a:pt x="948090" y="367037"/>
                    <a:pt x="948982" y="365838"/>
                  </a:cubicBezTo>
                  <a:cubicBezTo>
                    <a:pt x="952180" y="360783"/>
                    <a:pt x="953709" y="354851"/>
                    <a:pt x="953355" y="348881"/>
                  </a:cubicBezTo>
                  <a:cubicBezTo>
                    <a:pt x="953807" y="342620"/>
                    <a:pt x="952277" y="336375"/>
                    <a:pt x="948982" y="331031"/>
                  </a:cubicBezTo>
                  <a:cubicBezTo>
                    <a:pt x="946493" y="327630"/>
                    <a:pt x="942861" y="325560"/>
                    <a:pt x="939002" y="324962"/>
                  </a:cubicBezTo>
                  <a:close/>
                  <a:moveTo>
                    <a:pt x="1636450" y="315451"/>
                  </a:moveTo>
                  <a:lnTo>
                    <a:pt x="1644036" y="315451"/>
                  </a:lnTo>
                  <a:lnTo>
                    <a:pt x="1651712" y="315451"/>
                  </a:lnTo>
                  <a:lnTo>
                    <a:pt x="1664518" y="344353"/>
                  </a:lnTo>
                  <a:lnTo>
                    <a:pt x="1664475" y="344457"/>
                  </a:lnTo>
                  <a:lnTo>
                    <a:pt x="1664564" y="344457"/>
                  </a:lnTo>
                  <a:lnTo>
                    <a:pt x="1664518" y="344353"/>
                  </a:lnTo>
                  <a:lnTo>
                    <a:pt x="1676522" y="315451"/>
                  </a:lnTo>
                  <a:lnTo>
                    <a:pt x="1683841" y="315451"/>
                  </a:lnTo>
                  <a:lnTo>
                    <a:pt x="1691070" y="315451"/>
                  </a:lnTo>
                  <a:lnTo>
                    <a:pt x="1670721" y="356951"/>
                  </a:lnTo>
                  <a:lnTo>
                    <a:pt x="1670721" y="382388"/>
                  </a:lnTo>
                  <a:lnTo>
                    <a:pt x="1664385" y="382388"/>
                  </a:lnTo>
                  <a:lnTo>
                    <a:pt x="1657870" y="382388"/>
                  </a:lnTo>
                  <a:lnTo>
                    <a:pt x="1657870" y="357219"/>
                  </a:lnTo>
                  <a:close/>
                  <a:moveTo>
                    <a:pt x="1445726" y="315451"/>
                  </a:moveTo>
                  <a:lnTo>
                    <a:pt x="1452152" y="315451"/>
                  </a:lnTo>
                  <a:lnTo>
                    <a:pt x="1458578" y="315451"/>
                  </a:lnTo>
                  <a:lnTo>
                    <a:pt x="1458578" y="370428"/>
                  </a:lnTo>
                  <a:lnTo>
                    <a:pt x="1489101" y="370428"/>
                  </a:lnTo>
                  <a:lnTo>
                    <a:pt x="1489101" y="376408"/>
                  </a:lnTo>
                  <a:lnTo>
                    <a:pt x="1489101" y="382298"/>
                  </a:lnTo>
                  <a:lnTo>
                    <a:pt x="1445726" y="382298"/>
                  </a:lnTo>
                  <a:close/>
                  <a:moveTo>
                    <a:pt x="1309711" y="315451"/>
                  </a:moveTo>
                  <a:lnTo>
                    <a:pt x="1316405" y="315451"/>
                  </a:lnTo>
                  <a:lnTo>
                    <a:pt x="1323099" y="315451"/>
                  </a:lnTo>
                  <a:lnTo>
                    <a:pt x="1347820" y="362396"/>
                  </a:lnTo>
                  <a:lnTo>
                    <a:pt x="1347820" y="315451"/>
                  </a:lnTo>
                  <a:lnTo>
                    <a:pt x="1353800" y="315451"/>
                  </a:lnTo>
                  <a:lnTo>
                    <a:pt x="1359868" y="315451"/>
                  </a:lnTo>
                  <a:lnTo>
                    <a:pt x="1359868" y="382298"/>
                  </a:lnTo>
                  <a:lnTo>
                    <a:pt x="1353442" y="382298"/>
                  </a:lnTo>
                  <a:lnTo>
                    <a:pt x="1347016" y="382298"/>
                  </a:lnTo>
                  <a:lnTo>
                    <a:pt x="1321670" y="334104"/>
                  </a:lnTo>
                  <a:lnTo>
                    <a:pt x="1321670" y="382298"/>
                  </a:lnTo>
                  <a:lnTo>
                    <a:pt x="1315691" y="382298"/>
                  </a:lnTo>
                  <a:lnTo>
                    <a:pt x="1309711" y="382298"/>
                  </a:lnTo>
                  <a:close/>
                  <a:moveTo>
                    <a:pt x="1244559" y="315451"/>
                  </a:moveTo>
                  <a:lnTo>
                    <a:pt x="1250896" y="315451"/>
                  </a:lnTo>
                  <a:lnTo>
                    <a:pt x="1257322" y="315451"/>
                  </a:lnTo>
                  <a:lnTo>
                    <a:pt x="1257322" y="340530"/>
                  </a:lnTo>
                  <a:lnTo>
                    <a:pt x="1281418" y="340530"/>
                  </a:lnTo>
                  <a:lnTo>
                    <a:pt x="1281418" y="315451"/>
                  </a:lnTo>
                  <a:lnTo>
                    <a:pt x="1287844" y="315451"/>
                  </a:lnTo>
                  <a:lnTo>
                    <a:pt x="1294270" y="315451"/>
                  </a:lnTo>
                  <a:lnTo>
                    <a:pt x="1294270" y="382298"/>
                  </a:lnTo>
                  <a:lnTo>
                    <a:pt x="1287844" y="382298"/>
                  </a:lnTo>
                  <a:lnTo>
                    <a:pt x="1281418" y="382298"/>
                  </a:lnTo>
                  <a:lnTo>
                    <a:pt x="1281418" y="352043"/>
                  </a:lnTo>
                  <a:lnTo>
                    <a:pt x="1257322" y="352043"/>
                  </a:lnTo>
                  <a:lnTo>
                    <a:pt x="1257322" y="382298"/>
                  </a:lnTo>
                  <a:lnTo>
                    <a:pt x="1250985" y="382298"/>
                  </a:lnTo>
                  <a:lnTo>
                    <a:pt x="1244559" y="382298"/>
                  </a:lnTo>
                  <a:close/>
                  <a:moveTo>
                    <a:pt x="1119075" y="315451"/>
                  </a:moveTo>
                  <a:lnTo>
                    <a:pt x="1164324" y="315451"/>
                  </a:lnTo>
                  <a:lnTo>
                    <a:pt x="1164324" y="321341"/>
                  </a:lnTo>
                  <a:lnTo>
                    <a:pt x="1164324" y="327321"/>
                  </a:lnTo>
                  <a:lnTo>
                    <a:pt x="1131927" y="327321"/>
                  </a:lnTo>
                  <a:lnTo>
                    <a:pt x="1131927" y="341512"/>
                  </a:lnTo>
                  <a:lnTo>
                    <a:pt x="1162003" y="341512"/>
                  </a:lnTo>
                  <a:lnTo>
                    <a:pt x="1162003" y="347224"/>
                  </a:lnTo>
                  <a:lnTo>
                    <a:pt x="1162003" y="353024"/>
                  </a:lnTo>
                  <a:lnTo>
                    <a:pt x="1131927" y="353024"/>
                  </a:lnTo>
                  <a:lnTo>
                    <a:pt x="1131927" y="370428"/>
                  </a:lnTo>
                  <a:lnTo>
                    <a:pt x="1165752" y="370428"/>
                  </a:lnTo>
                  <a:lnTo>
                    <a:pt x="1165752" y="376408"/>
                  </a:lnTo>
                  <a:lnTo>
                    <a:pt x="1165752" y="382298"/>
                  </a:lnTo>
                  <a:lnTo>
                    <a:pt x="1119075" y="382298"/>
                  </a:lnTo>
                  <a:close/>
                  <a:moveTo>
                    <a:pt x="1057939" y="315451"/>
                  </a:moveTo>
                  <a:lnTo>
                    <a:pt x="1108007" y="315451"/>
                  </a:lnTo>
                  <a:lnTo>
                    <a:pt x="1108007" y="321341"/>
                  </a:lnTo>
                  <a:lnTo>
                    <a:pt x="1108007" y="327321"/>
                  </a:lnTo>
                  <a:lnTo>
                    <a:pt x="1089354" y="327321"/>
                  </a:lnTo>
                  <a:lnTo>
                    <a:pt x="1089354" y="382298"/>
                  </a:lnTo>
                  <a:lnTo>
                    <a:pt x="1083017" y="382298"/>
                  </a:lnTo>
                  <a:lnTo>
                    <a:pt x="1076592" y="382298"/>
                  </a:lnTo>
                  <a:lnTo>
                    <a:pt x="1076592" y="327321"/>
                  </a:lnTo>
                  <a:lnTo>
                    <a:pt x="1057939" y="327321"/>
                  </a:lnTo>
                  <a:lnTo>
                    <a:pt x="1057939" y="321431"/>
                  </a:lnTo>
                  <a:close/>
                  <a:moveTo>
                    <a:pt x="980293" y="315451"/>
                  </a:moveTo>
                  <a:lnTo>
                    <a:pt x="1024024" y="315451"/>
                  </a:lnTo>
                  <a:lnTo>
                    <a:pt x="1024024" y="321341"/>
                  </a:lnTo>
                  <a:lnTo>
                    <a:pt x="1024024" y="327321"/>
                  </a:lnTo>
                  <a:lnTo>
                    <a:pt x="993145" y="327321"/>
                  </a:lnTo>
                  <a:lnTo>
                    <a:pt x="993145" y="342494"/>
                  </a:lnTo>
                  <a:lnTo>
                    <a:pt x="1020098" y="342494"/>
                  </a:lnTo>
                  <a:lnTo>
                    <a:pt x="1020098" y="348295"/>
                  </a:lnTo>
                  <a:lnTo>
                    <a:pt x="1020098" y="354006"/>
                  </a:lnTo>
                  <a:lnTo>
                    <a:pt x="993145" y="354006"/>
                  </a:lnTo>
                  <a:lnTo>
                    <a:pt x="993145" y="382298"/>
                  </a:lnTo>
                  <a:lnTo>
                    <a:pt x="986719" y="382298"/>
                  </a:lnTo>
                  <a:lnTo>
                    <a:pt x="980293" y="382298"/>
                  </a:lnTo>
                  <a:close/>
                  <a:moveTo>
                    <a:pt x="822323" y="315451"/>
                  </a:moveTo>
                  <a:lnTo>
                    <a:pt x="867661" y="315451"/>
                  </a:lnTo>
                  <a:lnTo>
                    <a:pt x="867661" y="321341"/>
                  </a:lnTo>
                  <a:lnTo>
                    <a:pt x="867661" y="327321"/>
                  </a:lnTo>
                  <a:lnTo>
                    <a:pt x="835175" y="327321"/>
                  </a:lnTo>
                  <a:lnTo>
                    <a:pt x="835175" y="341512"/>
                  </a:lnTo>
                  <a:lnTo>
                    <a:pt x="865251" y="341512"/>
                  </a:lnTo>
                  <a:lnTo>
                    <a:pt x="865251" y="347224"/>
                  </a:lnTo>
                  <a:lnTo>
                    <a:pt x="865251" y="353024"/>
                  </a:lnTo>
                  <a:lnTo>
                    <a:pt x="835175" y="353024"/>
                  </a:lnTo>
                  <a:lnTo>
                    <a:pt x="835175" y="370428"/>
                  </a:lnTo>
                  <a:lnTo>
                    <a:pt x="869089" y="370428"/>
                  </a:lnTo>
                  <a:lnTo>
                    <a:pt x="869089" y="376408"/>
                  </a:lnTo>
                  <a:lnTo>
                    <a:pt x="869089" y="382298"/>
                  </a:lnTo>
                  <a:lnTo>
                    <a:pt x="822323" y="382298"/>
                  </a:lnTo>
                  <a:close/>
                  <a:moveTo>
                    <a:pt x="761277" y="315451"/>
                  </a:moveTo>
                  <a:lnTo>
                    <a:pt x="811256" y="315451"/>
                  </a:lnTo>
                  <a:lnTo>
                    <a:pt x="811256" y="321341"/>
                  </a:lnTo>
                  <a:lnTo>
                    <a:pt x="811256" y="327321"/>
                  </a:lnTo>
                  <a:lnTo>
                    <a:pt x="792692" y="327321"/>
                  </a:lnTo>
                  <a:lnTo>
                    <a:pt x="792692" y="382298"/>
                  </a:lnTo>
                  <a:lnTo>
                    <a:pt x="786266" y="382298"/>
                  </a:lnTo>
                  <a:lnTo>
                    <a:pt x="779841" y="382298"/>
                  </a:lnTo>
                  <a:lnTo>
                    <a:pt x="779841" y="327321"/>
                  </a:lnTo>
                  <a:lnTo>
                    <a:pt x="761277" y="327321"/>
                  </a:lnTo>
                  <a:lnTo>
                    <a:pt x="761277" y="321431"/>
                  </a:lnTo>
                  <a:close/>
                  <a:moveTo>
                    <a:pt x="640166" y="315451"/>
                  </a:moveTo>
                  <a:lnTo>
                    <a:pt x="690145" y="315451"/>
                  </a:lnTo>
                  <a:lnTo>
                    <a:pt x="690145" y="321341"/>
                  </a:lnTo>
                  <a:lnTo>
                    <a:pt x="690145" y="327321"/>
                  </a:lnTo>
                  <a:lnTo>
                    <a:pt x="671581" y="327321"/>
                  </a:lnTo>
                  <a:lnTo>
                    <a:pt x="671581" y="382298"/>
                  </a:lnTo>
                  <a:lnTo>
                    <a:pt x="665155" y="382298"/>
                  </a:lnTo>
                  <a:lnTo>
                    <a:pt x="658730" y="382298"/>
                  </a:lnTo>
                  <a:lnTo>
                    <a:pt x="658730" y="327321"/>
                  </a:lnTo>
                  <a:lnTo>
                    <a:pt x="640166" y="327321"/>
                  </a:lnTo>
                  <a:lnTo>
                    <a:pt x="640166" y="321431"/>
                  </a:lnTo>
                  <a:close/>
                  <a:moveTo>
                    <a:pt x="617140" y="315451"/>
                  </a:moveTo>
                  <a:lnTo>
                    <a:pt x="623566" y="315451"/>
                  </a:lnTo>
                  <a:lnTo>
                    <a:pt x="629992" y="315451"/>
                  </a:lnTo>
                  <a:lnTo>
                    <a:pt x="629992" y="382298"/>
                  </a:lnTo>
                  <a:lnTo>
                    <a:pt x="623655" y="382298"/>
                  </a:lnTo>
                  <a:lnTo>
                    <a:pt x="617140" y="382298"/>
                  </a:lnTo>
                  <a:close/>
                  <a:moveTo>
                    <a:pt x="557165" y="315451"/>
                  </a:moveTo>
                  <a:lnTo>
                    <a:pt x="607144" y="315451"/>
                  </a:lnTo>
                  <a:lnTo>
                    <a:pt x="607144" y="321341"/>
                  </a:lnTo>
                  <a:lnTo>
                    <a:pt x="607144" y="327321"/>
                  </a:lnTo>
                  <a:lnTo>
                    <a:pt x="588580" y="327321"/>
                  </a:lnTo>
                  <a:lnTo>
                    <a:pt x="588580" y="382298"/>
                  </a:lnTo>
                  <a:lnTo>
                    <a:pt x="582154" y="382298"/>
                  </a:lnTo>
                  <a:lnTo>
                    <a:pt x="575729" y="382298"/>
                  </a:lnTo>
                  <a:lnTo>
                    <a:pt x="575729" y="327321"/>
                  </a:lnTo>
                  <a:lnTo>
                    <a:pt x="557165" y="327321"/>
                  </a:lnTo>
                  <a:lnTo>
                    <a:pt x="557165" y="321431"/>
                  </a:lnTo>
                  <a:close/>
                  <a:moveTo>
                    <a:pt x="435876" y="315451"/>
                  </a:moveTo>
                  <a:lnTo>
                    <a:pt x="442659" y="315451"/>
                  </a:lnTo>
                  <a:lnTo>
                    <a:pt x="449353" y="315451"/>
                  </a:lnTo>
                  <a:lnTo>
                    <a:pt x="474074" y="362396"/>
                  </a:lnTo>
                  <a:lnTo>
                    <a:pt x="474074" y="315451"/>
                  </a:lnTo>
                  <a:lnTo>
                    <a:pt x="480054" y="315451"/>
                  </a:lnTo>
                  <a:lnTo>
                    <a:pt x="486123" y="315451"/>
                  </a:lnTo>
                  <a:lnTo>
                    <a:pt x="486123" y="382298"/>
                  </a:lnTo>
                  <a:lnTo>
                    <a:pt x="479697" y="382298"/>
                  </a:lnTo>
                  <a:lnTo>
                    <a:pt x="473271" y="382298"/>
                  </a:lnTo>
                  <a:lnTo>
                    <a:pt x="447925" y="334104"/>
                  </a:lnTo>
                  <a:lnTo>
                    <a:pt x="447925" y="382298"/>
                  </a:lnTo>
                  <a:lnTo>
                    <a:pt x="441945" y="382298"/>
                  </a:lnTo>
                  <a:lnTo>
                    <a:pt x="435876" y="382298"/>
                  </a:lnTo>
                  <a:close/>
                  <a:moveTo>
                    <a:pt x="408298" y="315451"/>
                  </a:moveTo>
                  <a:lnTo>
                    <a:pt x="414635" y="315451"/>
                  </a:lnTo>
                  <a:lnTo>
                    <a:pt x="421150" y="315451"/>
                  </a:lnTo>
                  <a:lnTo>
                    <a:pt x="421150" y="382298"/>
                  </a:lnTo>
                  <a:lnTo>
                    <a:pt x="414724" y="382298"/>
                  </a:lnTo>
                  <a:lnTo>
                    <a:pt x="408298" y="382298"/>
                  </a:lnTo>
                  <a:close/>
                  <a:moveTo>
                    <a:pt x="246043" y="315451"/>
                  </a:moveTo>
                  <a:lnTo>
                    <a:pt x="252737" y="315451"/>
                  </a:lnTo>
                  <a:lnTo>
                    <a:pt x="259520" y="315451"/>
                  </a:lnTo>
                  <a:lnTo>
                    <a:pt x="284152" y="362396"/>
                  </a:lnTo>
                  <a:lnTo>
                    <a:pt x="284152" y="315451"/>
                  </a:lnTo>
                  <a:lnTo>
                    <a:pt x="290131" y="315451"/>
                  </a:lnTo>
                  <a:lnTo>
                    <a:pt x="296200" y="315451"/>
                  </a:lnTo>
                  <a:lnTo>
                    <a:pt x="296200" y="382298"/>
                  </a:lnTo>
                  <a:lnTo>
                    <a:pt x="289775" y="382298"/>
                  </a:lnTo>
                  <a:lnTo>
                    <a:pt x="283349" y="382298"/>
                  </a:lnTo>
                  <a:lnTo>
                    <a:pt x="258002" y="334104"/>
                  </a:lnTo>
                  <a:lnTo>
                    <a:pt x="258002" y="382298"/>
                  </a:lnTo>
                  <a:lnTo>
                    <a:pt x="252023" y="382298"/>
                  </a:lnTo>
                  <a:lnTo>
                    <a:pt x="246043" y="382298"/>
                  </a:lnTo>
                  <a:close/>
                  <a:moveTo>
                    <a:pt x="218377" y="315451"/>
                  </a:moveTo>
                  <a:lnTo>
                    <a:pt x="224803" y="315451"/>
                  </a:lnTo>
                  <a:lnTo>
                    <a:pt x="231229" y="315451"/>
                  </a:lnTo>
                  <a:lnTo>
                    <a:pt x="231229" y="382298"/>
                  </a:lnTo>
                  <a:lnTo>
                    <a:pt x="224803" y="382298"/>
                  </a:lnTo>
                  <a:lnTo>
                    <a:pt x="218377" y="382298"/>
                  </a:lnTo>
                  <a:close/>
                  <a:moveTo>
                    <a:pt x="140016" y="315451"/>
                  </a:moveTo>
                  <a:lnTo>
                    <a:pt x="146442" y="315451"/>
                  </a:lnTo>
                  <a:lnTo>
                    <a:pt x="152868" y="315451"/>
                  </a:lnTo>
                  <a:lnTo>
                    <a:pt x="152868" y="382298"/>
                  </a:lnTo>
                  <a:lnTo>
                    <a:pt x="146531" y="382298"/>
                  </a:lnTo>
                  <a:lnTo>
                    <a:pt x="140016" y="382298"/>
                  </a:lnTo>
                  <a:close/>
                  <a:moveTo>
                    <a:pt x="80487" y="315451"/>
                  </a:moveTo>
                  <a:lnTo>
                    <a:pt x="125736" y="315451"/>
                  </a:lnTo>
                  <a:lnTo>
                    <a:pt x="125736" y="321341"/>
                  </a:lnTo>
                  <a:lnTo>
                    <a:pt x="125736" y="327321"/>
                  </a:lnTo>
                  <a:lnTo>
                    <a:pt x="93339" y="327321"/>
                  </a:lnTo>
                  <a:lnTo>
                    <a:pt x="93339" y="341512"/>
                  </a:lnTo>
                  <a:lnTo>
                    <a:pt x="123415" y="341512"/>
                  </a:lnTo>
                  <a:lnTo>
                    <a:pt x="123415" y="347224"/>
                  </a:lnTo>
                  <a:lnTo>
                    <a:pt x="123415" y="353024"/>
                  </a:lnTo>
                  <a:lnTo>
                    <a:pt x="93339" y="353024"/>
                  </a:lnTo>
                  <a:lnTo>
                    <a:pt x="93339" y="370428"/>
                  </a:lnTo>
                  <a:lnTo>
                    <a:pt x="127164" y="370428"/>
                  </a:lnTo>
                  <a:lnTo>
                    <a:pt x="127164" y="376408"/>
                  </a:lnTo>
                  <a:lnTo>
                    <a:pt x="127164" y="382298"/>
                  </a:lnTo>
                  <a:lnTo>
                    <a:pt x="80487" y="382298"/>
                  </a:lnTo>
                  <a:close/>
                  <a:moveTo>
                    <a:pt x="190189" y="315324"/>
                  </a:moveTo>
                  <a:lnTo>
                    <a:pt x="202952" y="315324"/>
                  </a:lnTo>
                  <a:lnTo>
                    <a:pt x="202952" y="363429"/>
                  </a:lnTo>
                  <a:cubicBezTo>
                    <a:pt x="203391" y="369006"/>
                    <a:pt x="201593" y="374529"/>
                    <a:pt x="197954" y="378779"/>
                  </a:cubicBezTo>
                  <a:cubicBezTo>
                    <a:pt x="193965" y="382522"/>
                    <a:pt x="188596" y="384430"/>
                    <a:pt x="183138" y="384045"/>
                  </a:cubicBezTo>
                  <a:cubicBezTo>
                    <a:pt x="177434" y="384531"/>
                    <a:pt x="171819" y="382397"/>
                    <a:pt x="167878" y="378243"/>
                  </a:cubicBezTo>
                  <a:cubicBezTo>
                    <a:pt x="164222" y="373053"/>
                    <a:pt x="162602" y="366701"/>
                    <a:pt x="163326" y="360394"/>
                  </a:cubicBezTo>
                  <a:lnTo>
                    <a:pt x="163326" y="356914"/>
                  </a:lnTo>
                  <a:lnTo>
                    <a:pt x="175553" y="356914"/>
                  </a:lnTo>
                  <a:lnTo>
                    <a:pt x="175553" y="360930"/>
                  </a:lnTo>
                  <a:cubicBezTo>
                    <a:pt x="175263" y="364005"/>
                    <a:pt x="175850" y="367100"/>
                    <a:pt x="177248" y="369854"/>
                  </a:cubicBezTo>
                  <a:cubicBezTo>
                    <a:pt x="178479" y="371845"/>
                    <a:pt x="180717" y="372981"/>
                    <a:pt x="183049" y="372799"/>
                  </a:cubicBezTo>
                  <a:cubicBezTo>
                    <a:pt x="185103" y="373001"/>
                    <a:pt x="187128" y="372204"/>
                    <a:pt x="188493" y="370657"/>
                  </a:cubicBezTo>
                  <a:cubicBezTo>
                    <a:pt x="189773" y="368572"/>
                    <a:pt x="190366" y="366136"/>
                    <a:pt x="190189" y="363697"/>
                  </a:cubicBezTo>
                  <a:close/>
                  <a:moveTo>
                    <a:pt x="14815" y="315323"/>
                  </a:moveTo>
                  <a:lnTo>
                    <a:pt x="44891" y="315323"/>
                  </a:lnTo>
                  <a:cubicBezTo>
                    <a:pt x="49926" y="315025"/>
                    <a:pt x="54891" y="316617"/>
                    <a:pt x="58814" y="319785"/>
                  </a:cubicBezTo>
                  <a:cubicBezTo>
                    <a:pt x="62292" y="322980"/>
                    <a:pt x="64159" y="327564"/>
                    <a:pt x="63902" y="332280"/>
                  </a:cubicBezTo>
                  <a:cubicBezTo>
                    <a:pt x="64223" y="337166"/>
                    <a:pt x="62079" y="341889"/>
                    <a:pt x="58189" y="344864"/>
                  </a:cubicBezTo>
                  <a:cubicBezTo>
                    <a:pt x="57592" y="345431"/>
                    <a:pt x="56897" y="345885"/>
                    <a:pt x="56137" y="346203"/>
                  </a:cubicBezTo>
                  <a:cubicBezTo>
                    <a:pt x="57541" y="346765"/>
                    <a:pt x="58862" y="347515"/>
                    <a:pt x="60064" y="348434"/>
                  </a:cubicBezTo>
                  <a:cubicBezTo>
                    <a:pt x="64038" y="351475"/>
                    <a:pt x="66245" y="356290"/>
                    <a:pt x="65954" y="361285"/>
                  </a:cubicBezTo>
                  <a:cubicBezTo>
                    <a:pt x="66360" y="367075"/>
                    <a:pt x="64207" y="372751"/>
                    <a:pt x="60064" y="376815"/>
                  </a:cubicBezTo>
                  <a:cubicBezTo>
                    <a:pt x="55269" y="380702"/>
                    <a:pt x="49174" y="382617"/>
                    <a:pt x="43017" y="382170"/>
                  </a:cubicBezTo>
                  <a:lnTo>
                    <a:pt x="15083" y="382170"/>
                  </a:lnTo>
                  <a:close/>
                  <a:moveTo>
                    <a:pt x="700246" y="315235"/>
                  </a:moveTo>
                  <a:lnTo>
                    <a:pt x="713098" y="315235"/>
                  </a:lnTo>
                  <a:lnTo>
                    <a:pt x="713098" y="357360"/>
                  </a:lnTo>
                  <a:cubicBezTo>
                    <a:pt x="712840" y="361202"/>
                    <a:pt x="713911" y="365014"/>
                    <a:pt x="716132" y="368159"/>
                  </a:cubicBezTo>
                  <a:cubicBezTo>
                    <a:pt x="718400" y="370658"/>
                    <a:pt x="721692" y="371974"/>
                    <a:pt x="725057" y="371729"/>
                  </a:cubicBezTo>
                  <a:cubicBezTo>
                    <a:pt x="728374" y="372003"/>
                    <a:pt x="731642" y="370795"/>
                    <a:pt x="733982" y="368427"/>
                  </a:cubicBezTo>
                  <a:cubicBezTo>
                    <a:pt x="736148" y="365165"/>
                    <a:pt x="737124" y="361257"/>
                    <a:pt x="736749" y="357360"/>
                  </a:cubicBezTo>
                  <a:lnTo>
                    <a:pt x="736749" y="315235"/>
                  </a:lnTo>
                  <a:lnTo>
                    <a:pt x="749958" y="315235"/>
                  </a:lnTo>
                  <a:lnTo>
                    <a:pt x="749958" y="356914"/>
                  </a:lnTo>
                  <a:cubicBezTo>
                    <a:pt x="750641" y="364295"/>
                    <a:pt x="748575" y="371668"/>
                    <a:pt x="744156" y="377620"/>
                  </a:cubicBezTo>
                  <a:cubicBezTo>
                    <a:pt x="738981" y="382290"/>
                    <a:pt x="732089" y="384588"/>
                    <a:pt x="725146" y="383956"/>
                  </a:cubicBezTo>
                  <a:cubicBezTo>
                    <a:pt x="718247" y="384495"/>
                    <a:pt x="711440" y="382097"/>
                    <a:pt x="706404" y="377352"/>
                  </a:cubicBezTo>
                  <a:cubicBezTo>
                    <a:pt x="701929" y="371517"/>
                    <a:pt x="699739" y="364250"/>
                    <a:pt x="700246" y="356914"/>
                  </a:cubicBezTo>
                  <a:close/>
                  <a:moveTo>
                    <a:pt x="1526374" y="313761"/>
                  </a:moveTo>
                  <a:cubicBezTo>
                    <a:pt x="1533763" y="313349"/>
                    <a:pt x="1541309" y="315755"/>
                    <a:pt x="1547261" y="321079"/>
                  </a:cubicBezTo>
                  <a:cubicBezTo>
                    <a:pt x="1548062" y="321795"/>
                    <a:pt x="1548821" y="322555"/>
                    <a:pt x="1549537" y="323355"/>
                  </a:cubicBezTo>
                  <a:cubicBezTo>
                    <a:pt x="1555243" y="330769"/>
                    <a:pt x="1558093" y="339986"/>
                    <a:pt x="1557570" y="349327"/>
                  </a:cubicBezTo>
                  <a:cubicBezTo>
                    <a:pt x="1558076" y="358500"/>
                    <a:pt x="1555221" y="367544"/>
                    <a:pt x="1549537" y="374763"/>
                  </a:cubicBezTo>
                  <a:cubicBezTo>
                    <a:pt x="1538598" y="386667"/>
                    <a:pt x="1520079" y="387448"/>
                    <a:pt x="1508175" y="376508"/>
                  </a:cubicBezTo>
                  <a:cubicBezTo>
                    <a:pt x="1507569" y="375951"/>
                    <a:pt x="1506986" y="375369"/>
                    <a:pt x="1506430" y="374763"/>
                  </a:cubicBezTo>
                  <a:cubicBezTo>
                    <a:pt x="1500747" y="367544"/>
                    <a:pt x="1497891" y="358500"/>
                    <a:pt x="1498397" y="349327"/>
                  </a:cubicBezTo>
                  <a:cubicBezTo>
                    <a:pt x="1497873" y="339986"/>
                    <a:pt x="1500724" y="330769"/>
                    <a:pt x="1506430" y="323355"/>
                  </a:cubicBezTo>
                  <a:cubicBezTo>
                    <a:pt x="1511753" y="317404"/>
                    <a:pt x="1518985" y="314173"/>
                    <a:pt x="1526374" y="313761"/>
                  </a:cubicBezTo>
                  <a:close/>
                  <a:moveTo>
                    <a:pt x="1400517" y="313754"/>
                  </a:moveTo>
                  <a:cubicBezTo>
                    <a:pt x="1407929" y="313349"/>
                    <a:pt x="1415496" y="315772"/>
                    <a:pt x="1421460" y="321118"/>
                  </a:cubicBezTo>
                  <a:cubicBezTo>
                    <a:pt x="1422246" y="321823"/>
                    <a:pt x="1422992" y="322570"/>
                    <a:pt x="1423697" y="323355"/>
                  </a:cubicBezTo>
                  <a:cubicBezTo>
                    <a:pt x="1429378" y="330778"/>
                    <a:pt x="1432198" y="339997"/>
                    <a:pt x="1431641" y="349327"/>
                  </a:cubicBezTo>
                  <a:cubicBezTo>
                    <a:pt x="1432173" y="358490"/>
                    <a:pt x="1429349" y="367532"/>
                    <a:pt x="1423697" y="374763"/>
                  </a:cubicBezTo>
                  <a:cubicBezTo>
                    <a:pt x="1412711" y="386691"/>
                    <a:pt x="1394135" y="387455"/>
                    <a:pt x="1382207" y="376469"/>
                  </a:cubicBezTo>
                  <a:cubicBezTo>
                    <a:pt x="1381615" y="375924"/>
                    <a:pt x="1381046" y="375355"/>
                    <a:pt x="1380501" y="374763"/>
                  </a:cubicBezTo>
                  <a:lnTo>
                    <a:pt x="1380500" y="374763"/>
                  </a:lnTo>
                  <a:cubicBezTo>
                    <a:pt x="1374886" y="367513"/>
                    <a:pt x="1372065" y="358484"/>
                    <a:pt x="1372557" y="349327"/>
                  </a:cubicBezTo>
                  <a:cubicBezTo>
                    <a:pt x="1372047" y="340003"/>
                    <a:pt x="1374862" y="330800"/>
                    <a:pt x="1380500" y="323355"/>
                  </a:cubicBezTo>
                  <a:cubicBezTo>
                    <a:pt x="1385847" y="317391"/>
                    <a:pt x="1393104" y="314159"/>
                    <a:pt x="1400517" y="313754"/>
                  </a:cubicBezTo>
                  <a:close/>
                  <a:moveTo>
                    <a:pt x="935084" y="313754"/>
                  </a:moveTo>
                  <a:cubicBezTo>
                    <a:pt x="942496" y="313349"/>
                    <a:pt x="950063" y="315772"/>
                    <a:pt x="956027" y="321118"/>
                  </a:cubicBezTo>
                  <a:cubicBezTo>
                    <a:pt x="956813" y="321823"/>
                    <a:pt x="957559" y="322570"/>
                    <a:pt x="958264" y="323355"/>
                  </a:cubicBezTo>
                  <a:cubicBezTo>
                    <a:pt x="963945" y="330778"/>
                    <a:pt x="966765" y="339997"/>
                    <a:pt x="966208" y="349327"/>
                  </a:cubicBezTo>
                  <a:cubicBezTo>
                    <a:pt x="966740" y="358490"/>
                    <a:pt x="963916" y="367532"/>
                    <a:pt x="958264" y="374763"/>
                  </a:cubicBezTo>
                  <a:cubicBezTo>
                    <a:pt x="947278" y="386691"/>
                    <a:pt x="928702" y="387455"/>
                    <a:pt x="916774" y="376469"/>
                  </a:cubicBezTo>
                  <a:cubicBezTo>
                    <a:pt x="916182" y="375924"/>
                    <a:pt x="915613" y="375355"/>
                    <a:pt x="915068" y="374763"/>
                  </a:cubicBezTo>
                  <a:lnTo>
                    <a:pt x="915067" y="374763"/>
                  </a:lnTo>
                  <a:cubicBezTo>
                    <a:pt x="909452" y="367513"/>
                    <a:pt x="906632" y="358484"/>
                    <a:pt x="907124" y="349327"/>
                  </a:cubicBezTo>
                  <a:cubicBezTo>
                    <a:pt x="906614" y="340003"/>
                    <a:pt x="909429" y="330800"/>
                    <a:pt x="915067" y="323355"/>
                  </a:cubicBezTo>
                  <a:cubicBezTo>
                    <a:pt x="920413" y="317391"/>
                    <a:pt x="927671" y="314159"/>
                    <a:pt x="935084" y="313754"/>
                  </a:cubicBezTo>
                  <a:close/>
                  <a:moveTo>
                    <a:pt x="1598624" y="313717"/>
                  </a:moveTo>
                  <a:cubicBezTo>
                    <a:pt x="1605317" y="313413"/>
                    <a:pt x="1611889" y="315572"/>
                    <a:pt x="1617099" y="319786"/>
                  </a:cubicBezTo>
                  <a:cubicBezTo>
                    <a:pt x="1621980" y="323927"/>
                    <a:pt x="1625027" y="329829"/>
                    <a:pt x="1625578" y="336207"/>
                  </a:cubicBezTo>
                  <a:lnTo>
                    <a:pt x="1612994" y="336207"/>
                  </a:lnTo>
                  <a:cubicBezTo>
                    <a:pt x="1612548" y="333173"/>
                    <a:pt x="1610909" y="330443"/>
                    <a:pt x="1608442" y="328621"/>
                  </a:cubicBezTo>
                  <a:cubicBezTo>
                    <a:pt x="1605968" y="326472"/>
                    <a:pt x="1602795" y="325298"/>
                    <a:pt x="1599517" y="325319"/>
                  </a:cubicBezTo>
                  <a:cubicBezTo>
                    <a:pt x="1594372" y="325068"/>
                    <a:pt x="1589445" y="327415"/>
                    <a:pt x="1586397" y="331566"/>
                  </a:cubicBezTo>
                  <a:cubicBezTo>
                    <a:pt x="1580217" y="342345"/>
                    <a:pt x="1580217" y="355594"/>
                    <a:pt x="1586397" y="366373"/>
                  </a:cubicBezTo>
                  <a:cubicBezTo>
                    <a:pt x="1589591" y="370415"/>
                    <a:pt x="1594553" y="372647"/>
                    <a:pt x="1599696" y="372353"/>
                  </a:cubicBezTo>
                  <a:cubicBezTo>
                    <a:pt x="1604408" y="372523"/>
                    <a:pt x="1608846" y="370134"/>
                    <a:pt x="1611298" y="366106"/>
                  </a:cubicBezTo>
                  <a:cubicBezTo>
                    <a:pt x="1612941" y="363609"/>
                    <a:pt x="1614092" y="360823"/>
                    <a:pt x="1614689" y="357895"/>
                  </a:cubicBezTo>
                  <a:lnTo>
                    <a:pt x="1600231" y="357895"/>
                  </a:lnTo>
                  <a:lnTo>
                    <a:pt x="1600231" y="346382"/>
                  </a:lnTo>
                  <a:lnTo>
                    <a:pt x="1626024" y="346382"/>
                  </a:lnTo>
                  <a:lnTo>
                    <a:pt x="1626024" y="382081"/>
                  </a:lnTo>
                  <a:lnTo>
                    <a:pt x="1617099" y="382081"/>
                  </a:lnTo>
                  <a:lnTo>
                    <a:pt x="1615850" y="373156"/>
                  </a:lnTo>
                  <a:lnTo>
                    <a:pt x="1615671" y="374762"/>
                  </a:lnTo>
                  <a:cubicBezTo>
                    <a:pt x="1611817" y="380856"/>
                    <a:pt x="1605027" y="384454"/>
                    <a:pt x="1597821" y="384223"/>
                  </a:cubicBezTo>
                  <a:lnTo>
                    <a:pt x="1597821" y="383687"/>
                  </a:lnTo>
                  <a:cubicBezTo>
                    <a:pt x="1589696" y="384122"/>
                    <a:pt x="1581814" y="380838"/>
                    <a:pt x="1576401" y="374762"/>
                  </a:cubicBezTo>
                  <a:cubicBezTo>
                    <a:pt x="1565540" y="359348"/>
                    <a:pt x="1565540" y="338770"/>
                    <a:pt x="1576401" y="323356"/>
                  </a:cubicBezTo>
                  <a:cubicBezTo>
                    <a:pt x="1581942" y="316909"/>
                    <a:pt x="1590131" y="313358"/>
                    <a:pt x="1598624" y="313717"/>
                  </a:cubicBezTo>
                  <a:close/>
                  <a:moveTo>
                    <a:pt x="1205662" y="313538"/>
                  </a:moveTo>
                  <a:cubicBezTo>
                    <a:pt x="1212206" y="313370"/>
                    <a:pt x="1218575" y="315663"/>
                    <a:pt x="1223511" y="319964"/>
                  </a:cubicBezTo>
                  <a:cubicBezTo>
                    <a:pt x="1228575" y="324432"/>
                    <a:pt x="1231762" y="330648"/>
                    <a:pt x="1232436" y="337367"/>
                  </a:cubicBezTo>
                  <a:lnTo>
                    <a:pt x="1219584" y="337367"/>
                  </a:lnTo>
                  <a:cubicBezTo>
                    <a:pt x="1219368" y="333950"/>
                    <a:pt x="1217831" y="330749"/>
                    <a:pt x="1215300" y="328442"/>
                  </a:cubicBezTo>
                  <a:cubicBezTo>
                    <a:pt x="1212801" y="326346"/>
                    <a:pt x="1209638" y="325208"/>
                    <a:pt x="1206376" y="325229"/>
                  </a:cubicBezTo>
                  <a:cubicBezTo>
                    <a:pt x="1201775" y="325133"/>
                    <a:pt x="1197479" y="327519"/>
                    <a:pt x="1195130" y="331477"/>
                  </a:cubicBezTo>
                  <a:cubicBezTo>
                    <a:pt x="1192174" y="336718"/>
                    <a:pt x="1190781" y="342695"/>
                    <a:pt x="1191114" y="348702"/>
                  </a:cubicBezTo>
                  <a:cubicBezTo>
                    <a:pt x="1190786" y="354566"/>
                    <a:pt x="1192182" y="360400"/>
                    <a:pt x="1195130" y="365480"/>
                  </a:cubicBezTo>
                  <a:cubicBezTo>
                    <a:pt x="1199377" y="371772"/>
                    <a:pt x="1207921" y="373429"/>
                    <a:pt x="1214212" y="369182"/>
                  </a:cubicBezTo>
                  <a:cubicBezTo>
                    <a:pt x="1214751" y="368818"/>
                    <a:pt x="1215264" y="368416"/>
                    <a:pt x="1215746" y="367979"/>
                  </a:cubicBezTo>
                  <a:cubicBezTo>
                    <a:pt x="1218269" y="365409"/>
                    <a:pt x="1219789" y="362022"/>
                    <a:pt x="1220030" y="358430"/>
                  </a:cubicBezTo>
                  <a:lnTo>
                    <a:pt x="1231901" y="358787"/>
                  </a:lnTo>
                  <a:cubicBezTo>
                    <a:pt x="1231455" y="365737"/>
                    <a:pt x="1228469" y="372281"/>
                    <a:pt x="1223511" y="377172"/>
                  </a:cubicBezTo>
                  <a:cubicBezTo>
                    <a:pt x="1218688" y="381706"/>
                    <a:pt x="1212280" y="384172"/>
                    <a:pt x="1205662" y="384044"/>
                  </a:cubicBezTo>
                  <a:cubicBezTo>
                    <a:pt x="1197672" y="384371"/>
                    <a:pt x="1190008" y="380854"/>
                    <a:pt x="1185045" y="374584"/>
                  </a:cubicBezTo>
                  <a:cubicBezTo>
                    <a:pt x="1179596" y="367262"/>
                    <a:pt x="1176880" y="358263"/>
                    <a:pt x="1177370" y="349148"/>
                  </a:cubicBezTo>
                  <a:cubicBezTo>
                    <a:pt x="1176859" y="339865"/>
                    <a:pt x="1179571" y="330691"/>
                    <a:pt x="1185045" y="323177"/>
                  </a:cubicBezTo>
                  <a:cubicBezTo>
                    <a:pt x="1189961" y="316827"/>
                    <a:pt x="1197637" y="313239"/>
                    <a:pt x="1205662" y="313538"/>
                  </a:cubicBezTo>
                  <a:close/>
                  <a:moveTo>
                    <a:pt x="523890" y="313538"/>
                  </a:moveTo>
                  <a:cubicBezTo>
                    <a:pt x="530060" y="313268"/>
                    <a:pt x="536098" y="315376"/>
                    <a:pt x="540758" y="319428"/>
                  </a:cubicBezTo>
                  <a:cubicBezTo>
                    <a:pt x="545164" y="323595"/>
                    <a:pt x="547732" y="329342"/>
                    <a:pt x="547898" y="335404"/>
                  </a:cubicBezTo>
                  <a:lnTo>
                    <a:pt x="534867" y="335404"/>
                  </a:lnTo>
                  <a:cubicBezTo>
                    <a:pt x="534768" y="332433"/>
                    <a:pt x="533364" y="329658"/>
                    <a:pt x="531029" y="327817"/>
                  </a:cubicBezTo>
                  <a:cubicBezTo>
                    <a:pt x="528456" y="325908"/>
                    <a:pt x="525308" y="324932"/>
                    <a:pt x="522105" y="325051"/>
                  </a:cubicBezTo>
                  <a:cubicBezTo>
                    <a:pt x="519376" y="324860"/>
                    <a:pt x="516674" y="325687"/>
                    <a:pt x="514519" y="327371"/>
                  </a:cubicBezTo>
                  <a:cubicBezTo>
                    <a:pt x="512626" y="328989"/>
                    <a:pt x="511602" y="331401"/>
                    <a:pt x="511752" y="333886"/>
                  </a:cubicBezTo>
                  <a:cubicBezTo>
                    <a:pt x="511747" y="335850"/>
                    <a:pt x="512853" y="337647"/>
                    <a:pt x="514608" y="338527"/>
                  </a:cubicBezTo>
                  <a:cubicBezTo>
                    <a:pt x="518481" y="340299"/>
                    <a:pt x="522558" y="341588"/>
                    <a:pt x="526745" y="342365"/>
                  </a:cubicBezTo>
                  <a:cubicBezTo>
                    <a:pt x="533196" y="343499"/>
                    <a:pt x="539302" y="346094"/>
                    <a:pt x="544595" y="349951"/>
                  </a:cubicBezTo>
                  <a:cubicBezTo>
                    <a:pt x="547906" y="353655"/>
                    <a:pt x="549523" y="358571"/>
                    <a:pt x="549058" y="363517"/>
                  </a:cubicBezTo>
                  <a:cubicBezTo>
                    <a:pt x="549373" y="369321"/>
                    <a:pt x="546842" y="374915"/>
                    <a:pt x="542274" y="378510"/>
                  </a:cubicBezTo>
                  <a:cubicBezTo>
                    <a:pt x="536941" y="382434"/>
                    <a:pt x="530413" y="384390"/>
                    <a:pt x="523801" y="384044"/>
                  </a:cubicBezTo>
                  <a:cubicBezTo>
                    <a:pt x="517327" y="384352"/>
                    <a:pt x="510968" y="382254"/>
                    <a:pt x="505951" y="378153"/>
                  </a:cubicBezTo>
                  <a:cubicBezTo>
                    <a:pt x="501401" y="373800"/>
                    <a:pt x="498849" y="367761"/>
                    <a:pt x="498900" y="361464"/>
                  </a:cubicBezTo>
                  <a:lnTo>
                    <a:pt x="511306" y="361465"/>
                  </a:lnTo>
                  <a:cubicBezTo>
                    <a:pt x="511240" y="364591"/>
                    <a:pt x="512543" y="367591"/>
                    <a:pt x="514876" y="369675"/>
                  </a:cubicBezTo>
                  <a:cubicBezTo>
                    <a:pt x="517438" y="371617"/>
                    <a:pt x="520587" y="372624"/>
                    <a:pt x="523801" y="372531"/>
                  </a:cubicBezTo>
                  <a:cubicBezTo>
                    <a:pt x="527148" y="372709"/>
                    <a:pt x="530482" y="371968"/>
                    <a:pt x="533439" y="370389"/>
                  </a:cubicBezTo>
                  <a:cubicBezTo>
                    <a:pt x="535592" y="369168"/>
                    <a:pt x="536921" y="366884"/>
                    <a:pt x="536920" y="364410"/>
                  </a:cubicBezTo>
                  <a:cubicBezTo>
                    <a:pt x="537065" y="362238"/>
                    <a:pt x="536130" y="360135"/>
                    <a:pt x="534421" y="358787"/>
                  </a:cubicBezTo>
                  <a:cubicBezTo>
                    <a:pt x="531167" y="356996"/>
                    <a:pt x="527638" y="355759"/>
                    <a:pt x="523979" y="355128"/>
                  </a:cubicBezTo>
                  <a:cubicBezTo>
                    <a:pt x="517004" y="353942"/>
                    <a:pt x="510351" y="351328"/>
                    <a:pt x="504434" y="347452"/>
                  </a:cubicBezTo>
                  <a:cubicBezTo>
                    <a:pt x="500957" y="344156"/>
                    <a:pt x="499153" y="339466"/>
                    <a:pt x="499525" y="334690"/>
                  </a:cubicBezTo>
                  <a:cubicBezTo>
                    <a:pt x="499229" y="328819"/>
                    <a:pt x="501627" y="323134"/>
                    <a:pt x="506040" y="319249"/>
                  </a:cubicBezTo>
                  <a:cubicBezTo>
                    <a:pt x="511041" y="315135"/>
                    <a:pt x="517429" y="313092"/>
                    <a:pt x="523890" y="313538"/>
                  </a:cubicBezTo>
                  <a:close/>
                  <a:moveTo>
                    <a:pt x="336367" y="313293"/>
                  </a:moveTo>
                  <a:cubicBezTo>
                    <a:pt x="343627" y="312654"/>
                    <a:pt x="351114" y="314597"/>
                    <a:pt x="357351" y="319250"/>
                  </a:cubicBezTo>
                  <a:cubicBezTo>
                    <a:pt x="362264" y="323367"/>
                    <a:pt x="365317" y="329284"/>
                    <a:pt x="365830" y="335672"/>
                  </a:cubicBezTo>
                  <a:lnTo>
                    <a:pt x="352978" y="335672"/>
                  </a:lnTo>
                  <a:cubicBezTo>
                    <a:pt x="352614" y="332631"/>
                    <a:pt x="350996" y="329881"/>
                    <a:pt x="348515" y="328086"/>
                  </a:cubicBezTo>
                  <a:cubicBezTo>
                    <a:pt x="346042" y="325937"/>
                    <a:pt x="342868" y="324762"/>
                    <a:pt x="339591" y="324783"/>
                  </a:cubicBezTo>
                  <a:cubicBezTo>
                    <a:pt x="334457" y="324581"/>
                    <a:pt x="329551" y="326917"/>
                    <a:pt x="326472" y="331031"/>
                  </a:cubicBezTo>
                  <a:cubicBezTo>
                    <a:pt x="322986" y="336304"/>
                    <a:pt x="321325" y="342574"/>
                    <a:pt x="321741" y="348881"/>
                  </a:cubicBezTo>
                  <a:cubicBezTo>
                    <a:pt x="321325" y="354995"/>
                    <a:pt x="322923" y="361077"/>
                    <a:pt x="326293" y="366195"/>
                  </a:cubicBezTo>
                  <a:cubicBezTo>
                    <a:pt x="329495" y="370225"/>
                    <a:pt x="334451" y="372454"/>
                    <a:pt x="339591" y="372175"/>
                  </a:cubicBezTo>
                  <a:cubicBezTo>
                    <a:pt x="344295" y="372308"/>
                    <a:pt x="348715" y="369928"/>
                    <a:pt x="351193" y="365928"/>
                  </a:cubicBezTo>
                  <a:cubicBezTo>
                    <a:pt x="352800" y="363413"/>
                    <a:pt x="353948" y="360633"/>
                    <a:pt x="354584" y="357717"/>
                  </a:cubicBezTo>
                  <a:lnTo>
                    <a:pt x="340127" y="357717"/>
                  </a:lnTo>
                  <a:lnTo>
                    <a:pt x="340127" y="346203"/>
                  </a:lnTo>
                  <a:lnTo>
                    <a:pt x="366187" y="346203"/>
                  </a:lnTo>
                  <a:lnTo>
                    <a:pt x="366187" y="381903"/>
                  </a:lnTo>
                  <a:lnTo>
                    <a:pt x="357262" y="381903"/>
                  </a:lnTo>
                  <a:lnTo>
                    <a:pt x="356012" y="372978"/>
                  </a:lnTo>
                  <a:lnTo>
                    <a:pt x="355299" y="374049"/>
                  </a:lnTo>
                  <a:lnTo>
                    <a:pt x="337551" y="383456"/>
                  </a:lnTo>
                  <a:lnTo>
                    <a:pt x="316743" y="374228"/>
                  </a:lnTo>
                  <a:cubicBezTo>
                    <a:pt x="306039" y="358763"/>
                    <a:pt x="306039" y="338284"/>
                    <a:pt x="316743" y="322820"/>
                  </a:cubicBezTo>
                  <a:cubicBezTo>
                    <a:pt x="322074" y="317150"/>
                    <a:pt x="329107" y="313931"/>
                    <a:pt x="336367" y="313293"/>
                  </a:cubicBezTo>
                  <a:close/>
                  <a:moveTo>
                    <a:pt x="381539" y="228751"/>
                  </a:moveTo>
                  <a:lnTo>
                    <a:pt x="381449" y="228930"/>
                  </a:lnTo>
                  <a:lnTo>
                    <a:pt x="381464" y="228833"/>
                  </a:lnTo>
                  <a:close/>
                  <a:moveTo>
                    <a:pt x="350212" y="205101"/>
                  </a:moveTo>
                  <a:cubicBezTo>
                    <a:pt x="356549" y="205101"/>
                    <a:pt x="356906" y="216256"/>
                    <a:pt x="359137" y="216256"/>
                  </a:cubicBezTo>
                  <a:cubicBezTo>
                    <a:pt x="362394" y="215993"/>
                    <a:pt x="365588" y="215210"/>
                    <a:pt x="368597" y="213936"/>
                  </a:cubicBezTo>
                  <a:cubicBezTo>
                    <a:pt x="372253" y="213720"/>
                    <a:pt x="375918" y="213720"/>
                    <a:pt x="379575" y="213936"/>
                  </a:cubicBezTo>
                  <a:cubicBezTo>
                    <a:pt x="381360" y="213936"/>
                    <a:pt x="383413" y="214293"/>
                    <a:pt x="383413" y="215721"/>
                  </a:cubicBezTo>
                  <a:cubicBezTo>
                    <a:pt x="383772" y="217846"/>
                    <a:pt x="383460" y="220030"/>
                    <a:pt x="382520" y="221968"/>
                  </a:cubicBezTo>
                  <a:lnTo>
                    <a:pt x="381464" y="228833"/>
                  </a:lnTo>
                  <a:lnTo>
                    <a:pt x="376719" y="234017"/>
                  </a:lnTo>
                  <a:cubicBezTo>
                    <a:pt x="376005" y="235177"/>
                    <a:pt x="372524" y="235980"/>
                    <a:pt x="371810" y="237676"/>
                  </a:cubicBezTo>
                  <a:cubicBezTo>
                    <a:pt x="370204" y="241692"/>
                    <a:pt x="370204" y="245352"/>
                    <a:pt x="368330" y="247583"/>
                  </a:cubicBezTo>
                  <a:cubicBezTo>
                    <a:pt x="366455" y="249814"/>
                    <a:pt x="364313" y="250439"/>
                    <a:pt x="361368" y="252313"/>
                  </a:cubicBezTo>
                  <a:cubicBezTo>
                    <a:pt x="358423" y="254188"/>
                    <a:pt x="355299" y="252492"/>
                    <a:pt x="353336" y="253027"/>
                  </a:cubicBezTo>
                  <a:cubicBezTo>
                    <a:pt x="350016" y="254992"/>
                    <a:pt x="346442" y="256494"/>
                    <a:pt x="342715" y="257490"/>
                  </a:cubicBezTo>
                  <a:cubicBezTo>
                    <a:pt x="336200" y="257490"/>
                    <a:pt x="330041" y="254544"/>
                    <a:pt x="330041" y="247048"/>
                  </a:cubicBezTo>
                  <a:cubicBezTo>
                    <a:pt x="330041" y="245263"/>
                    <a:pt x="331380" y="240978"/>
                    <a:pt x="331380" y="239193"/>
                  </a:cubicBezTo>
                  <a:cubicBezTo>
                    <a:pt x="331380" y="237408"/>
                    <a:pt x="329506" y="234731"/>
                    <a:pt x="329506" y="232946"/>
                  </a:cubicBezTo>
                  <a:cubicBezTo>
                    <a:pt x="329506" y="231161"/>
                    <a:pt x="332808" y="227769"/>
                    <a:pt x="333344" y="225627"/>
                  </a:cubicBezTo>
                  <a:cubicBezTo>
                    <a:pt x="334396" y="219048"/>
                    <a:pt x="337865" y="213097"/>
                    <a:pt x="343072" y="208939"/>
                  </a:cubicBezTo>
                  <a:cubicBezTo>
                    <a:pt x="345482" y="207689"/>
                    <a:pt x="348427" y="205101"/>
                    <a:pt x="350212" y="205101"/>
                  </a:cubicBezTo>
                  <a:close/>
                  <a:moveTo>
                    <a:pt x="469269" y="183145"/>
                  </a:moveTo>
                  <a:cubicBezTo>
                    <a:pt x="471590" y="182788"/>
                    <a:pt x="472750" y="185377"/>
                    <a:pt x="476410" y="184752"/>
                  </a:cubicBezTo>
                  <a:cubicBezTo>
                    <a:pt x="477570" y="184663"/>
                    <a:pt x="481943" y="188500"/>
                    <a:pt x="483639" y="188500"/>
                  </a:cubicBezTo>
                  <a:cubicBezTo>
                    <a:pt x="485985" y="189175"/>
                    <a:pt x="488440" y="189388"/>
                    <a:pt x="490868" y="189125"/>
                  </a:cubicBezTo>
                  <a:cubicBezTo>
                    <a:pt x="493010" y="188857"/>
                    <a:pt x="496312" y="191356"/>
                    <a:pt x="498008" y="191356"/>
                  </a:cubicBezTo>
                  <a:cubicBezTo>
                    <a:pt x="500084" y="191204"/>
                    <a:pt x="502145" y="190876"/>
                    <a:pt x="504166" y="190375"/>
                  </a:cubicBezTo>
                  <a:cubicBezTo>
                    <a:pt x="507825" y="189660"/>
                    <a:pt x="516036" y="199567"/>
                    <a:pt x="518802" y="203316"/>
                  </a:cubicBezTo>
                  <a:lnTo>
                    <a:pt x="517999" y="203494"/>
                  </a:lnTo>
                  <a:cubicBezTo>
                    <a:pt x="519478" y="205225"/>
                    <a:pt x="520764" y="207110"/>
                    <a:pt x="521837" y="209117"/>
                  </a:cubicBezTo>
                  <a:cubicBezTo>
                    <a:pt x="522358" y="211529"/>
                    <a:pt x="522358" y="214024"/>
                    <a:pt x="521837" y="216435"/>
                  </a:cubicBezTo>
                  <a:cubicBezTo>
                    <a:pt x="520587" y="220363"/>
                    <a:pt x="518267" y="221434"/>
                    <a:pt x="516660" y="223219"/>
                  </a:cubicBezTo>
                  <a:cubicBezTo>
                    <a:pt x="515054" y="225004"/>
                    <a:pt x="514429" y="229288"/>
                    <a:pt x="512644" y="231430"/>
                  </a:cubicBezTo>
                  <a:cubicBezTo>
                    <a:pt x="511269" y="233437"/>
                    <a:pt x="509684" y="235292"/>
                    <a:pt x="507915" y="236963"/>
                  </a:cubicBezTo>
                  <a:cubicBezTo>
                    <a:pt x="505453" y="238652"/>
                    <a:pt x="502650" y="239780"/>
                    <a:pt x="499704" y="240265"/>
                  </a:cubicBezTo>
                  <a:cubicBezTo>
                    <a:pt x="497740" y="240265"/>
                    <a:pt x="494706" y="239730"/>
                    <a:pt x="492742" y="240265"/>
                  </a:cubicBezTo>
                  <a:cubicBezTo>
                    <a:pt x="489351" y="241158"/>
                    <a:pt x="487834" y="243746"/>
                    <a:pt x="485424" y="243746"/>
                  </a:cubicBezTo>
                  <a:cubicBezTo>
                    <a:pt x="483014" y="243746"/>
                    <a:pt x="480604" y="241515"/>
                    <a:pt x="479712" y="237677"/>
                  </a:cubicBezTo>
                  <a:cubicBezTo>
                    <a:pt x="479712" y="235714"/>
                    <a:pt x="480693" y="232054"/>
                    <a:pt x="479712" y="229645"/>
                  </a:cubicBezTo>
                  <a:cubicBezTo>
                    <a:pt x="477548" y="226158"/>
                    <a:pt x="475581" y="222553"/>
                    <a:pt x="473821" y="218845"/>
                  </a:cubicBezTo>
                  <a:cubicBezTo>
                    <a:pt x="473643" y="214472"/>
                    <a:pt x="469091" y="212330"/>
                    <a:pt x="469091" y="209474"/>
                  </a:cubicBezTo>
                  <a:cubicBezTo>
                    <a:pt x="469105" y="205810"/>
                    <a:pt x="468151" y="202209"/>
                    <a:pt x="466324" y="199032"/>
                  </a:cubicBezTo>
                  <a:cubicBezTo>
                    <a:pt x="465696" y="196898"/>
                    <a:pt x="465887" y="194607"/>
                    <a:pt x="466860" y="192606"/>
                  </a:cubicBezTo>
                  <a:cubicBezTo>
                    <a:pt x="468288" y="190642"/>
                    <a:pt x="466324" y="185377"/>
                    <a:pt x="469269" y="183145"/>
                  </a:cubicBezTo>
                  <a:close/>
                  <a:moveTo>
                    <a:pt x="443656" y="131382"/>
                  </a:moveTo>
                  <a:cubicBezTo>
                    <a:pt x="441416" y="131221"/>
                    <a:pt x="439168" y="131525"/>
                    <a:pt x="437051" y="132274"/>
                  </a:cubicBezTo>
                  <a:cubicBezTo>
                    <a:pt x="434463" y="133881"/>
                    <a:pt x="431964" y="132988"/>
                    <a:pt x="430269" y="134505"/>
                  </a:cubicBezTo>
                  <a:cubicBezTo>
                    <a:pt x="428719" y="135792"/>
                    <a:pt x="427009" y="136872"/>
                    <a:pt x="425181" y="137718"/>
                  </a:cubicBezTo>
                  <a:cubicBezTo>
                    <a:pt x="420652" y="139316"/>
                    <a:pt x="416238" y="141225"/>
                    <a:pt x="411972" y="143429"/>
                  </a:cubicBezTo>
                  <a:cubicBezTo>
                    <a:pt x="409426" y="144715"/>
                    <a:pt x="407859" y="147362"/>
                    <a:pt x="407956" y="150212"/>
                  </a:cubicBezTo>
                  <a:cubicBezTo>
                    <a:pt x="408049" y="153328"/>
                    <a:pt x="410553" y="155831"/>
                    <a:pt x="413668" y="155924"/>
                  </a:cubicBezTo>
                  <a:cubicBezTo>
                    <a:pt x="417176" y="155436"/>
                    <a:pt x="420582" y="154381"/>
                    <a:pt x="423753" y="152801"/>
                  </a:cubicBezTo>
                  <a:cubicBezTo>
                    <a:pt x="427144" y="150748"/>
                    <a:pt x="428840" y="148160"/>
                    <a:pt x="433214" y="145482"/>
                  </a:cubicBezTo>
                  <a:cubicBezTo>
                    <a:pt x="436161" y="143562"/>
                    <a:pt x="438807" y="141215"/>
                    <a:pt x="441068" y="138521"/>
                  </a:cubicBezTo>
                  <a:cubicBezTo>
                    <a:pt x="442763" y="135576"/>
                    <a:pt x="444994" y="131382"/>
                    <a:pt x="443656" y="131382"/>
                  </a:cubicBezTo>
                  <a:close/>
                  <a:moveTo>
                    <a:pt x="757186" y="117012"/>
                  </a:moveTo>
                  <a:cubicBezTo>
                    <a:pt x="753664" y="117335"/>
                    <a:pt x="750172" y="117932"/>
                    <a:pt x="746743" y="118797"/>
                  </a:cubicBezTo>
                  <a:cubicBezTo>
                    <a:pt x="745289" y="120293"/>
                    <a:pt x="744405" y="122250"/>
                    <a:pt x="744244" y="124330"/>
                  </a:cubicBezTo>
                  <a:cubicBezTo>
                    <a:pt x="743988" y="126097"/>
                    <a:pt x="744268" y="127900"/>
                    <a:pt x="745048" y="129507"/>
                  </a:cubicBezTo>
                  <a:cubicBezTo>
                    <a:pt x="747993" y="130488"/>
                    <a:pt x="752188" y="131470"/>
                    <a:pt x="753973" y="130488"/>
                  </a:cubicBezTo>
                  <a:lnTo>
                    <a:pt x="754062" y="130488"/>
                  </a:lnTo>
                  <a:cubicBezTo>
                    <a:pt x="757511" y="128113"/>
                    <a:pt x="759707" y="124311"/>
                    <a:pt x="760042" y="120135"/>
                  </a:cubicBezTo>
                  <a:cubicBezTo>
                    <a:pt x="760062" y="119979"/>
                    <a:pt x="760069" y="119821"/>
                    <a:pt x="760062" y="119664"/>
                  </a:cubicBezTo>
                  <a:cubicBezTo>
                    <a:pt x="760000" y="118137"/>
                    <a:pt x="758712" y="116950"/>
                    <a:pt x="757186" y="117012"/>
                  </a:cubicBezTo>
                  <a:close/>
                  <a:moveTo>
                    <a:pt x="788423" y="107730"/>
                  </a:moveTo>
                  <a:cubicBezTo>
                    <a:pt x="785924" y="108444"/>
                    <a:pt x="784139" y="110407"/>
                    <a:pt x="780302" y="110407"/>
                  </a:cubicBezTo>
                  <a:cubicBezTo>
                    <a:pt x="778427" y="112549"/>
                    <a:pt x="779231" y="116654"/>
                    <a:pt x="779319" y="118529"/>
                  </a:cubicBezTo>
                  <a:cubicBezTo>
                    <a:pt x="779409" y="120403"/>
                    <a:pt x="783157" y="123080"/>
                    <a:pt x="784317" y="123080"/>
                  </a:cubicBezTo>
                  <a:cubicBezTo>
                    <a:pt x="788190" y="122402"/>
                    <a:pt x="791506" y="119915"/>
                    <a:pt x="793242" y="116387"/>
                  </a:cubicBezTo>
                  <a:lnTo>
                    <a:pt x="793600" y="116387"/>
                  </a:lnTo>
                  <a:cubicBezTo>
                    <a:pt x="793827" y="114132"/>
                    <a:pt x="793827" y="111859"/>
                    <a:pt x="793600" y="109604"/>
                  </a:cubicBezTo>
                  <a:cubicBezTo>
                    <a:pt x="793242" y="107284"/>
                    <a:pt x="790922" y="107016"/>
                    <a:pt x="788423" y="107730"/>
                  </a:cubicBezTo>
                  <a:close/>
                  <a:moveTo>
                    <a:pt x="462041" y="97466"/>
                  </a:moveTo>
                  <a:cubicBezTo>
                    <a:pt x="464711" y="98128"/>
                    <a:pt x="467289" y="99117"/>
                    <a:pt x="469716" y="100412"/>
                  </a:cubicBezTo>
                  <a:cubicBezTo>
                    <a:pt x="471501" y="100412"/>
                    <a:pt x="476856" y="99252"/>
                    <a:pt x="478641" y="100412"/>
                  </a:cubicBezTo>
                  <a:cubicBezTo>
                    <a:pt x="483100" y="102721"/>
                    <a:pt x="487316" y="105471"/>
                    <a:pt x="491225" y="108623"/>
                  </a:cubicBezTo>
                  <a:cubicBezTo>
                    <a:pt x="492681" y="111998"/>
                    <a:pt x="493845" y="115491"/>
                    <a:pt x="494706" y="119065"/>
                  </a:cubicBezTo>
                  <a:cubicBezTo>
                    <a:pt x="495617" y="121695"/>
                    <a:pt x="495617" y="124556"/>
                    <a:pt x="494706" y="127187"/>
                  </a:cubicBezTo>
                  <a:cubicBezTo>
                    <a:pt x="490970" y="130589"/>
                    <a:pt x="487424" y="134193"/>
                    <a:pt x="484085" y="137985"/>
                  </a:cubicBezTo>
                  <a:lnTo>
                    <a:pt x="483728" y="137985"/>
                  </a:lnTo>
                  <a:cubicBezTo>
                    <a:pt x="482224" y="141066"/>
                    <a:pt x="480525" y="144047"/>
                    <a:pt x="478641" y="146910"/>
                  </a:cubicBezTo>
                  <a:cubicBezTo>
                    <a:pt x="472535" y="156287"/>
                    <a:pt x="466962" y="166001"/>
                    <a:pt x="461951" y="176006"/>
                  </a:cubicBezTo>
                  <a:cubicBezTo>
                    <a:pt x="459705" y="179275"/>
                    <a:pt x="457261" y="182405"/>
                    <a:pt x="454633" y="185377"/>
                  </a:cubicBezTo>
                  <a:cubicBezTo>
                    <a:pt x="453087" y="186598"/>
                    <a:pt x="450997" y="186872"/>
                    <a:pt x="449189" y="186091"/>
                  </a:cubicBezTo>
                  <a:cubicBezTo>
                    <a:pt x="447851" y="185555"/>
                    <a:pt x="444013" y="188233"/>
                    <a:pt x="444013" y="191892"/>
                  </a:cubicBezTo>
                  <a:cubicBezTo>
                    <a:pt x="443853" y="195510"/>
                    <a:pt x="444431" y="199123"/>
                    <a:pt x="445709" y="202513"/>
                  </a:cubicBezTo>
                  <a:cubicBezTo>
                    <a:pt x="446781" y="218232"/>
                    <a:pt x="446781" y="234006"/>
                    <a:pt x="445709" y="249725"/>
                  </a:cubicBezTo>
                  <a:cubicBezTo>
                    <a:pt x="444935" y="255317"/>
                    <a:pt x="441648" y="260247"/>
                    <a:pt x="436784" y="263113"/>
                  </a:cubicBezTo>
                  <a:cubicBezTo>
                    <a:pt x="434195" y="264362"/>
                    <a:pt x="430536" y="271145"/>
                    <a:pt x="427234" y="272662"/>
                  </a:cubicBezTo>
                  <a:cubicBezTo>
                    <a:pt x="423932" y="274180"/>
                    <a:pt x="420094" y="277214"/>
                    <a:pt x="418309" y="277214"/>
                  </a:cubicBezTo>
                  <a:cubicBezTo>
                    <a:pt x="416587" y="277035"/>
                    <a:pt x="415074" y="275993"/>
                    <a:pt x="414293" y="274447"/>
                  </a:cubicBezTo>
                  <a:cubicBezTo>
                    <a:pt x="413489" y="273376"/>
                    <a:pt x="410009" y="272841"/>
                    <a:pt x="408045" y="271681"/>
                  </a:cubicBezTo>
                  <a:cubicBezTo>
                    <a:pt x="406082" y="270520"/>
                    <a:pt x="405189" y="268914"/>
                    <a:pt x="403136" y="267843"/>
                  </a:cubicBezTo>
                  <a:cubicBezTo>
                    <a:pt x="400161" y="267059"/>
                    <a:pt x="397370" y="265694"/>
                    <a:pt x="394926" y="263827"/>
                  </a:cubicBezTo>
                  <a:cubicBezTo>
                    <a:pt x="392873" y="261863"/>
                    <a:pt x="392517" y="259007"/>
                    <a:pt x="390464" y="255437"/>
                  </a:cubicBezTo>
                  <a:cubicBezTo>
                    <a:pt x="387608" y="250350"/>
                    <a:pt x="378058" y="245441"/>
                    <a:pt x="377880" y="242585"/>
                  </a:cubicBezTo>
                  <a:cubicBezTo>
                    <a:pt x="377701" y="239729"/>
                    <a:pt x="385019" y="239283"/>
                    <a:pt x="385912" y="239283"/>
                  </a:cubicBezTo>
                  <a:cubicBezTo>
                    <a:pt x="391981" y="239104"/>
                    <a:pt x="396086" y="243388"/>
                    <a:pt x="397781" y="243388"/>
                  </a:cubicBezTo>
                  <a:cubicBezTo>
                    <a:pt x="403850" y="243388"/>
                    <a:pt x="406795" y="241157"/>
                    <a:pt x="407331" y="232232"/>
                  </a:cubicBezTo>
                  <a:cubicBezTo>
                    <a:pt x="407331" y="230447"/>
                    <a:pt x="407331" y="226252"/>
                    <a:pt x="407331" y="224467"/>
                  </a:cubicBezTo>
                  <a:cubicBezTo>
                    <a:pt x="406969" y="220937"/>
                    <a:pt x="406969" y="217378"/>
                    <a:pt x="407331" y="213847"/>
                  </a:cubicBezTo>
                  <a:cubicBezTo>
                    <a:pt x="407502" y="209078"/>
                    <a:pt x="408069" y="204331"/>
                    <a:pt x="409027" y="199657"/>
                  </a:cubicBezTo>
                  <a:cubicBezTo>
                    <a:pt x="409027" y="198229"/>
                    <a:pt x="407688" y="194837"/>
                    <a:pt x="406439" y="194837"/>
                  </a:cubicBezTo>
                  <a:cubicBezTo>
                    <a:pt x="403493" y="195551"/>
                    <a:pt x="400548" y="192695"/>
                    <a:pt x="398763" y="192695"/>
                  </a:cubicBezTo>
                  <a:cubicBezTo>
                    <a:pt x="396978" y="192695"/>
                    <a:pt x="394480" y="193766"/>
                    <a:pt x="392695" y="193766"/>
                  </a:cubicBezTo>
                  <a:cubicBezTo>
                    <a:pt x="389429" y="193835"/>
                    <a:pt x="386166" y="193536"/>
                    <a:pt x="382967" y="192874"/>
                  </a:cubicBezTo>
                  <a:cubicBezTo>
                    <a:pt x="381611" y="192074"/>
                    <a:pt x="380427" y="191012"/>
                    <a:pt x="379486" y="189750"/>
                  </a:cubicBezTo>
                  <a:cubicBezTo>
                    <a:pt x="378551" y="187456"/>
                    <a:pt x="377891" y="185059"/>
                    <a:pt x="377522" y="182610"/>
                  </a:cubicBezTo>
                  <a:cubicBezTo>
                    <a:pt x="377076" y="181985"/>
                    <a:pt x="376541" y="178772"/>
                    <a:pt x="375827" y="178772"/>
                  </a:cubicBezTo>
                  <a:cubicBezTo>
                    <a:pt x="375648" y="176720"/>
                    <a:pt x="374934" y="173328"/>
                    <a:pt x="374934" y="171275"/>
                  </a:cubicBezTo>
                  <a:cubicBezTo>
                    <a:pt x="374934" y="169223"/>
                    <a:pt x="373149" y="165474"/>
                    <a:pt x="372524" y="160298"/>
                  </a:cubicBezTo>
                  <a:cubicBezTo>
                    <a:pt x="371900" y="155121"/>
                    <a:pt x="370204" y="151819"/>
                    <a:pt x="370204" y="146196"/>
                  </a:cubicBezTo>
                  <a:cubicBezTo>
                    <a:pt x="369490" y="137718"/>
                    <a:pt x="369490" y="133613"/>
                    <a:pt x="369490" y="131917"/>
                  </a:cubicBezTo>
                  <a:cubicBezTo>
                    <a:pt x="370025" y="121832"/>
                    <a:pt x="376005" y="119601"/>
                    <a:pt x="378415" y="115763"/>
                  </a:cubicBezTo>
                  <a:cubicBezTo>
                    <a:pt x="381003" y="114335"/>
                    <a:pt x="383502" y="111747"/>
                    <a:pt x="386626" y="112104"/>
                  </a:cubicBezTo>
                  <a:cubicBezTo>
                    <a:pt x="389750" y="112461"/>
                    <a:pt x="390642" y="113621"/>
                    <a:pt x="393944" y="115941"/>
                  </a:cubicBezTo>
                  <a:cubicBezTo>
                    <a:pt x="395190" y="117422"/>
                    <a:pt x="396352" y="118971"/>
                    <a:pt x="397424" y="120582"/>
                  </a:cubicBezTo>
                  <a:cubicBezTo>
                    <a:pt x="402743" y="120193"/>
                    <a:pt x="407916" y="118672"/>
                    <a:pt x="412597" y="116120"/>
                  </a:cubicBezTo>
                  <a:cubicBezTo>
                    <a:pt x="414917" y="114870"/>
                    <a:pt x="419915" y="114870"/>
                    <a:pt x="423842" y="113085"/>
                  </a:cubicBezTo>
                  <a:cubicBezTo>
                    <a:pt x="426420" y="111705"/>
                    <a:pt x="429187" y="110712"/>
                    <a:pt x="432053" y="110140"/>
                  </a:cubicBezTo>
                  <a:cubicBezTo>
                    <a:pt x="433838" y="110140"/>
                    <a:pt x="434374" y="109426"/>
                    <a:pt x="438479" y="108266"/>
                  </a:cubicBezTo>
                  <a:cubicBezTo>
                    <a:pt x="441676" y="107782"/>
                    <a:pt x="444724" y="106593"/>
                    <a:pt x="447404" y="104785"/>
                  </a:cubicBezTo>
                  <a:cubicBezTo>
                    <a:pt x="449279" y="103446"/>
                    <a:pt x="450974" y="102375"/>
                    <a:pt x="452492" y="101483"/>
                  </a:cubicBezTo>
                  <a:cubicBezTo>
                    <a:pt x="453922" y="100605"/>
                    <a:pt x="455413" y="99830"/>
                    <a:pt x="456953" y="99162"/>
                  </a:cubicBezTo>
                  <a:cubicBezTo>
                    <a:pt x="458322" y="97883"/>
                    <a:pt x="460179" y="97264"/>
                    <a:pt x="462041" y="97466"/>
                  </a:cubicBezTo>
                  <a:close/>
                  <a:moveTo>
                    <a:pt x="754508" y="82830"/>
                  </a:moveTo>
                  <a:cubicBezTo>
                    <a:pt x="752366" y="84972"/>
                    <a:pt x="745583" y="82830"/>
                    <a:pt x="745583" y="88988"/>
                  </a:cubicBezTo>
                  <a:cubicBezTo>
                    <a:pt x="745672" y="92023"/>
                    <a:pt x="744423" y="96039"/>
                    <a:pt x="746565" y="97913"/>
                  </a:cubicBezTo>
                  <a:cubicBezTo>
                    <a:pt x="746565" y="97913"/>
                    <a:pt x="748261" y="101929"/>
                    <a:pt x="750402" y="100234"/>
                  </a:cubicBezTo>
                  <a:cubicBezTo>
                    <a:pt x="754687" y="97021"/>
                    <a:pt x="760042" y="95682"/>
                    <a:pt x="760577" y="90595"/>
                  </a:cubicBezTo>
                  <a:lnTo>
                    <a:pt x="761023" y="90327"/>
                  </a:lnTo>
                  <a:cubicBezTo>
                    <a:pt x="761827" y="83454"/>
                    <a:pt x="760131" y="81491"/>
                    <a:pt x="754508" y="82830"/>
                  </a:cubicBezTo>
                  <a:close/>
                  <a:moveTo>
                    <a:pt x="802702" y="69710"/>
                  </a:moveTo>
                  <a:cubicBezTo>
                    <a:pt x="795117" y="72120"/>
                    <a:pt x="782890" y="71763"/>
                    <a:pt x="782265" y="77742"/>
                  </a:cubicBezTo>
                  <a:cubicBezTo>
                    <a:pt x="781997" y="80866"/>
                    <a:pt x="781997" y="86221"/>
                    <a:pt x="785210" y="87381"/>
                  </a:cubicBezTo>
                  <a:cubicBezTo>
                    <a:pt x="788796" y="88283"/>
                    <a:pt x="792522" y="88495"/>
                    <a:pt x="796188" y="88006"/>
                  </a:cubicBezTo>
                  <a:cubicBezTo>
                    <a:pt x="799655" y="85373"/>
                    <a:pt x="802214" y="81722"/>
                    <a:pt x="803505" y="77564"/>
                  </a:cubicBezTo>
                  <a:cubicBezTo>
                    <a:pt x="803505" y="75690"/>
                    <a:pt x="803595" y="70513"/>
                    <a:pt x="802702" y="69710"/>
                  </a:cubicBezTo>
                  <a:close/>
                  <a:moveTo>
                    <a:pt x="1094368" y="67658"/>
                  </a:moveTo>
                  <a:cubicBezTo>
                    <a:pt x="1096701" y="68098"/>
                    <a:pt x="1098813" y="69326"/>
                    <a:pt x="1100348" y="71139"/>
                  </a:cubicBezTo>
                  <a:cubicBezTo>
                    <a:pt x="1103472" y="74441"/>
                    <a:pt x="1106863" y="76047"/>
                    <a:pt x="1109273" y="79438"/>
                  </a:cubicBezTo>
                  <a:cubicBezTo>
                    <a:pt x="1110654" y="81991"/>
                    <a:pt x="1111561" y="84773"/>
                    <a:pt x="1111950" y="87649"/>
                  </a:cubicBezTo>
                  <a:cubicBezTo>
                    <a:pt x="1112486" y="89613"/>
                    <a:pt x="1115430" y="92022"/>
                    <a:pt x="1115430" y="93093"/>
                  </a:cubicBezTo>
                  <a:cubicBezTo>
                    <a:pt x="1114806" y="100769"/>
                    <a:pt x="1109184" y="100590"/>
                    <a:pt x="1101597" y="105945"/>
                  </a:cubicBezTo>
                  <a:cubicBezTo>
                    <a:pt x="1097439" y="108210"/>
                    <a:pt x="1093745" y="111237"/>
                    <a:pt x="1090709" y="114870"/>
                  </a:cubicBezTo>
                  <a:cubicBezTo>
                    <a:pt x="1088320" y="117292"/>
                    <a:pt x="1085466" y="119205"/>
                    <a:pt x="1082319" y="120493"/>
                  </a:cubicBezTo>
                  <a:cubicBezTo>
                    <a:pt x="1073840" y="124152"/>
                    <a:pt x="1066254" y="123795"/>
                    <a:pt x="1065630" y="132185"/>
                  </a:cubicBezTo>
                  <a:cubicBezTo>
                    <a:pt x="1065005" y="140574"/>
                    <a:pt x="1069646" y="137183"/>
                    <a:pt x="1069646" y="146108"/>
                  </a:cubicBezTo>
                  <a:cubicBezTo>
                    <a:pt x="1069247" y="148439"/>
                    <a:pt x="1068299" y="150641"/>
                    <a:pt x="1066879" y="152533"/>
                  </a:cubicBezTo>
                  <a:cubicBezTo>
                    <a:pt x="1065557" y="154226"/>
                    <a:pt x="1064779" y="156280"/>
                    <a:pt x="1064648" y="158423"/>
                  </a:cubicBezTo>
                  <a:cubicBezTo>
                    <a:pt x="1064626" y="160617"/>
                    <a:pt x="1064041" y="162767"/>
                    <a:pt x="1062952" y="164671"/>
                  </a:cubicBezTo>
                  <a:cubicBezTo>
                    <a:pt x="1061975" y="166727"/>
                    <a:pt x="1061574" y="169010"/>
                    <a:pt x="1061792" y="171275"/>
                  </a:cubicBezTo>
                  <a:cubicBezTo>
                    <a:pt x="1061613" y="179486"/>
                    <a:pt x="1060275" y="186359"/>
                    <a:pt x="1062684" y="188411"/>
                  </a:cubicBezTo>
                  <a:cubicBezTo>
                    <a:pt x="1072955" y="187582"/>
                    <a:pt x="1083266" y="187344"/>
                    <a:pt x="1093565" y="187697"/>
                  </a:cubicBezTo>
                  <a:cubicBezTo>
                    <a:pt x="1097313" y="187697"/>
                    <a:pt x="1098831" y="185198"/>
                    <a:pt x="1101598" y="184574"/>
                  </a:cubicBezTo>
                  <a:cubicBezTo>
                    <a:pt x="1104116" y="184016"/>
                    <a:pt x="1106692" y="183746"/>
                    <a:pt x="1109273" y="183770"/>
                  </a:cubicBezTo>
                  <a:cubicBezTo>
                    <a:pt x="1112131" y="184257"/>
                    <a:pt x="1114940" y="185004"/>
                    <a:pt x="1117662" y="186002"/>
                  </a:cubicBezTo>
                  <a:cubicBezTo>
                    <a:pt x="1120517" y="187296"/>
                    <a:pt x="1123262" y="188819"/>
                    <a:pt x="1125872" y="190553"/>
                  </a:cubicBezTo>
                  <a:cubicBezTo>
                    <a:pt x="1128907" y="192695"/>
                    <a:pt x="1134351" y="193856"/>
                    <a:pt x="1136582" y="199478"/>
                  </a:cubicBezTo>
                  <a:cubicBezTo>
                    <a:pt x="1137264" y="201857"/>
                    <a:pt x="1137595" y="204322"/>
                    <a:pt x="1137564" y="206797"/>
                  </a:cubicBezTo>
                  <a:lnTo>
                    <a:pt x="1136046" y="206975"/>
                  </a:lnTo>
                  <a:cubicBezTo>
                    <a:pt x="1136051" y="207971"/>
                    <a:pt x="1136434" y="208928"/>
                    <a:pt x="1137117" y="209653"/>
                  </a:cubicBezTo>
                  <a:cubicBezTo>
                    <a:pt x="1137779" y="210848"/>
                    <a:pt x="1138030" y="212228"/>
                    <a:pt x="1137832" y="213580"/>
                  </a:cubicBezTo>
                  <a:cubicBezTo>
                    <a:pt x="1137415" y="215863"/>
                    <a:pt x="1136502" y="218026"/>
                    <a:pt x="1135154" y="219917"/>
                  </a:cubicBezTo>
                  <a:cubicBezTo>
                    <a:pt x="1133726" y="222148"/>
                    <a:pt x="1131941" y="225360"/>
                    <a:pt x="1129799" y="225360"/>
                  </a:cubicBezTo>
                  <a:cubicBezTo>
                    <a:pt x="1124087" y="225538"/>
                    <a:pt x="1121231" y="226074"/>
                    <a:pt x="1119357" y="225985"/>
                  </a:cubicBezTo>
                  <a:cubicBezTo>
                    <a:pt x="1117483" y="225895"/>
                    <a:pt x="1111950" y="224021"/>
                    <a:pt x="1108023" y="224021"/>
                  </a:cubicBezTo>
                  <a:cubicBezTo>
                    <a:pt x="1104096" y="224021"/>
                    <a:pt x="1101330" y="225092"/>
                    <a:pt x="1096421" y="225003"/>
                  </a:cubicBezTo>
                  <a:cubicBezTo>
                    <a:pt x="1091512" y="224914"/>
                    <a:pt x="1082677" y="224021"/>
                    <a:pt x="1077232" y="223397"/>
                  </a:cubicBezTo>
                  <a:cubicBezTo>
                    <a:pt x="1073752" y="222951"/>
                    <a:pt x="1062863" y="223843"/>
                    <a:pt x="1059382" y="223397"/>
                  </a:cubicBezTo>
                  <a:cubicBezTo>
                    <a:pt x="1053395" y="222836"/>
                    <a:pt x="1047355" y="223319"/>
                    <a:pt x="1041532" y="224824"/>
                  </a:cubicBezTo>
                  <a:lnTo>
                    <a:pt x="1024486" y="227234"/>
                  </a:lnTo>
                  <a:cubicBezTo>
                    <a:pt x="1018418" y="228127"/>
                    <a:pt x="1010564" y="226788"/>
                    <a:pt x="1005119" y="226788"/>
                  </a:cubicBezTo>
                  <a:cubicBezTo>
                    <a:pt x="993442" y="227877"/>
                    <a:pt x="981920" y="230241"/>
                    <a:pt x="970758" y="233839"/>
                  </a:cubicBezTo>
                  <a:cubicBezTo>
                    <a:pt x="956567" y="238747"/>
                    <a:pt x="931757" y="250261"/>
                    <a:pt x="928633" y="249904"/>
                  </a:cubicBezTo>
                  <a:cubicBezTo>
                    <a:pt x="925509" y="249547"/>
                    <a:pt x="918905" y="240711"/>
                    <a:pt x="912568" y="234731"/>
                  </a:cubicBezTo>
                  <a:cubicBezTo>
                    <a:pt x="912032" y="231781"/>
                    <a:pt x="912032" y="228757"/>
                    <a:pt x="912568" y="225806"/>
                  </a:cubicBezTo>
                  <a:cubicBezTo>
                    <a:pt x="913155" y="222152"/>
                    <a:pt x="912819" y="218408"/>
                    <a:pt x="911586" y="214919"/>
                  </a:cubicBezTo>
                  <a:cubicBezTo>
                    <a:pt x="913996" y="210724"/>
                    <a:pt x="928008" y="205547"/>
                    <a:pt x="929436" y="205190"/>
                  </a:cubicBezTo>
                  <a:cubicBezTo>
                    <a:pt x="930864" y="204833"/>
                    <a:pt x="936398" y="206975"/>
                    <a:pt x="939789" y="206172"/>
                  </a:cubicBezTo>
                  <a:cubicBezTo>
                    <a:pt x="941574" y="205726"/>
                    <a:pt x="954247" y="200549"/>
                    <a:pt x="961208" y="198050"/>
                  </a:cubicBezTo>
                  <a:cubicBezTo>
                    <a:pt x="963975" y="197158"/>
                    <a:pt x="967991" y="196979"/>
                    <a:pt x="970133" y="196355"/>
                  </a:cubicBezTo>
                  <a:cubicBezTo>
                    <a:pt x="976737" y="194302"/>
                    <a:pt x="986466" y="189393"/>
                    <a:pt x="993606" y="186537"/>
                  </a:cubicBezTo>
                  <a:cubicBezTo>
                    <a:pt x="1008868" y="180468"/>
                    <a:pt x="1009671" y="162083"/>
                    <a:pt x="1011991" y="155121"/>
                  </a:cubicBezTo>
                  <a:cubicBezTo>
                    <a:pt x="1013215" y="151744"/>
                    <a:pt x="1013849" y="148182"/>
                    <a:pt x="1013866" y="144591"/>
                  </a:cubicBezTo>
                  <a:cubicBezTo>
                    <a:pt x="1013955" y="141110"/>
                    <a:pt x="1013687" y="136915"/>
                    <a:pt x="1011991" y="136290"/>
                  </a:cubicBezTo>
                  <a:cubicBezTo>
                    <a:pt x="1008985" y="136545"/>
                    <a:pt x="1006001" y="137023"/>
                    <a:pt x="1003066" y="137718"/>
                  </a:cubicBezTo>
                  <a:cubicBezTo>
                    <a:pt x="999308" y="139010"/>
                    <a:pt x="995274" y="139287"/>
                    <a:pt x="991375" y="138522"/>
                  </a:cubicBezTo>
                  <a:cubicBezTo>
                    <a:pt x="987805" y="136826"/>
                    <a:pt x="988340" y="132631"/>
                    <a:pt x="987805" y="127901"/>
                  </a:cubicBezTo>
                  <a:cubicBezTo>
                    <a:pt x="986663" y="123101"/>
                    <a:pt x="984259" y="118696"/>
                    <a:pt x="980843" y="115138"/>
                  </a:cubicBezTo>
                  <a:cubicBezTo>
                    <a:pt x="979504" y="111888"/>
                    <a:pt x="978895" y="108385"/>
                    <a:pt x="979058" y="104874"/>
                  </a:cubicBezTo>
                  <a:cubicBezTo>
                    <a:pt x="979147" y="103000"/>
                    <a:pt x="978166" y="96842"/>
                    <a:pt x="978166" y="94968"/>
                  </a:cubicBezTo>
                  <a:cubicBezTo>
                    <a:pt x="978166" y="90059"/>
                    <a:pt x="982807" y="89702"/>
                    <a:pt x="987091" y="87560"/>
                  </a:cubicBezTo>
                  <a:cubicBezTo>
                    <a:pt x="992398" y="88487"/>
                    <a:pt x="997644" y="89739"/>
                    <a:pt x="1002799" y="91308"/>
                  </a:cubicBezTo>
                  <a:cubicBezTo>
                    <a:pt x="1015402" y="89943"/>
                    <a:pt x="1027918" y="87857"/>
                    <a:pt x="1040283" y="85061"/>
                  </a:cubicBezTo>
                  <a:cubicBezTo>
                    <a:pt x="1043050" y="84436"/>
                    <a:pt x="1046084" y="83454"/>
                    <a:pt x="1046798" y="83276"/>
                  </a:cubicBezTo>
                  <a:cubicBezTo>
                    <a:pt x="1047512" y="83097"/>
                    <a:pt x="1050100" y="81937"/>
                    <a:pt x="1051439" y="81491"/>
                  </a:cubicBezTo>
                  <a:cubicBezTo>
                    <a:pt x="1061232" y="78619"/>
                    <a:pt x="1070665" y="74636"/>
                    <a:pt x="1079553" y="69622"/>
                  </a:cubicBezTo>
                  <a:cubicBezTo>
                    <a:pt x="1082103" y="68745"/>
                    <a:pt x="1084808" y="68410"/>
                    <a:pt x="1087496" y="68640"/>
                  </a:cubicBezTo>
                  <a:cubicBezTo>
                    <a:pt x="1089804" y="68442"/>
                    <a:pt x="1092097" y="68114"/>
                    <a:pt x="1094368" y="67658"/>
                  </a:cubicBezTo>
                  <a:close/>
                  <a:moveTo>
                    <a:pt x="699531" y="57304"/>
                  </a:moveTo>
                  <a:cubicBezTo>
                    <a:pt x="703905" y="54716"/>
                    <a:pt x="706136" y="64355"/>
                    <a:pt x="707564" y="67836"/>
                  </a:cubicBezTo>
                  <a:cubicBezTo>
                    <a:pt x="708367" y="69531"/>
                    <a:pt x="705958" y="76136"/>
                    <a:pt x="705689" y="78456"/>
                  </a:cubicBezTo>
                  <a:cubicBezTo>
                    <a:pt x="705422" y="80777"/>
                    <a:pt x="702030" y="83633"/>
                    <a:pt x="702030" y="90594"/>
                  </a:cubicBezTo>
                  <a:cubicBezTo>
                    <a:pt x="702120" y="93718"/>
                    <a:pt x="699264" y="96039"/>
                    <a:pt x="695426" y="99519"/>
                  </a:cubicBezTo>
                  <a:cubicBezTo>
                    <a:pt x="691500" y="103315"/>
                    <a:pt x="687834" y="107371"/>
                    <a:pt x="684449" y="111656"/>
                  </a:cubicBezTo>
                  <a:cubicBezTo>
                    <a:pt x="682660" y="115916"/>
                    <a:pt x="682254" y="120631"/>
                    <a:pt x="683288" y="125133"/>
                  </a:cubicBezTo>
                  <a:cubicBezTo>
                    <a:pt x="683288" y="126650"/>
                    <a:pt x="681414" y="131470"/>
                    <a:pt x="684091" y="134058"/>
                  </a:cubicBezTo>
                  <a:cubicBezTo>
                    <a:pt x="686769" y="136647"/>
                    <a:pt x="689714" y="133880"/>
                    <a:pt x="691231" y="134058"/>
                  </a:cubicBezTo>
                  <a:cubicBezTo>
                    <a:pt x="692749" y="134237"/>
                    <a:pt x="691767" y="137271"/>
                    <a:pt x="693552" y="140573"/>
                  </a:cubicBezTo>
                  <a:cubicBezTo>
                    <a:pt x="696854" y="146910"/>
                    <a:pt x="697925" y="147892"/>
                    <a:pt x="697925" y="151016"/>
                  </a:cubicBezTo>
                  <a:cubicBezTo>
                    <a:pt x="697835" y="152801"/>
                    <a:pt x="697835" y="154318"/>
                    <a:pt x="696408" y="155210"/>
                  </a:cubicBezTo>
                  <a:cubicBezTo>
                    <a:pt x="688142" y="160192"/>
                    <a:pt x="681098" y="166962"/>
                    <a:pt x="675791" y="175023"/>
                  </a:cubicBezTo>
                  <a:cubicBezTo>
                    <a:pt x="675205" y="177764"/>
                    <a:pt x="675551" y="180623"/>
                    <a:pt x="676773" y="183145"/>
                  </a:cubicBezTo>
                  <a:cubicBezTo>
                    <a:pt x="678468" y="183145"/>
                    <a:pt x="682752" y="183145"/>
                    <a:pt x="684627" y="183145"/>
                  </a:cubicBezTo>
                  <a:lnTo>
                    <a:pt x="684359" y="183680"/>
                  </a:lnTo>
                  <a:cubicBezTo>
                    <a:pt x="687161" y="184454"/>
                    <a:pt x="689654" y="186075"/>
                    <a:pt x="691499" y="188321"/>
                  </a:cubicBezTo>
                  <a:cubicBezTo>
                    <a:pt x="692783" y="190686"/>
                    <a:pt x="693515" y="193310"/>
                    <a:pt x="693641" y="195997"/>
                  </a:cubicBezTo>
                  <a:cubicBezTo>
                    <a:pt x="692302" y="207332"/>
                    <a:pt x="682485" y="214382"/>
                    <a:pt x="673560" y="220094"/>
                  </a:cubicBezTo>
                  <a:cubicBezTo>
                    <a:pt x="664636" y="225806"/>
                    <a:pt x="648481" y="232054"/>
                    <a:pt x="640806" y="236426"/>
                  </a:cubicBezTo>
                  <a:cubicBezTo>
                    <a:pt x="634469" y="240085"/>
                    <a:pt x="628490" y="249189"/>
                    <a:pt x="624830" y="250706"/>
                  </a:cubicBezTo>
                  <a:cubicBezTo>
                    <a:pt x="624830" y="250706"/>
                    <a:pt x="620457" y="252134"/>
                    <a:pt x="618494" y="250706"/>
                  </a:cubicBezTo>
                  <a:cubicBezTo>
                    <a:pt x="615585" y="249656"/>
                    <a:pt x="612601" y="248820"/>
                    <a:pt x="609569" y="248207"/>
                  </a:cubicBezTo>
                  <a:cubicBezTo>
                    <a:pt x="606535" y="247225"/>
                    <a:pt x="607963" y="242941"/>
                    <a:pt x="605732" y="240353"/>
                  </a:cubicBezTo>
                  <a:cubicBezTo>
                    <a:pt x="603399" y="238081"/>
                    <a:pt x="601521" y="235385"/>
                    <a:pt x="600198" y="232411"/>
                  </a:cubicBezTo>
                  <a:cubicBezTo>
                    <a:pt x="598334" y="227827"/>
                    <a:pt x="597481" y="222895"/>
                    <a:pt x="597699" y="217952"/>
                  </a:cubicBezTo>
                  <a:cubicBezTo>
                    <a:pt x="600361" y="211650"/>
                    <a:pt x="605490" y="206714"/>
                    <a:pt x="611889" y="204297"/>
                  </a:cubicBezTo>
                  <a:cubicBezTo>
                    <a:pt x="614707" y="202459"/>
                    <a:pt x="617419" y="200462"/>
                    <a:pt x="620011" y="198317"/>
                  </a:cubicBezTo>
                  <a:cubicBezTo>
                    <a:pt x="622492" y="196941"/>
                    <a:pt x="624512" y="194860"/>
                    <a:pt x="625812" y="192337"/>
                  </a:cubicBezTo>
                  <a:cubicBezTo>
                    <a:pt x="626587" y="190485"/>
                    <a:pt x="627099" y="188532"/>
                    <a:pt x="627329" y="186536"/>
                  </a:cubicBezTo>
                  <a:cubicBezTo>
                    <a:pt x="627508" y="183502"/>
                    <a:pt x="629025" y="181271"/>
                    <a:pt x="629024" y="179039"/>
                  </a:cubicBezTo>
                  <a:cubicBezTo>
                    <a:pt x="628779" y="176816"/>
                    <a:pt x="627843" y="174725"/>
                    <a:pt x="626347" y="173060"/>
                  </a:cubicBezTo>
                  <a:cubicBezTo>
                    <a:pt x="624905" y="171595"/>
                    <a:pt x="623807" y="169826"/>
                    <a:pt x="623134" y="167884"/>
                  </a:cubicBezTo>
                  <a:cubicBezTo>
                    <a:pt x="623134" y="167795"/>
                    <a:pt x="616709" y="160387"/>
                    <a:pt x="616708" y="156728"/>
                  </a:cubicBezTo>
                  <a:cubicBezTo>
                    <a:pt x="616921" y="151088"/>
                    <a:pt x="621344" y="146513"/>
                    <a:pt x="626972" y="146107"/>
                  </a:cubicBezTo>
                  <a:cubicBezTo>
                    <a:pt x="628757" y="145393"/>
                    <a:pt x="632059" y="146107"/>
                    <a:pt x="633844" y="146107"/>
                  </a:cubicBezTo>
                  <a:cubicBezTo>
                    <a:pt x="638128" y="145750"/>
                    <a:pt x="641163" y="141644"/>
                    <a:pt x="643484" y="138164"/>
                  </a:cubicBezTo>
                  <a:cubicBezTo>
                    <a:pt x="644724" y="133376"/>
                    <a:pt x="645441" y="128469"/>
                    <a:pt x="645625" y="123527"/>
                  </a:cubicBezTo>
                  <a:cubicBezTo>
                    <a:pt x="647053" y="118529"/>
                    <a:pt x="641074" y="117725"/>
                    <a:pt x="638128" y="116565"/>
                  </a:cubicBezTo>
                  <a:cubicBezTo>
                    <a:pt x="635296" y="115136"/>
                    <a:pt x="632298" y="114057"/>
                    <a:pt x="629203" y="113352"/>
                  </a:cubicBezTo>
                  <a:cubicBezTo>
                    <a:pt x="626794" y="113174"/>
                    <a:pt x="624741" y="110318"/>
                    <a:pt x="623581" y="107195"/>
                  </a:cubicBezTo>
                  <a:cubicBezTo>
                    <a:pt x="622421" y="104071"/>
                    <a:pt x="621438" y="105053"/>
                    <a:pt x="618940" y="104071"/>
                  </a:cubicBezTo>
                  <a:cubicBezTo>
                    <a:pt x="616440" y="103089"/>
                    <a:pt x="616440" y="94611"/>
                    <a:pt x="616440" y="93629"/>
                  </a:cubicBezTo>
                  <a:cubicBezTo>
                    <a:pt x="616440" y="92647"/>
                    <a:pt x="619029" y="91576"/>
                    <a:pt x="621260" y="90594"/>
                  </a:cubicBezTo>
                  <a:cubicBezTo>
                    <a:pt x="623492" y="89613"/>
                    <a:pt x="623492" y="88006"/>
                    <a:pt x="624919" y="84972"/>
                  </a:cubicBezTo>
                  <a:cubicBezTo>
                    <a:pt x="626348" y="81937"/>
                    <a:pt x="629650" y="81223"/>
                    <a:pt x="632684" y="80420"/>
                  </a:cubicBezTo>
                  <a:cubicBezTo>
                    <a:pt x="636094" y="80219"/>
                    <a:pt x="639491" y="79831"/>
                    <a:pt x="642859" y="79260"/>
                  </a:cubicBezTo>
                  <a:cubicBezTo>
                    <a:pt x="657138" y="73459"/>
                    <a:pt x="673292" y="57483"/>
                    <a:pt x="686947" y="58197"/>
                  </a:cubicBezTo>
                  <a:cubicBezTo>
                    <a:pt x="693908" y="58643"/>
                    <a:pt x="696764" y="58822"/>
                    <a:pt x="699531" y="57304"/>
                  </a:cubicBezTo>
                  <a:close/>
                  <a:moveTo>
                    <a:pt x="1315527" y="56948"/>
                  </a:moveTo>
                  <a:cubicBezTo>
                    <a:pt x="1318829" y="57483"/>
                    <a:pt x="1327665" y="55966"/>
                    <a:pt x="1328468" y="57483"/>
                  </a:cubicBezTo>
                  <a:cubicBezTo>
                    <a:pt x="1331034" y="61243"/>
                    <a:pt x="1334628" y="64186"/>
                    <a:pt x="1338821" y="65962"/>
                  </a:cubicBezTo>
                  <a:cubicBezTo>
                    <a:pt x="1342302" y="67747"/>
                    <a:pt x="1340785" y="70157"/>
                    <a:pt x="1341231" y="73280"/>
                  </a:cubicBezTo>
                  <a:cubicBezTo>
                    <a:pt x="1341677" y="76403"/>
                    <a:pt x="1343641" y="77653"/>
                    <a:pt x="1342659" y="80330"/>
                  </a:cubicBezTo>
                  <a:cubicBezTo>
                    <a:pt x="1341677" y="83008"/>
                    <a:pt x="1339268" y="87738"/>
                    <a:pt x="1337215" y="93450"/>
                  </a:cubicBezTo>
                  <a:cubicBezTo>
                    <a:pt x="1337215" y="94699"/>
                    <a:pt x="1335608" y="101125"/>
                    <a:pt x="1337215" y="101125"/>
                  </a:cubicBezTo>
                  <a:cubicBezTo>
                    <a:pt x="1339066" y="101238"/>
                    <a:pt x="1340907" y="100769"/>
                    <a:pt x="1342481" y="99787"/>
                  </a:cubicBezTo>
                  <a:cubicBezTo>
                    <a:pt x="1343284" y="99430"/>
                    <a:pt x="1346854" y="97645"/>
                    <a:pt x="1349085" y="96841"/>
                  </a:cubicBezTo>
                  <a:cubicBezTo>
                    <a:pt x="1351765" y="96244"/>
                    <a:pt x="1354370" y="95347"/>
                    <a:pt x="1356849" y="94164"/>
                  </a:cubicBezTo>
                  <a:cubicBezTo>
                    <a:pt x="1359884" y="92022"/>
                    <a:pt x="1363899" y="87738"/>
                    <a:pt x="1365774" y="87738"/>
                  </a:cubicBezTo>
                  <a:cubicBezTo>
                    <a:pt x="1365774" y="87738"/>
                    <a:pt x="1377644" y="84257"/>
                    <a:pt x="1379697" y="87738"/>
                  </a:cubicBezTo>
                  <a:cubicBezTo>
                    <a:pt x="1381749" y="91219"/>
                    <a:pt x="1386747" y="90862"/>
                    <a:pt x="1391835" y="91665"/>
                  </a:cubicBezTo>
                  <a:cubicBezTo>
                    <a:pt x="1396922" y="92468"/>
                    <a:pt x="1400224" y="100679"/>
                    <a:pt x="1400224" y="107641"/>
                  </a:cubicBezTo>
                  <a:cubicBezTo>
                    <a:pt x="1400313" y="110497"/>
                    <a:pt x="1400135" y="111657"/>
                    <a:pt x="1397011" y="111657"/>
                  </a:cubicBezTo>
                  <a:cubicBezTo>
                    <a:pt x="1395316" y="111746"/>
                    <a:pt x="1393441" y="114602"/>
                    <a:pt x="1390318" y="116655"/>
                  </a:cubicBezTo>
                  <a:cubicBezTo>
                    <a:pt x="1385448" y="119456"/>
                    <a:pt x="1380266" y="121672"/>
                    <a:pt x="1374877" y="123259"/>
                  </a:cubicBezTo>
                  <a:cubicBezTo>
                    <a:pt x="1372162" y="125072"/>
                    <a:pt x="1369137" y="126372"/>
                    <a:pt x="1365952" y="127097"/>
                  </a:cubicBezTo>
                  <a:cubicBezTo>
                    <a:pt x="1362025" y="127633"/>
                    <a:pt x="1358545" y="127811"/>
                    <a:pt x="1355600" y="128436"/>
                  </a:cubicBezTo>
                  <a:cubicBezTo>
                    <a:pt x="1350073" y="129792"/>
                    <a:pt x="1344737" y="131830"/>
                    <a:pt x="1339714" y="134505"/>
                  </a:cubicBezTo>
                  <a:cubicBezTo>
                    <a:pt x="1337572" y="136775"/>
                    <a:pt x="1335795" y="139365"/>
                    <a:pt x="1334448" y="142180"/>
                  </a:cubicBezTo>
                  <a:cubicBezTo>
                    <a:pt x="1333207" y="146359"/>
                    <a:pt x="1333894" y="150875"/>
                    <a:pt x="1336322" y="154496"/>
                  </a:cubicBezTo>
                  <a:cubicBezTo>
                    <a:pt x="1343755" y="164620"/>
                    <a:pt x="1352590" y="173635"/>
                    <a:pt x="1362561" y="181271"/>
                  </a:cubicBezTo>
                  <a:cubicBezTo>
                    <a:pt x="1367291" y="185287"/>
                    <a:pt x="1373985" y="199121"/>
                    <a:pt x="1381928" y="203137"/>
                  </a:cubicBezTo>
                  <a:cubicBezTo>
                    <a:pt x="1389014" y="206991"/>
                    <a:pt x="1395684" y="211568"/>
                    <a:pt x="1401831" y="216791"/>
                  </a:cubicBezTo>
                  <a:cubicBezTo>
                    <a:pt x="1405455" y="218711"/>
                    <a:pt x="1409288" y="220210"/>
                    <a:pt x="1413255" y="221254"/>
                  </a:cubicBezTo>
                  <a:cubicBezTo>
                    <a:pt x="1416825" y="222771"/>
                    <a:pt x="1419948" y="226073"/>
                    <a:pt x="1422179" y="226877"/>
                  </a:cubicBezTo>
                  <a:cubicBezTo>
                    <a:pt x="1427980" y="228840"/>
                    <a:pt x="1432978" y="230625"/>
                    <a:pt x="1441903" y="234195"/>
                  </a:cubicBezTo>
                  <a:cubicBezTo>
                    <a:pt x="1444045" y="235088"/>
                    <a:pt x="1447615" y="235355"/>
                    <a:pt x="1448686" y="237319"/>
                  </a:cubicBezTo>
                  <a:lnTo>
                    <a:pt x="1447972" y="238211"/>
                  </a:lnTo>
                  <a:cubicBezTo>
                    <a:pt x="1448865" y="239907"/>
                    <a:pt x="1446008" y="241424"/>
                    <a:pt x="1445830" y="243388"/>
                  </a:cubicBezTo>
                  <a:cubicBezTo>
                    <a:pt x="1445652" y="245351"/>
                    <a:pt x="1446544" y="248654"/>
                    <a:pt x="1444849" y="250706"/>
                  </a:cubicBezTo>
                  <a:cubicBezTo>
                    <a:pt x="1442106" y="254223"/>
                    <a:pt x="1437969" y="256373"/>
                    <a:pt x="1433514" y="256597"/>
                  </a:cubicBezTo>
                  <a:cubicBezTo>
                    <a:pt x="1431639" y="256775"/>
                    <a:pt x="1430211" y="259453"/>
                    <a:pt x="1428873" y="260435"/>
                  </a:cubicBezTo>
                  <a:cubicBezTo>
                    <a:pt x="1427534" y="261416"/>
                    <a:pt x="1425570" y="261416"/>
                    <a:pt x="1424231" y="261416"/>
                  </a:cubicBezTo>
                  <a:cubicBezTo>
                    <a:pt x="1420742" y="261430"/>
                    <a:pt x="1417254" y="261221"/>
                    <a:pt x="1413790" y="260792"/>
                  </a:cubicBezTo>
                  <a:cubicBezTo>
                    <a:pt x="1410192" y="260988"/>
                    <a:pt x="1406588" y="260988"/>
                    <a:pt x="1402991" y="260792"/>
                  </a:cubicBezTo>
                  <a:cubicBezTo>
                    <a:pt x="1399756" y="260763"/>
                    <a:pt x="1396553" y="260158"/>
                    <a:pt x="1393530" y="259007"/>
                  </a:cubicBezTo>
                  <a:cubicBezTo>
                    <a:pt x="1387640" y="255615"/>
                    <a:pt x="1383178" y="258114"/>
                    <a:pt x="1378715" y="256954"/>
                  </a:cubicBezTo>
                  <a:cubicBezTo>
                    <a:pt x="1375212" y="256323"/>
                    <a:pt x="1372152" y="254207"/>
                    <a:pt x="1370326" y="251153"/>
                  </a:cubicBezTo>
                  <a:cubicBezTo>
                    <a:pt x="1367470" y="243209"/>
                    <a:pt x="1371307" y="240889"/>
                    <a:pt x="1357474" y="228215"/>
                  </a:cubicBezTo>
                  <a:cubicBezTo>
                    <a:pt x="1352255" y="222358"/>
                    <a:pt x="1347397" y="216188"/>
                    <a:pt x="1342927" y="209741"/>
                  </a:cubicBezTo>
                  <a:cubicBezTo>
                    <a:pt x="1340205" y="206163"/>
                    <a:pt x="1337222" y="202793"/>
                    <a:pt x="1334002" y="199656"/>
                  </a:cubicBezTo>
                  <a:cubicBezTo>
                    <a:pt x="1324898" y="192963"/>
                    <a:pt x="1316777" y="183681"/>
                    <a:pt x="1313742" y="181806"/>
                  </a:cubicBezTo>
                  <a:cubicBezTo>
                    <a:pt x="1312671" y="181182"/>
                    <a:pt x="1306602" y="195640"/>
                    <a:pt x="1299730" y="203048"/>
                  </a:cubicBezTo>
                  <a:cubicBezTo>
                    <a:pt x="1292858" y="210455"/>
                    <a:pt x="1287860" y="213935"/>
                    <a:pt x="1279470" y="222860"/>
                  </a:cubicBezTo>
                  <a:cubicBezTo>
                    <a:pt x="1273347" y="228287"/>
                    <a:pt x="1266306" y="232580"/>
                    <a:pt x="1258676" y="235534"/>
                  </a:cubicBezTo>
                  <a:cubicBezTo>
                    <a:pt x="1255195" y="237854"/>
                    <a:pt x="1247252" y="241424"/>
                    <a:pt x="1243236" y="243923"/>
                  </a:cubicBezTo>
                  <a:cubicBezTo>
                    <a:pt x="1239219" y="246422"/>
                    <a:pt x="1232169" y="246065"/>
                    <a:pt x="1229045" y="247583"/>
                  </a:cubicBezTo>
                  <a:cubicBezTo>
                    <a:pt x="1226572" y="248550"/>
                    <a:pt x="1223936" y="249034"/>
                    <a:pt x="1221280" y="249011"/>
                  </a:cubicBezTo>
                  <a:cubicBezTo>
                    <a:pt x="1219138" y="248654"/>
                    <a:pt x="1217621" y="245619"/>
                    <a:pt x="1216014" y="244459"/>
                  </a:cubicBezTo>
                  <a:cubicBezTo>
                    <a:pt x="1214408" y="243299"/>
                    <a:pt x="1214408" y="237497"/>
                    <a:pt x="1211998" y="236426"/>
                  </a:cubicBezTo>
                  <a:cubicBezTo>
                    <a:pt x="1209673" y="235855"/>
                    <a:pt x="1207403" y="235079"/>
                    <a:pt x="1205216" y="234106"/>
                  </a:cubicBezTo>
                  <a:cubicBezTo>
                    <a:pt x="1203787" y="232767"/>
                    <a:pt x="1204947" y="230536"/>
                    <a:pt x="1209589" y="229019"/>
                  </a:cubicBezTo>
                  <a:cubicBezTo>
                    <a:pt x="1213290" y="227763"/>
                    <a:pt x="1216692" y="225757"/>
                    <a:pt x="1219584" y="223128"/>
                  </a:cubicBezTo>
                  <a:cubicBezTo>
                    <a:pt x="1222038" y="221665"/>
                    <a:pt x="1224341" y="219960"/>
                    <a:pt x="1226457" y="218041"/>
                  </a:cubicBezTo>
                  <a:cubicBezTo>
                    <a:pt x="1227260" y="217059"/>
                    <a:pt x="1230116" y="216613"/>
                    <a:pt x="1231277" y="215899"/>
                  </a:cubicBezTo>
                  <a:cubicBezTo>
                    <a:pt x="1242604" y="206299"/>
                    <a:pt x="1253333" y="196016"/>
                    <a:pt x="1263406" y="185109"/>
                  </a:cubicBezTo>
                  <a:cubicBezTo>
                    <a:pt x="1269165" y="178903"/>
                    <a:pt x="1273411" y="171450"/>
                    <a:pt x="1275812" y="163332"/>
                  </a:cubicBezTo>
                  <a:cubicBezTo>
                    <a:pt x="1277331" y="160588"/>
                    <a:pt x="1278215" y="157538"/>
                    <a:pt x="1278400" y="154407"/>
                  </a:cubicBezTo>
                  <a:cubicBezTo>
                    <a:pt x="1278132" y="152979"/>
                    <a:pt x="1273848" y="154407"/>
                    <a:pt x="1271974" y="154407"/>
                  </a:cubicBezTo>
                  <a:cubicBezTo>
                    <a:pt x="1270100" y="154407"/>
                    <a:pt x="1268940" y="154317"/>
                    <a:pt x="1267065" y="154407"/>
                  </a:cubicBezTo>
                  <a:cubicBezTo>
                    <a:pt x="1265191" y="154496"/>
                    <a:pt x="1262603" y="156192"/>
                    <a:pt x="1260461" y="156192"/>
                  </a:cubicBezTo>
                  <a:cubicBezTo>
                    <a:pt x="1258409" y="156906"/>
                    <a:pt x="1256176" y="156906"/>
                    <a:pt x="1254124" y="156192"/>
                  </a:cubicBezTo>
                  <a:cubicBezTo>
                    <a:pt x="1250732" y="155121"/>
                    <a:pt x="1248947" y="152265"/>
                    <a:pt x="1244395" y="151640"/>
                  </a:cubicBezTo>
                  <a:cubicBezTo>
                    <a:pt x="1238254" y="149462"/>
                    <a:pt x="1233867" y="144005"/>
                    <a:pt x="1233060" y="137539"/>
                  </a:cubicBezTo>
                  <a:cubicBezTo>
                    <a:pt x="1232290" y="134229"/>
                    <a:pt x="1233467" y="130769"/>
                    <a:pt x="1236095" y="128614"/>
                  </a:cubicBezTo>
                  <a:cubicBezTo>
                    <a:pt x="1238416" y="126919"/>
                    <a:pt x="1239576" y="124509"/>
                    <a:pt x="1241451" y="123081"/>
                  </a:cubicBezTo>
                  <a:cubicBezTo>
                    <a:pt x="1243325" y="121653"/>
                    <a:pt x="1246716" y="121474"/>
                    <a:pt x="1248234" y="120493"/>
                  </a:cubicBezTo>
                  <a:cubicBezTo>
                    <a:pt x="1249751" y="119511"/>
                    <a:pt x="1251357" y="117726"/>
                    <a:pt x="1253945" y="116744"/>
                  </a:cubicBezTo>
                  <a:cubicBezTo>
                    <a:pt x="1256534" y="115762"/>
                    <a:pt x="1263138" y="116744"/>
                    <a:pt x="1267869" y="116744"/>
                  </a:cubicBezTo>
                  <a:cubicBezTo>
                    <a:pt x="1275999" y="115676"/>
                    <a:pt x="1283813" y="112909"/>
                    <a:pt x="1290805" y="108622"/>
                  </a:cubicBezTo>
                  <a:cubicBezTo>
                    <a:pt x="1290563" y="101325"/>
                    <a:pt x="1292062" y="94073"/>
                    <a:pt x="1295178" y="87470"/>
                  </a:cubicBezTo>
                  <a:cubicBezTo>
                    <a:pt x="1296233" y="83087"/>
                    <a:pt x="1296744" y="78591"/>
                    <a:pt x="1296695" y="74084"/>
                  </a:cubicBezTo>
                  <a:cubicBezTo>
                    <a:pt x="1297185" y="70239"/>
                    <a:pt x="1296974" y="66338"/>
                    <a:pt x="1296071" y="62570"/>
                  </a:cubicBezTo>
                  <a:cubicBezTo>
                    <a:pt x="1295981" y="59357"/>
                    <a:pt x="1297766" y="59000"/>
                    <a:pt x="1299641" y="58465"/>
                  </a:cubicBezTo>
                  <a:cubicBezTo>
                    <a:pt x="1305531" y="56858"/>
                    <a:pt x="1305442" y="59090"/>
                    <a:pt x="1308566" y="59179"/>
                  </a:cubicBezTo>
                  <a:cubicBezTo>
                    <a:pt x="1311689" y="59268"/>
                    <a:pt x="1312225" y="56412"/>
                    <a:pt x="1315527" y="56948"/>
                  </a:cubicBezTo>
                  <a:close/>
                  <a:moveTo>
                    <a:pt x="80146" y="54092"/>
                  </a:moveTo>
                  <a:cubicBezTo>
                    <a:pt x="81841" y="54271"/>
                    <a:pt x="83805" y="57127"/>
                    <a:pt x="86750" y="57751"/>
                  </a:cubicBezTo>
                  <a:cubicBezTo>
                    <a:pt x="89695" y="58376"/>
                    <a:pt x="93889" y="58287"/>
                    <a:pt x="97280" y="58912"/>
                  </a:cubicBezTo>
                  <a:cubicBezTo>
                    <a:pt x="99066" y="58912"/>
                    <a:pt x="106205" y="58912"/>
                    <a:pt x="107991" y="58912"/>
                  </a:cubicBezTo>
                  <a:cubicBezTo>
                    <a:pt x="110404" y="59059"/>
                    <a:pt x="112766" y="59665"/>
                    <a:pt x="114952" y="60697"/>
                  </a:cubicBezTo>
                  <a:cubicBezTo>
                    <a:pt x="116023" y="61322"/>
                    <a:pt x="119772" y="62125"/>
                    <a:pt x="121110" y="63642"/>
                  </a:cubicBezTo>
                  <a:cubicBezTo>
                    <a:pt x="124141" y="66452"/>
                    <a:pt x="126412" y="69983"/>
                    <a:pt x="127715" y="73906"/>
                  </a:cubicBezTo>
                  <a:lnTo>
                    <a:pt x="126554" y="74352"/>
                  </a:lnTo>
                  <a:cubicBezTo>
                    <a:pt x="127001" y="77565"/>
                    <a:pt x="126019" y="78636"/>
                    <a:pt x="126019" y="81135"/>
                  </a:cubicBezTo>
                  <a:cubicBezTo>
                    <a:pt x="126412" y="84575"/>
                    <a:pt x="126412" y="88048"/>
                    <a:pt x="126019" y="91488"/>
                  </a:cubicBezTo>
                  <a:cubicBezTo>
                    <a:pt x="125573" y="93273"/>
                    <a:pt x="122895" y="97646"/>
                    <a:pt x="120753" y="102734"/>
                  </a:cubicBezTo>
                  <a:cubicBezTo>
                    <a:pt x="119991" y="106563"/>
                    <a:pt x="119485" y="110438"/>
                    <a:pt x="119236" y="114335"/>
                  </a:cubicBezTo>
                  <a:cubicBezTo>
                    <a:pt x="119147" y="119779"/>
                    <a:pt x="118879" y="123796"/>
                    <a:pt x="118076" y="135398"/>
                  </a:cubicBezTo>
                  <a:cubicBezTo>
                    <a:pt x="117897" y="139325"/>
                    <a:pt x="116826" y="142984"/>
                    <a:pt x="116201" y="148250"/>
                  </a:cubicBezTo>
                  <a:cubicBezTo>
                    <a:pt x="115934" y="150213"/>
                    <a:pt x="115398" y="155747"/>
                    <a:pt x="115398" y="159138"/>
                  </a:cubicBezTo>
                  <a:cubicBezTo>
                    <a:pt x="115309" y="164226"/>
                    <a:pt x="117629" y="165208"/>
                    <a:pt x="117897" y="166546"/>
                  </a:cubicBezTo>
                  <a:cubicBezTo>
                    <a:pt x="118165" y="167885"/>
                    <a:pt x="118254" y="168153"/>
                    <a:pt x="118611" y="170830"/>
                  </a:cubicBezTo>
                  <a:cubicBezTo>
                    <a:pt x="118968" y="173508"/>
                    <a:pt x="120486" y="174757"/>
                    <a:pt x="120039" y="177524"/>
                  </a:cubicBezTo>
                  <a:cubicBezTo>
                    <a:pt x="119593" y="180290"/>
                    <a:pt x="117272" y="184931"/>
                    <a:pt x="116023" y="191892"/>
                  </a:cubicBezTo>
                  <a:cubicBezTo>
                    <a:pt x="115375" y="195057"/>
                    <a:pt x="113559" y="197861"/>
                    <a:pt x="110936" y="199746"/>
                  </a:cubicBezTo>
                  <a:cubicBezTo>
                    <a:pt x="106406" y="203538"/>
                    <a:pt x="101279" y="206553"/>
                    <a:pt x="95763" y="208671"/>
                  </a:cubicBezTo>
                  <a:cubicBezTo>
                    <a:pt x="89695" y="210635"/>
                    <a:pt x="85947" y="219024"/>
                    <a:pt x="82466" y="221255"/>
                  </a:cubicBezTo>
                  <a:cubicBezTo>
                    <a:pt x="77924" y="223641"/>
                    <a:pt x="73245" y="225757"/>
                    <a:pt x="68454" y="227592"/>
                  </a:cubicBezTo>
                  <a:cubicBezTo>
                    <a:pt x="62069" y="230345"/>
                    <a:pt x="56070" y="233915"/>
                    <a:pt x="50604" y="238213"/>
                  </a:cubicBezTo>
                  <a:cubicBezTo>
                    <a:pt x="47096" y="240096"/>
                    <a:pt x="43421" y="241650"/>
                    <a:pt x="39626" y="242854"/>
                  </a:cubicBezTo>
                  <a:cubicBezTo>
                    <a:pt x="34255" y="247413"/>
                    <a:pt x="28524" y="251531"/>
                    <a:pt x="22491" y="255170"/>
                  </a:cubicBezTo>
                  <a:cubicBezTo>
                    <a:pt x="19010" y="256687"/>
                    <a:pt x="14816" y="248744"/>
                    <a:pt x="11513" y="245263"/>
                  </a:cubicBezTo>
                  <a:cubicBezTo>
                    <a:pt x="9305" y="243271"/>
                    <a:pt x="6949" y="241451"/>
                    <a:pt x="4463" y="239820"/>
                  </a:cubicBezTo>
                  <a:cubicBezTo>
                    <a:pt x="2499" y="238213"/>
                    <a:pt x="3213" y="233661"/>
                    <a:pt x="2499" y="230895"/>
                  </a:cubicBezTo>
                  <a:cubicBezTo>
                    <a:pt x="1785" y="228128"/>
                    <a:pt x="0" y="224379"/>
                    <a:pt x="0" y="223130"/>
                  </a:cubicBezTo>
                  <a:cubicBezTo>
                    <a:pt x="185" y="220509"/>
                    <a:pt x="1848" y="218223"/>
                    <a:pt x="4284" y="217239"/>
                  </a:cubicBezTo>
                  <a:cubicBezTo>
                    <a:pt x="6248" y="216614"/>
                    <a:pt x="9014" y="217507"/>
                    <a:pt x="10889" y="216614"/>
                  </a:cubicBezTo>
                  <a:cubicBezTo>
                    <a:pt x="14472" y="214879"/>
                    <a:pt x="17904" y="212849"/>
                    <a:pt x="21152" y="210545"/>
                  </a:cubicBezTo>
                  <a:cubicBezTo>
                    <a:pt x="24569" y="208581"/>
                    <a:pt x="28274" y="207166"/>
                    <a:pt x="32129" y="206351"/>
                  </a:cubicBezTo>
                  <a:cubicBezTo>
                    <a:pt x="38706" y="203293"/>
                    <a:pt x="45059" y="199773"/>
                    <a:pt x="51139" y="195819"/>
                  </a:cubicBezTo>
                  <a:cubicBezTo>
                    <a:pt x="54263" y="194123"/>
                    <a:pt x="60064" y="191268"/>
                    <a:pt x="60064" y="186894"/>
                  </a:cubicBezTo>
                  <a:cubicBezTo>
                    <a:pt x="60309" y="180167"/>
                    <a:pt x="60130" y="173430"/>
                    <a:pt x="59529" y="166725"/>
                  </a:cubicBezTo>
                  <a:cubicBezTo>
                    <a:pt x="58547" y="164672"/>
                    <a:pt x="54798" y="163869"/>
                    <a:pt x="54799" y="163869"/>
                  </a:cubicBezTo>
                  <a:cubicBezTo>
                    <a:pt x="51901" y="164711"/>
                    <a:pt x="48891" y="165103"/>
                    <a:pt x="45874" y="165029"/>
                  </a:cubicBezTo>
                  <a:cubicBezTo>
                    <a:pt x="43004" y="165824"/>
                    <a:pt x="40200" y="166839"/>
                    <a:pt x="37484" y="168063"/>
                  </a:cubicBezTo>
                  <a:cubicBezTo>
                    <a:pt x="35788" y="168867"/>
                    <a:pt x="32754" y="169670"/>
                    <a:pt x="31147" y="168867"/>
                  </a:cubicBezTo>
                  <a:cubicBezTo>
                    <a:pt x="29324" y="168385"/>
                    <a:pt x="27816" y="167106"/>
                    <a:pt x="27042" y="165386"/>
                  </a:cubicBezTo>
                  <a:cubicBezTo>
                    <a:pt x="25876" y="162055"/>
                    <a:pt x="25243" y="158561"/>
                    <a:pt x="25168" y="155033"/>
                  </a:cubicBezTo>
                  <a:cubicBezTo>
                    <a:pt x="24100" y="152765"/>
                    <a:pt x="23493" y="150308"/>
                    <a:pt x="23383" y="147804"/>
                  </a:cubicBezTo>
                  <a:cubicBezTo>
                    <a:pt x="24201" y="142971"/>
                    <a:pt x="24470" y="138060"/>
                    <a:pt x="24187" y="133167"/>
                  </a:cubicBezTo>
                  <a:cubicBezTo>
                    <a:pt x="24187" y="127365"/>
                    <a:pt x="29005" y="125402"/>
                    <a:pt x="33111" y="124688"/>
                  </a:cubicBezTo>
                  <a:cubicBezTo>
                    <a:pt x="37216" y="123974"/>
                    <a:pt x="40875" y="120939"/>
                    <a:pt x="44981" y="120940"/>
                  </a:cubicBezTo>
                  <a:cubicBezTo>
                    <a:pt x="47969" y="121031"/>
                    <a:pt x="50960" y="120822"/>
                    <a:pt x="53906" y="120315"/>
                  </a:cubicBezTo>
                  <a:cubicBezTo>
                    <a:pt x="58137" y="119092"/>
                    <a:pt x="62165" y="117258"/>
                    <a:pt x="65866" y="114871"/>
                  </a:cubicBezTo>
                  <a:cubicBezTo>
                    <a:pt x="68186" y="111479"/>
                    <a:pt x="71667" y="109337"/>
                    <a:pt x="71667" y="103983"/>
                  </a:cubicBezTo>
                  <a:cubicBezTo>
                    <a:pt x="72202" y="93898"/>
                    <a:pt x="75326" y="89435"/>
                    <a:pt x="75326" y="80510"/>
                  </a:cubicBezTo>
                  <a:cubicBezTo>
                    <a:pt x="75727" y="74809"/>
                    <a:pt x="73529" y="69232"/>
                    <a:pt x="69346" y="65338"/>
                  </a:cubicBezTo>
                  <a:cubicBezTo>
                    <a:pt x="68499" y="64036"/>
                    <a:pt x="68499" y="62357"/>
                    <a:pt x="69346" y="61054"/>
                  </a:cubicBezTo>
                  <a:cubicBezTo>
                    <a:pt x="71825" y="59675"/>
                    <a:pt x="74081" y="57930"/>
                    <a:pt x="76040" y="55877"/>
                  </a:cubicBezTo>
                  <a:cubicBezTo>
                    <a:pt x="76950" y="54541"/>
                    <a:pt x="78547" y="53847"/>
                    <a:pt x="80146" y="54092"/>
                  </a:cubicBezTo>
                  <a:close/>
                  <a:moveTo>
                    <a:pt x="206879" y="42222"/>
                  </a:moveTo>
                  <a:cubicBezTo>
                    <a:pt x="210984" y="42400"/>
                    <a:pt x="211520" y="44720"/>
                    <a:pt x="213394" y="46059"/>
                  </a:cubicBezTo>
                  <a:cubicBezTo>
                    <a:pt x="215106" y="46839"/>
                    <a:pt x="216957" y="47264"/>
                    <a:pt x="218838" y="47308"/>
                  </a:cubicBezTo>
                  <a:cubicBezTo>
                    <a:pt x="220534" y="47576"/>
                    <a:pt x="222140" y="49986"/>
                    <a:pt x="223033" y="52038"/>
                  </a:cubicBezTo>
                  <a:cubicBezTo>
                    <a:pt x="225018" y="56145"/>
                    <a:pt x="226171" y="60604"/>
                    <a:pt x="226424" y="65158"/>
                  </a:cubicBezTo>
                  <a:cubicBezTo>
                    <a:pt x="226067" y="74886"/>
                    <a:pt x="219195" y="77028"/>
                    <a:pt x="216696" y="83008"/>
                  </a:cubicBezTo>
                  <a:cubicBezTo>
                    <a:pt x="215714" y="85897"/>
                    <a:pt x="215084" y="88893"/>
                    <a:pt x="214822" y="91933"/>
                  </a:cubicBezTo>
                  <a:cubicBezTo>
                    <a:pt x="215714" y="96842"/>
                    <a:pt x="220712" y="98181"/>
                    <a:pt x="222854" y="94700"/>
                  </a:cubicBezTo>
                  <a:cubicBezTo>
                    <a:pt x="226871" y="93808"/>
                    <a:pt x="228120" y="91487"/>
                    <a:pt x="230887" y="90148"/>
                  </a:cubicBezTo>
                  <a:cubicBezTo>
                    <a:pt x="233654" y="88810"/>
                    <a:pt x="237581" y="93272"/>
                    <a:pt x="243827" y="94700"/>
                  </a:cubicBezTo>
                  <a:cubicBezTo>
                    <a:pt x="247308" y="95503"/>
                    <a:pt x="248736" y="104160"/>
                    <a:pt x="251056" y="108177"/>
                  </a:cubicBezTo>
                  <a:cubicBezTo>
                    <a:pt x="252105" y="111280"/>
                    <a:pt x="252617" y="114540"/>
                    <a:pt x="252573" y="117815"/>
                  </a:cubicBezTo>
                  <a:cubicBezTo>
                    <a:pt x="252450" y="120293"/>
                    <a:pt x="250640" y="122362"/>
                    <a:pt x="248200" y="122813"/>
                  </a:cubicBezTo>
                  <a:cubicBezTo>
                    <a:pt x="245077" y="123527"/>
                    <a:pt x="243202" y="123973"/>
                    <a:pt x="239276" y="125133"/>
                  </a:cubicBezTo>
                  <a:cubicBezTo>
                    <a:pt x="236343" y="126399"/>
                    <a:pt x="233700" y="128252"/>
                    <a:pt x="231512" y="130577"/>
                  </a:cubicBezTo>
                  <a:cubicBezTo>
                    <a:pt x="228031" y="133076"/>
                    <a:pt x="224371" y="133612"/>
                    <a:pt x="220623" y="136646"/>
                  </a:cubicBezTo>
                  <a:cubicBezTo>
                    <a:pt x="215467" y="140568"/>
                    <a:pt x="209581" y="143420"/>
                    <a:pt x="203309" y="145036"/>
                  </a:cubicBezTo>
                  <a:cubicBezTo>
                    <a:pt x="200105" y="150958"/>
                    <a:pt x="198074" y="157443"/>
                    <a:pt x="197329" y="164135"/>
                  </a:cubicBezTo>
                  <a:cubicBezTo>
                    <a:pt x="196927" y="167122"/>
                    <a:pt x="197140" y="170159"/>
                    <a:pt x="197954" y="173060"/>
                  </a:cubicBezTo>
                  <a:cubicBezTo>
                    <a:pt x="199471" y="178415"/>
                    <a:pt x="198132" y="183502"/>
                    <a:pt x="202773" y="188857"/>
                  </a:cubicBezTo>
                  <a:cubicBezTo>
                    <a:pt x="206381" y="192262"/>
                    <a:pt x="211038" y="194339"/>
                    <a:pt x="215982" y="194747"/>
                  </a:cubicBezTo>
                  <a:cubicBezTo>
                    <a:pt x="219173" y="194803"/>
                    <a:pt x="222347" y="195222"/>
                    <a:pt x="225443" y="195997"/>
                  </a:cubicBezTo>
                  <a:cubicBezTo>
                    <a:pt x="227615" y="196718"/>
                    <a:pt x="229859" y="197197"/>
                    <a:pt x="232136" y="197425"/>
                  </a:cubicBezTo>
                  <a:cubicBezTo>
                    <a:pt x="234118" y="198766"/>
                    <a:pt x="236375" y="199651"/>
                    <a:pt x="238741" y="200013"/>
                  </a:cubicBezTo>
                  <a:cubicBezTo>
                    <a:pt x="242225" y="199869"/>
                    <a:pt x="245712" y="200230"/>
                    <a:pt x="249093" y="201084"/>
                  </a:cubicBezTo>
                  <a:lnTo>
                    <a:pt x="249539" y="201262"/>
                  </a:lnTo>
                  <a:cubicBezTo>
                    <a:pt x="254091" y="204023"/>
                    <a:pt x="256414" y="209348"/>
                    <a:pt x="255340" y="214561"/>
                  </a:cubicBezTo>
                  <a:cubicBezTo>
                    <a:pt x="253892" y="219592"/>
                    <a:pt x="252163" y="224537"/>
                    <a:pt x="250164" y="229376"/>
                  </a:cubicBezTo>
                  <a:cubicBezTo>
                    <a:pt x="248914" y="233303"/>
                    <a:pt x="248111" y="237409"/>
                    <a:pt x="245880" y="239105"/>
                  </a:cubicBezTo>
                  <a:cubicBezTo>
                    <a:pt x="243649" y="240800"/>
                    <a:pt x="237938" y="239551"/>
                    <a:pt x="234725" y="240800"/>
                  </a:cubicBezTo>
                  <a:cubicBezTo>
                    <a:pt x="231242" y="242290"/>
                    <a:pt x="227528" y="243166"/>
                    <a:pt x="223747" y="243388"/>
                  </a:cubicBezTo>
                  <a:cubicBezTo>
                    <a:pt x="221069" y="243388"/>
                    <a:pt x="217767" y="240800"/>
                    <a:pt x="216071" y="240086"/>
                  </a:cubicBezTo>
                  <a:cubicBezTo>
                    <a:pt x="212225" y="238941"/>
                    <a:pt x="208195" y="238546"/>
                    <a:pt x="204201" y="238926"/>
                  </a:cubicBezTo>
                  <a:cubicBezTo>
                    <a:pt x="200988" y="238926"/>
                    <a:pt x="192509" y="238926"/>
                    <a:pt x="192509" y="238926"/>
                  </a:cubicBezTo>
                  <a:cubicBezTo>
                    <a:pt x="190724" y="238926"/>
                    <a:pt x="186887" y="236873"/>
                    <a:pt x="182603" y="236070"/>
                  </a:cubicBezTo>
                  <a:cubicBezTo>
                    <a:pt x="178319" y="235267"/>
                    <a:pt x="171269" y="236248"/>
                    <a:pt x="168145" y="235267"/>
                  </a:cubicBezTo>
                  <a:cubicBezTo>
                    <a:pt x="165511" y="234318"/>
                    <a:pt x="163041" y="232964"/>
                    <a:pt x="160827" y="231250"/>
                  </a:cubicBezTo>
                  <a:cubicBezTo>
                    <a:pt x="158053" y="227967"/>
                    <a:pt x="155769" y="224299"/>
                    <a:pt x="154044" y="220362"/>
                  </a:cubicBezTo>
                  <a:cubicBezTo>
                    <a:pt x="153394" y="216170"/>
                    <a:pt x="153096" y="211931"/>
                    <a:pt x="153151" y="207688"/>
                  </a:cubicBezTo>
                  <a:cubicBezTo>
                    <a:pt x="152794" y="205279"/>
                    <a:pt x="150027" y="194390"/>
                    <a:pt x="150027" y="192605"/>
                  </a:cubicBezTo>
                  <a:lnTo>
                    <a:pt x="149403" y="183145"/>
                  </a:lnTo>
                  <a:cubicBezTo>
                    <a:pt x="149393" y="180133"/>
                    <a:pt x="149005" y="177135"/>
                    <a:pt x="148243" y="174221"/>
                  </a:cubicBezTo>
                  <a:cubicBezTo>
                    <a:pt x="147133" y="169636"/>
                    <a:pt x="146653" y="164922"/>
                    <a:pt x="146814" y="160209"/>
                  </a:cubicBezTo>
                  <a:cubicBezTo>
                    <a:pt x="146725" y="152890"/>
                    <a:pt x="148867" y="151730"/>
                    <a:pt x="150563" y="137628"/>
                  </a:cubicBezTo>
                  <a:cubicBezTo>
                    <a:pt x="150741" y="136200"/>
                    <a:pt x="153687" y="131916"/>
                    <a:pt x="153687" y="130577"/>
                  </a:cubicBezTo>
                  <a:cubicBezTo>
                    <a:pt x="154222" y="123616"/>
                    <a:pt x="155739" y="123705"/>
                    <a:pt x="156364" y="118975"/>
                  </a:cubicBezTo>
                  <a:cubicBezTo>
                    <a:pt x="156989" y="114246"/>
                    <a:pt x="158863" y="108534"/>
                    <a:pt x="158863" y="107106"/>
                  </a:cubicBezTo>
                  <a:cubicBezTo>
                    <a:pt x="159934" y="99876"/>
                    <a:pt x="159934" y="90505"/>
                    <a:pt x="159935" y="88631"/>
                  </a:cubicBezTo>
                  <a:cubicBezTo>
                    <a:pt x="160293" y="84775"/>
                    <a:pt x="161194" y="80990"/>
                    <a:pt x="162612" y="77385"/>
                  </a:cubicBezTo>
                  <a:cubicBezTo>
                    <a:pt x="164268" y="71523"/>
                    <a:pt x="165549" y="65561"/>
                    <a:pt x="166450" y="59535"/>
                  </a:cubicBezTo>
                  <a:cubicBezTo>
                    <a:pt x="166149" y="55456"/>
                    <a:pt x="166299" y="51355"/>
                    <a:pt x="166896" y="47308"/>
                  </a:cubicBezTo>
                  <a:cubicBezTo>
                    <a:pt x="168145" y="43025"/>
                    <a:pt x="170376" y="42311"/>
                    <a:pt x="173946" y="42311"/>
                  </a:cubicBezTo>
                  <a:cubicBezTo>
                    <a:pt x="175552" y="42222"/>
                    <a:pt x="180282" y="44096"/>
                    <a:pt x="182870" y="44185"/>
                  </a:cubicBezTo>
                  <a:cubicBezTo>
                    <a:pt x="185459" y="44274"/>
                    <a:pt x="189029" y="42490"/>
                    <a:pt x="190814" y="42490"/>
                  </a:cubicBezTo>
                  <a:cubicBezTo>
                    <a:pt x="193221" y="42817"/>
                    <a:pt x="195606" y="43294"/>
                    <a:pt x="197954" y="43917"/>
                  </a:cubicBezTo>
                  <a:cubicBezTo>
                    <a:pt x="200879" y="43118"/>
                    <a:pt x="203864" y="42551"/>
                    <a:pt x="206879" y="42222"/>
                  </a:cubicBezTo>
                  <a:close/>
                  <a:moveTo>
                    <a:pt x="815643" y="39723"/>
                  </a:moveTo>
                  <a:cubicBezTo>
                    <a:pt x="818945" y="39723"/>
                    <a:pt x="821623" y="43203"/>
                    <a:pt x="824568" y="43203"/>
                  </a:cubicBezTo>
                  <a:cubicBezTo>
                    <a:pt x="830552" y="42768"/>
                    <a:pt x="836566" y="43218"/>
                    <a:pt x="842418" y="44541"/>
                  </a:cubicBezTo>
                  <a:lnTo>
                    <a:pt x="843222" y="44988"/>
                  </a:lnTo>
                  <a:cubicBezTo>
                    <a:pt x="844293" y="45880"/>
                    <a:pt x="845007" y="51146"/>
                    <a:pt x="846256" y="52306"/>
                  </a:cubicBezTo>
                  <a:cubicBezTo>
                    <a:pt x="849746" y="55593"/>
                    <a:pt x="851933" y="60031"/>
                    <a:pt x="852414" y="64801"/>
                  </a:cubicBezTo>
                  <a:cubicBezTo>
                    <a:pt x="852147" y="68371"/>
                    <a:pt x="847416" y="74083"/>
                    <a:pt x="847416" y="75422"/>
                  </a:cubicBezTo>
                  <a:cubicBezTo>
                    <a:pt x="847680" y="78856"/>
                    <a:pt x="846869" y="82286"/>
                    <a:pt x="845096" y="85239"/>
                  </a:cubicBezTo>
                  <a:cubicBezTo>
                    <a:pt x="841506" y="90134"/>
                    <a:pt x="838511" y="95436"/>
                    <a:pt x="836171" y="101037"/>
                  </a:cubicBezTo>
                  <a:cubicBezTo>
                    <a:pt x="835189" y="102911"/>
                    <a:pt x="829120" y="107730"/>
                    <a:pt x="828138" y="109961"/>
                  </a:cubicBezTo>
                  <a:cubicBezTo>
                    <a:pt x="822069" y="123795"/>
                    <a:pt x="815286" y="133434"/>
                    <a:pt x="810288" y="147267"/>
                  </a:cubicBezTo>
                  <a:cubicBezTo>
                    <a:pt x="809485" y="149498"/>
                    <a:pt x="806005" y="154050"/>
                    <a:pt x="804309" y="153247"/>
                  </a:cubicBezTo>
                  <a:cubicBezTo>
                    <a:pt x="801982" y="152200"/>
                    <a:pt x="799318" y="152200"/>
                    <a:pt x="796991" y="153247"/>
                  </a:cubicBezTo>
                  <a:cubicBezTo>
                    <a:pt x="795831" y="154229"/>
                    <a:pt x="790922" y="154139"/>
                    <a:pt x="789315" y="155746"/>
                  </a:cubicBezTo>
                  <a:cubicBezTo>
                    <a:pt x="787709" y="157352"/>
                    <a:pt x="779498" y="156103"/>
                    <a:pt x="777892" y="159227"/>
                  </a:cubicBezTo>
                  <a:cubicBezTo>
                    <a:pt x="776731" y="162088"/>
                    <a:pt x="776731" y="165290"/>
                    <a:pt x="777892" y="168152"/>
                  </a:cubicBezTo>
                  <a:cubicBezTo>
                    <a:pt x="780480" y="171186"/>
                    <a:pt x="785746" y="168152"/>
                    <a:pt x="786816" y="166545"/>
                  </a:cubicBezTo>
                  <a:cubicBezTo>
                    <a:pt x="788535" y="164480"/>
                    <a:pt x="791092" y="163301"/>
                    <a:pt x="793778" y="163332"/>
                  </a:cubicBezTo>
                  <a:cubicBezTo>
                    <a:pt x="796873" y="164684"/>
                    <a:pt x="800104" y="165701"/>
                    <a:pt x="803416" y="166367"/>
                  </a:cubicBezTo>
                  <a:cubicBezTo>
                    <a:pt x="805615" y="166715"/>
                    <a:pt x="807238" y="168603"/>
                    <a:pt x="807254" y="170829"/>
                  </a:cubicBezTo>
                  <a:cubicBezTo>
                    <a:pt x="807310" y="174996"/>
                    <a:pt x="808158" y="179116"/>
                    <a:pt x="809753" y="182966"/>
                  </a:cubicBezTo>
                  <a:cubicBezTo>
                    <a:pt x="809826" y="184756"/>
                    <a:pt x="809290" y="186517"/>
                    <a:pt x="808236" y="187964"/>
                  </a:cubicBezTo>
                  <a:cubicBezTo>
                    <a:pt x="805533" y="190386"/>
                    <a:pt x="802535" y="192455"/>
                    <a:pt x="799311" y="194122"/>
                  </a:cubicBezTo>
                  <a:cubicBezTo>
                    <a:pt x="797169" y="195461"/>
                    <a:pt x="792350" y="195818"/>
                    <a:pt x="789315" y="197782"/>
                  </a:cubicBezTo>
                  <a:cubicBezTo>
                    <a:pt x="787473" y="199164"/>
                    <a:pt x="786332" y="201285"/>
                    <a:pt x="786192" y="203583"/>
                  </a:cubicBezTo>
                  <a:cubicBezTo>
                    <a:pt x="786192" y="207421"/>
                    <a:pt x="789137" y="207421"/>
                    <a:pt x="791011" y="207421"/>
                  </a:cubicBezTo>
                  <a:cubicBezTo>
                    <a:pt x="792886" y="207421"/>
                    <a:pt x="800649" y="204922"/>
                    <a:pt x="804309" y="204922"/>
                  </a:cubicBezTo>
                  <a:cubicBezTo>
                    <a:pt x="807639" y="205090"/>
                    <a:pt x="810975" y="205090"/>
                    <a:pt x="814305" y="204922"/>
                  </a:cubicBezTo>
                  <a:cubicBezTo>
                    <a:pt x="818289" y="203576"/>
                    <a:pt x="822427" y="202736"/>
                    <a:pt x="826621" y="202423"/>
                  </a:cubicBezTo>
                  <a:cubicBezTo>
                    <a:pt x="830548" y="203405"/>
                    <a:pt x="834921" y="199745"/>
                    <a:pt x="837420" y="202423"/>
                  </a:cubicBezTo>
                  <a:cubicBezTo>
                    <a:pt x="837420" y="207064"/>
                    <a:pt x="846345" y="209206"/>
                    <a:pt x="846345" y="216435"/>
                  </a:cubicBezTo>
                  <a:cubicBezTo>
                    <a:pt x="846345" y="226788"/>
                    <a:pt x="839473" y="238479"/>
                    <a:pt x="830548" y="239193"/>
                  </a:cubicBezTo>
                  <a:cubicBezTo>
                    <a:pt x="826799" y="239550"/>
                    <a:pt x="829388" y="236694"/>
                    <a:pt x="816179" y="236694"/>
                  </a:cubicBezTo>
                  <a:cubicBezTo>
                    <a:pt x="804398" y="236873"/>
                    <a:pt x="794313" y="237676"/>
                    <a:pt x="792439" y="237676"/>
                  </a:cubicBezTo>
                  <a:cubicBezTo>
                    <a:pt x="788111" y="237730"/>
                    <a:pt x="783785" y="237461"/>
                    <a:pt x="779498" y="236873"/>
                  </a:cubicBezTo>
                  <a:cubicBezTo>
                    <a:pt x="775694" y="236953"/>
                    <a:pt x="771903" y="237341"/>
                    <a:pt x="768163" y="238033"/>
                  </a:cubicBezTo>
                  <a:cubicBezTo>
                    <a:pt x="764006" y="239103"/>
                    <a:pt x="759767" y="239819"/>
                    <a:pt x="755490" y="240175"/>
                  </a:cubicBezTo>
                  <a:cubicBezTo>
                    <a:pt x="750187" y="240099"/>
                    <a:pt x="744928" y="241132"/>
                    <a:pt x="740050" y="243209"/>
                  </a:cubicBezTo>
                  <a:cubicBezTo>
                    <a:pt x="734793" y="244284"/>
                    <a:pt x="729440" y="244822"/>
                    <a:pt x="724074" y="244815"/>
                  </a:cubicBezTo>
                  <a:cubicBezTo>
                    <a:pt x="718794" y="247063"/>
                    <a:pt x="713289" y="248740"/>
                    <a:pt x="707652" y="249813"/>
                  </a:cubicBezTo>
                  <a:cubicBezTo>
                    <a:pt x="704618" y="250170"/>
                    <a:pt x="697568" y="249278"/>
                    <a:pt x="697300" y="244369"/>
                  </a:cubicBezTo>
                  <a:cubicBezTo>
                    <a:pt x="697032" y="239460"/>
                    <a:pt x="694355" y="236873"/>
                    <a:pt x="694980" y="230536"/>
                  </a:cubicBezTo>
                  <a:cubicBezTo>
                    <a:pt x="695515" y="228662"/>
                    <a:pt x="695515" y="225628"/>
                    <a:pt x="695514" y="224200"/>
                  </a:cubicBezTo>
                  <a:cubicBezTo>
                    <a:pt x="695531" y="221364"/>
                    <a:pt x="696806" y="218683"/>
                    <a:pt x="698995" y="216881"/>
                  </a:cubicBezTo>
                  <a:cubicBezTo>
                    <a:pt x="699620" y="216703"/>
                    <a:pt x="701048" y="213579"/>
                    <a:pt x="702833" y="213758"/>
                  </a:cubicBezTo>
                  <a:cubicBezTo>
                    <a:pt x="704618" y="213936"/>
                    <a:pt x="704975" y="216078"/>
                    <a:pt x="707652" y="216078"/>
                  </a:cubicBezTo>
                  <a:cubicBezTo>
                    <a:pt x="712524" y="215024"/>
                    <a:pt x="717256" y="213406"/>
                    <a:pt x="721754" y="211259"/>
                  </a:cubicBezTo>
                  <a:cubicBezTo>
                    <a:pt x="727548" y="208299"/>
                    <a:pt x="733508" y="205677"/>
                    <a:pt x="739604" y="203405"/>
                  </a:cubicBezTo>
                  <a:cubicBezTo>
                    <a:pt x="741924" y="200102"/>
                    <a:pt x="738086" y="198407"/>
                    <a:pt x="736658" y="198407"/>
                  </a:cubicBezTo>
                  <a:cubicBezTo>
                    <a:pt x="734185" y="199074"/>
                    <a:pt x="731549" y="198720"/>
                    <a:pt x="729340" y="197425"/>
                  </a:cubicBezTo>
                  <a:cubicBezTo>
                    <a:pt x="725681" y="196800"/>
                    <a:pt x="724163" y="195908"/>
                    <a:pt x="723181" y="194301"/>
                  </a:cubicBezTo>
                  <a:cubicBezTo>
                    <a:pt x="722200" y="192695"/>
                    <a:pt x="722913" y="190820"/>
                    <a:pt x="723181" y="188321"/>
                  </a:cubicBezTo>
                  <a:cubicBezTo>
                    <a:pt x="723449" y="185822"/>
                    <a:pt x="723627" y="183145"/>
                    <a:pt x="723985" y="181003"/>
                  </a:cubicBezTo>
                  <a:cubicBezTo>
                    <a:pt x="724342" y="178861"/>
                    <a:pt x="724609" y="175648"/>
                    <a:pt x="728001" y="175648"/>
                  </a:cubicBezTo>
                  <a:cubicBezTo>
                    <a:pt x="729875" y="175648"/>
                    <a:pt x="730321" y="176986"/>
                    <a:pt x="732106" y="176986"/>
                  </a:cubicBezTo>
                  <a:cubicBezTo>
                    <a:pt x="733891" y="176986"/>
                    <a:pt x="734694" y="176183"/>
                    <a:pt x="736480" y="176183"/>
                  </a:cubicBezTo>
                  <a:cubicBezTo>
                    <a:pt x="737898" y="176420"/>
                    <a:pt x="739346" y="176420"/>
                    <a:pt x="740764" y="176183"/>
                  </a:cubicBezTo>
                  <a:cubicBezTo>
                    <a:pt x="742345" y="175407"/>
                    <a:pt x="743675" y="174201"/>
                    <a:pt x="744602" y="172703"/>
                  </a:cubicBezTo>
                  <a:cubicBezTo>
                    <a:pt x="745404" y="169800"/>
                    <a:pt x="745737" y="166786"/>
                    <a:pt x="745583" y="163778"/>
                  </a:cubicBezTo>
                  <a:cubicBezTo>
                    <a:pt x="745226" y="161369"/>
                    <a:pt x="743084" y="161726"/>
                    <a:pt x="740317" y="163064"/>
                  </a:cubicBezTo>
                  <a:cubicBezTo>
                    <a:pt x="738138" y="163858"/>
                    <a:pt x="735899" y="164485"/>
                    <a:pt x="733623" y="164939"/>
                  </a:cubicBezTo>
                  <a:cubicBezTo>
                    <a:pt x="731596" y="165492"/>
                    <a:pt x="729541" y="165939"/>
                    <a:pt x="727465" y="166277"/>
                  </a:cubicBezTo>
                  <a:cubicBezTo>
                    <a:pt x="725773" y="166284"/>
                    <a:pt x="724089" y="166044"/>
                    <a:pt x="722467" y="165563"/>
                  </a:cubicBezTo>
                  <a:cubicBezTo>
                    <a:pt x="719968" y="164939"/>
                    <a:pt x="720593" y="163422"/>
                    <a:pt x="719968" y="161636"/>
                  </a:cubicBezTo>
                  <a:cubicBezTo>
                    <a:pt x="718959" y="159873"/>
                    <a:pt x="718293" y="157936"/>
                    <a:pt x="718005" y="155924"/>
                  </a:cubicBezTo>
                  <a:cubicBezTo>
                    <a:pt x="718362" y="150837"/>
                    <a:pt x="714256" y="148963"/>
                    <a:pt x="713543" y="147624"/>
                  </a:cubicBezTo>
                  <a:cubicBezTo>
                    <a:pt x="712198" y="144817"/>
                    <a:pt x="711352" y="141797"/>
                    <a:pt x="711043" y="138699"/>
                  </a:cubicBezTo>
                  <a:cubicBezTo>
                    <a:pt x="711043" y="132898"/>
                    <a:pt x="716488" y="128346"/>
                    <a:pt x="715863" y="124687"/>
                  </a:cubicBezTo>
                  <a:cubicBezTo>
                    <a:pt x="714242" y="117272"/>
                    <a:pt x="713464" y="109697"/>
                    <a:pt x="713542" y="102108"/>
                  </a:cubicBezTo>
                  <a:cubicBezTo>
                    <a:pt x="713810" y="100055"/>
                    <a:pt x="710686" y="96574"/>
                    <a:pt x="710686" y="92469"/>
                  </a:cubicBezTo>
                  <a:cubicBezTo>
                    <a:pt x="710819" y="89995"/>
                    <a:pt x="711207" y="87543"/>
                    <a:pt x="711846" y="85150"/>
                  </a:cubicBezTo>
                  <a:cubicBezTo>
                    <a:pt x="713127" y="81087"/>
                    <a:pt x="713965" y="76898"/>
                    <a:pt x="714346" y="72655"/>
                  </a:cubicBezTo>
                  <a:cubicBezTo>
                    <a:pt x="713810" y="67033"/>
                    <a:pt x="716666" y="59982"/>
                    <a:pt x="720504" y="59982"/>
                  </a:cubicBezTo>
                  <a:cubicBezTo>
                    <a:pt x="724342" y="59982"/>
                    <a:pt x="724252" y="64801"/>
                    <a:pt x="728447" y="64801"/>
                  </a:cubicBezTo>
                  <a:cubicBezTo>
                    <a:pt x="730972" y="64931"/>
                    <a:pt x="733503" y="64661"/>
                    <a:pt x="735944" y="63998"/>
                  </a:cubicBezTo>
                  <a:cubicBezTo>
                    <a:pt x="736837" y="63373"/>
                    <a:pt x="743709" y="61677"/>
                    <a:pt x="745762" y="60874"/>
                  </a:cubicBezTo>
                  <a:cubicBezTo>
                    <a:pt x="751741" y="58732"/>
                    <a:pt x="756025" y="56055"/>
                    <a:pt x="762540" y="54002"/>
                  </a:cubicBezTo>
                  <a:cubicBezTo>
                    <a:pt x="766914" y="52663"/>
                    <a:pt x="772358" y="53823"/>
                    <a:pt x="775839" y="52663"/>
                  </a:cubicBezTo>
                  <a:cubicBezTo>
                    <a:pt x="785478" y="49361"/>
                    <a:pt x="812341" y="39723"/>
                    <a:pt x="815643" y="39723"/>
                  </a:cubicBezTo>
                  <a:close/>
                  <a:moveTo>
                    <a:pt x="439014" y="1614"/>
                  </a:moveTo>
                  <a:cubicBezTo>
                    <a:pt x="441289" y="1698"/>
                    <a:pt x="443556" y="1936"/>
                    <a:pt x="445798" y="2328"/>
                  </a:cubicBezTo>
                  <a:cubicBezTo>
                    <a:pt x="448591" y="2507"/>
                    <a:pt x="451394" y="2507"/>
                    <a:pt x="454187" y="2328"/>
                  </a:cubicBezTo>
                  <a:cubicBezTo>
                    <a:pt x="456329" y="2328"/>
                    <a:pt x="457668" y="5094"/>
                    <a:pt x="458560" y="5808"/>
                  </a:cubicBezTo>
                  <a:cubicBezTo>
                    <a:pt x="459453" y="6522"/>
                    <a:pt x="465076" y="6790"/>
                    <a:pt x="466415" y="8217"/>
                  </a:cubicBezTo>
                  <a:cubicBezTo>
                    <a:pt x="467753" y="9645"/>
                    <a:pt x="467575" y="14197"/>
                    <a:pt x="469003" y="17142"/>
                  </a:cubicBezTo>
                  <a:cubicBezTo>
                    <a:pt x="470431" y="20088"/>
                    <a:pt x="474715" y="21605"/>
                    <a:pt x="475072" y="30530"/>
                  </a:cubicBezTo>
                  <a:cubicBezTo>
                    <a:pt x="475429" y="39455"/>
                    <a:pt x="473019" y="39633"/>
                    <a:pt x="467575" y="44275"/>
                  </a:cubicBezTo>
                  <a:cubicBezTo>
                    <a:pt x="466057" y="46238"/>
                    <a:pt x="466236" y="49362"/>
                    <a:pt x="469003" y="48826"/>
                  </a:cubicBezTo>
                  <a:cubicBezTo>
                    <a:pt x="473912" y="47844"/>
                    <a:pt x="491582" y="43917"/>
                    <a:pt x="495777" y="42579"/>
                  </a:cubicBezTo>
                  <a:cubicBezTo>
                    <a:pt x="500764" y="41016"/>
                    <a:pt x="505867" y="39852"/>
                    <a:pt x="511039" y="39098"/>
                  </a:cubicBezTo>
                  <a:cubicBezTo>
                    <a:pt x="512734" y="38919"/>
                    <a:pt x="515501" y="41329"/>
                    <a:pt x="517554" y="41865"/>
                  </a:cubicBezTo>
                  <a:cubicBezTo>
                    <a:pt x="519606" y="42400"/>
                    <a:pt x="523623" y="42222"/>
                    <a:pt x="524337" y="44096"/>
                  </a:cubicBezTo>
                  <a:cubicBezTo>
                    <a:pt x="525728" y="47651"/>
                    <a:pt x="528754" y="50312"/>
                    <a:pt x="532458" y="51236"/>
                  </a:cubicBezTo>
                  <a:lnTo>
                    <a:pt x="532280" y="51236"/>
                  </a:lnTo>
                  <a:cubicBezTo>
                    <a:pt x="534197" y="51715"/>
                    <a:pt x="535639" y="53299"/>
                    <a:pt x="535939" y="55252"/>
                  </a:cubicBezTo>
                  <a:cubicBezTo>
                    <a:pt x="535939" y="56948"/>
                    <a:pt x="535493" y="59804"/>
                    <a:pt x="535493" y="63463"/>
                  </a:cubicBezTo>
                  <a:cubicBezTo>
                    <a:pt x="534957" y="69174"/>
                    <a:pt x="525140" y="73191"/>
                    <a:pt x="520856" y="75868"/>
                  </a:cubicBezTo>
                  <a:cubicBezTo>
                    <a:pt x="519428" y="76850"/>
                    <a:pt x="518000" y="73548"/>
                    <a:pt x="513002" y="73548"/>
                  </a:cubicBezTo>
                  <a:cubicBezTo>
                    <a:pt x="511306" y="73637"/>
                    <a:pt x="501399" y="74440"/>
                    <a:pt x="499704" y="74440"/>
                  </a:cubicBezTo>
                  <a:lnTo>
                    <a:pt x="489083" y="75690"/>
                  </a:lnTo>
                  <a:cubicBezTo>
                    <a:pt x="486674" y="76225"/>
                    <a:pt x="481676" y="77921"/>
                    <a:pt x="479356" y="78635"/>
                  </a:cubicBezTo>
                  <a:cubicBezTo>
                    <a:pt x="476037" y="79570"/>
                    <a:pt x="472786" y="80734"/>
                    <a:pt x="469627" y="82116"/>
                  </a:cubicBezTo>
                  <a:cubicBezTo>
                    <a:pt x="468199" y="83008"/>
                    <a:pt x="464719" y="81402"/>
                    <a:pt x="460702" y="82116"/>
                  </a:cubicBezTo>
                  <a:cubicBezTo>
                    <a:pt x="458918" y="82473"/>
                    <a:pt x="452581" y="86310"/>
                    <a:pt x="447136" y="87827"/>
                  </a:cubicBezTo>
                  <a:cubicBezTo>
                    <a:pt x="436406" y="89705"/>
                    <a:pt x="425818" y="92329"/>
                    <a:pt x="415453" y="95681"/>
                  </a:cubicBezTo>
                  <a:cubicBezTo>
                    <a:pt x="413132" y="98002"/>
                    <a:pt x="408313" y="97020"/>
                    <a:pt x="406528" y="98002"/>
                  </a:cubicBezTo>
                  <a:cubicBezTo>
                    <a:pt x="404743" y="98984"/>
                    <a:pt x="400014" y="98984"/>
                    <a:pt x="397604" y="100233"/>
                  </a:cubicBezTo>
                  <a:cubicBezTo>
                    <a:pt x="393588" y="102286"/>
                    <a:pt x="391802" y="101126"/>
                    <a:pt x="389571" y="102286"/>
                  </a:cubicBezTo>
                  <a:cubicBezTo>
                    <a:pt x="387406" y="103093"/>
                    <a:pt x="385087" y="103398"/>
                    <a:pt x="382788" y="103178"/>
                  </a:cubicBezTo>
                  <a:cubicBezTo>
                    <a:pt x="380309" y="103673"/>
                    <a:pt x="377864" y="104328"/>
                    <a:pt x="375470" y="105142"/>
                  </a:cubicBezTo>
                  <a:cubicBezTo>
                    <a:pt x="373356" y="105630"/>
                    <a:pt x="371158" y="105630"/>
                    <a:pt x="369044" y="105142"/>
                  </a:cubicBezTo>
                  <a:cubicBezTo>
                    <a:pt x="367357" y="104892"/>
                    <a:pt x="365643" y="104892"/>
                    <a:pt x="363956" y="105142"/>
                  </a:cubicBezTo>
                  <a:cubicBezTo>
                    <a:pt x="362261" y="107373"/>
                    <a:pt x="359048" y="107373"/>
                    <a:pt x="355745" y="107373"/>
                  </a:cubicBezTo>
                  <a:cubicBezTo>
                    <a:pt x="353323" y="107845"/>
                    <a:pt x="350980" y="108656"/>
                    <a:pt x="348784" y="109783"/>
                  </a:cubicBezTo>
                  <a:cubicBezTo>
                    <a:pt x="348248" y="111390"/>
                    <a:pt x="345393" y="112817"/>
                    <a:pt x="342715" y="113264"/>
                  </a:cubicBezTo>
                  <a:cubicBezTo>
                    <a:pt x="340038" y="113710"/>
                    <a:pt x="341644" y="111568"/>
                    <a:pt x="337806" y="109783"/>
                  </a:cubicBezTo>
                  <a:cubicBezTo>
                    <a:pt x="336021" y="109248"/>
                    <a:pt x="332005" y="110765"/>
                    <a:pt x="328881" y="109248"/>
                  </a:cubicBezTo>
                  <a:cubicBezTo>
                    <a:pt x="325758" y="107730"/>
                    <a:pt x="325936" y="103357"/>
                    <a:pt x="326561" y="99698"/>
                  </a:cubicBezTo>
                  <a:cubicBezTo>
                    <a:pt x="326650" y="98894"/>
                    <a:pt x="326115" y="95503"/>
                    <a:pt x="326115" y="91844"/>
                  </a:cubicBezTo>
                  <a:cubicBezTo>
                    <a:pt x="325731" y="89613"/>
                    <a:pt x="326352" y="87327"/>
                    <a:pt x="327810" y="85596"/>
                  </a:cubicBezTo>
                  <a:cubicBezTo>
                    <a:pt x="333196" y="81606"/>
                    <a:pt x="339237" y="78586"/>
                    <a:pt x="345660" y="76671"/>
                  </a:cubicBezTo>
                  <a:cubicBezTo>
                    <a:pt x="347356" y="76314"/>
                    <a:pt x="349052" y="79349"/>
                    <a:pt x="350391" y="79349"/>
                  </a:cubicBezTo>
                  <a:cubicBezTo>
                    <a:pt x="351729" y="79349"/>
                    <a:pt x="357977" y="75868"/>
                    <a:pt x="360654" y="75868"/>
                  </a:cubicBezTo>
                  <a:cubicBezTo>
                    <a:pt x="368950" y="74869"/>
                    <a:pt x="377156" y="73229"/>
                    <a:pt x="385198" y="70959"/>
                  </a:cubicBezTo>
                  <a:cubicBezTo>
                    <a:pt x="389393" y="69531"/>
                    <a:pt x="393230" y="71495"/>
                    <a:pt x="395640" y="69531"/>
                  </a:cubicBezTo>
                  <a:cubicBezTo>
                    <a:pt x="401920" y="67209"/>
                    <a:pt x="408327" y="65242"/>
                    <a:pt x="414828" y="63641"/>
                  </a:cubicBezTo>
                  <a:cubicBezTo>
                    <a:pt x="417148" y="63106"/>
                    <a:pt x="421432" y="61946"/>
                    <a:pt x="422682" y="59090"/>
                  </a:cubicBezTo>
                  <a:cubicBezTo>
                    <a:pt x="422816" y="57259"/>
                    <a:pt x="422510" y="55423"/>
                    <a:pt x="421790" y="53735"/>
                  </a:cubicBezTo>
                  <a:cubicBezTo>
                    <a:pt x="420718" y="50968"/>
                    <a:pt x="418576" y="51950"/>
                    <a:pt x="416256" y="51950"/>
                  </a:cubicBezTo>
                  <a:cubicBezTo>
                    <a:pt x="414051" y="51336"/>
                    <a:pt x="412165" y="49898"/>
                    <a:pt x="410990" y="47934"/>
                  </a:cubicBezTo>
                  <a:cubicBezTo>
                    <a:pt x="410879" y="46008"/>
                    <a:pt x="411312" y="44090"/>
                    <a:pt x="412240" y="42400"/>
                  </a:cubicBezTo>
                  <a:cubicBezTo>
                    <a:pt x="412954" y="40437"/>
                    <a:pt x="413400" y="39633"/>
                    <a:pt x="414293" y="37134"/>
                  </a:cubicBezTo>
                  <a:cubicBezTo>
                    <a:pt x="415124" y="34973"/>
                    <a:pt x="415839" y="32768"/>
                    <a:pt x="416434" y="30530"/>
                  </a:cubicBezTo>
                  <a:cubicBezTo>
                    <a:pt x="417595" y="26871"/>
                    <a:pt x="410633" y="16786"/>
                    <a:pt x="409741" y="14019"/>
                  </a:cubicBezTo>
                  <a:cubicBezTo>
                    <a:pt x="409310" y="11926"/>
                    <a:pt x="410065" y="9766"/>
                    <a:pt x="411704" y="8396"/>
                  </a:cubicBezTo>
                  <a:cubicBezTo>
                    <a:pt x="414739" y="5272"/>
                    <a:pt x="418219" y="6700"/>
                    <a:pt x="421790" y="6700"/>
                  </a:cubicBezTo>
                  <a:cubicBezTo>
                    <a:pt x="423891" y="6335"/>
                    <a:pt x="425894" y="5545"/>
                    <a:pt x="427680" y="4380"/>
                  </a:cubicBezTo>
                  <a:cubicBezTo>
                    <a:pt x="428840" y="3755"/>
                    <a:pt x="430715" y="4648"/>
                    <a:pt x="433303" y="3755"/>
                  </a:cubicBezTo>
                  <a:cubicBezTo>
                    <a:pt x="435891" y="2863"/>
                    <a:pt x="435891" y="1614"/>
                    <a:pt x="439014" y="1614"/>
                  </a:cubicBezTo>
                  <a:close/>
                  <a:moveTo>
                    <a:pt x="1616919" y="7"/>
                  </a:moveTo>
                  <a:cubicBezTo>
                    <a:pt x="1621024" y="275"/>
                    <a:pt x="1623970" y="4113"/>
                    <a:pt x="1626380" y="7326"/>
                  </a:cubicBezTo>
                  <a:cubicBezTo>
                    <a:pt x="1628789" y="10539"/>
                    <a:pt x="1625487" y="16162"/>
                    <a:pt x="1622363" y="18928"/>
                  </a:cubicBezTo>
                  <a:cubicBezTo>
                    <a:pt x="1619035" y="21684"/>
                    <a:pt x="1616379" y="25164"/>
                    <a:pt x="1614599" y="29103"/>
                  </a:cubicBezTo>
                  <a:cubicBezTo>
                    <a:pt x="1614063" y="30263"/>
                    <a:pt x="1614063" y="37580"/>
                    <a:pt x="1614599" y="38027"/>
                  </a:cubicBezTo>
                  <a:cubicBezTo>
                    <a:pt x="1615134" y="38473"/>
                    <a:pt x="1619150" y="41240"/>
                    <a:pt x="1619418" y="45256"/>
                  </a:cubicBezTo>
                  <a:cubicBezTo>
                    <a:pt x="1619686" y="49272"/>
                    <a:pt x="1615848" y="52396"/>
                    <a:pt x="1608886" y="66587"/>
                  </a:cubicBezTo>
                  <a:cubicBezTo>
                    <a:pt x="1609154" y="66765"/>
                    <a:pt x="1602639" y="75690"/>
                    <a:pt x="1600943" y="78100"/>
                  </a:cubicBezTo>
                  <a:cubicBezTo>
                    <a:pt x="1599248" y="80510"/>
                    <a:pt x="1605227" y="84615"/>
                    <a:pt x="1610582" y="83187"/>
                  </a:cubicBezTo>
                  <a:cubicBezTo>
                    <a:pt x="1613438" y="82384"/>
                    <a:pt x="1608886" y="90773"/>
                    <a:pt x="1615313" y="90773"/>
                  </a:cubicBezTo>
                  <a:cubicBezTo>
                    <a:pt x="1620221" y="90773"/>
                    <a:pt x="1626112" y="86400"/>
                    <a:pt x="1624238" y="81848"/>
                  </a:cubicBezTo>
                  <a:cubicBezTo>
                    <a:pt x="1622631" y="80331"/>
                    <a:pt x="1619507" y="81848"/>
                    <a:pt x="1616473" y="79260"/>
                  </a:cubicBezTo>
                  <a:cubicBezTo>
                    <a:pt x="1613438" y="76672"/>
                    <a:pt x="1613528" y="70335"/>
                    <a:pt x="1614688" y="70335"/>
                  </a:cubicBezTo>
                  <a:cubicBezTo>
                    <a:pt x="1616747" y="69534"/>
                    <a:pt x="1618519" y="68136"/>
                    <a:pt x="1619775" y="66319"/>
                  </a:cubicBezTo>
                  <a:cubicBezTo>
                    <a:pt x="1620757" y="65337"/>
                    <a:pt x="1623880" y="63106"/>
                    <a:pt x="1623880" y="61499"/>
                  </a:cubicBezTo>
                  <a:cubicBezTo>
                    <a:pt x="1623880" y="59893"/>
                    <a:pt x="1619240" y="58733"/>
                    <a:pt x="1623167" y="53021"/>
                  </a:cubicBezTo>
                  <a:cubicBezTo>
                    <a:pt x="1625666" y="49361"/>
                    <a:pt x="1628789" y="49718"/>
                    <a:pt x="1630396" y="49361"/>
                  </a:cubicBezTo>
                  <a:cubicBezTo>
                    <a:pt x="1632002" y="49004"/>
                    <a:pt x="1633609" y="45167"/>
                    <a:pt x="1634501" y="43203"/>
                  </a:cubicBezTo>
                  <a:cubicBezTo>
                    <a:pt x="1635521" y="41071"/>
                    <a:pt x="1636155" y="38774"/>
                    <a:pt x="1636376" y="36420"/>
                  </a:cubicBezTo>
                  <a:cubicBezTo>
                    <a:pt x="1636465" y="30799"/>
                    <a:pt x="1630128" y="28299"/>
                    <a:pt x="1631199" y="23926"/>
                  </a:cubicBezTo>
                  <a:cubicBezTo>
                    <a:pt x="1633430" y="15090"/>
                    <a:pt x="1654940" y="11699"/>
                    <a:pt x="1657171" y="10182"/>
                  </a:cubicBezTo>
                  <a:cubicBezTo>
                    <a:pt x="1657795" y="9736"/>
                    <a:pt x="1658331" y="7772"/>
                    <a:pt x="1659492" y="6880"/>
                  </a:cubicBezTo>
                  <a:cubicBezTo>
                    <a:pt x="1661723" y="5188"/>
                    <a:pt x="1664699" y="4846"/>
                    <a:pt x="1667256" y="5987"/>
                  </a:cubicBezTo>
                  <a:cubicBezTo>
                    <a:pt x="1670221" y="7457"/>
                    <a:pt x="1673031" y="9221"/>
                    <a:pt x="1675646" y="11253"/>
                  </a:cubicBezTo>
                  <a:cubicBezTo>
                    <a:pt x="1677350" y="12815"/>
                    <a:pt x="1678155" y="15128"/>
                    <a:pt x="1677788" y="17411"/>
                  </a:cubicBezTo>
                  <a:cubicBezTo>
                    <a:pt x="1677430" y="20088"/>
                    <a:pt x="1676003" y="27586"/>
                    <a:pt x="1676806" y="28210"/>
                  </a:cubicBezTo>
                  <a:cubicBezTo>
                    <a:pt x="1677609" y="28835"/>
                    <a:pt x="1669220" y="33386"/>
                    <a:pt x="1665382" y="37134"/>
                  </a:cubicBezTo>
                  <a:cubicBezTo>
                    <a:pt x="1660510" y="43395"/>
                    <a:pt x="1657427" y="50860"/>
                    <a:pt x="1656457" y="58733"/>
                  </a:cubicBezTo>
                  <a:cubicBezTo>
                    <a:pt x="1656278" y="59447"/>
                    <a:pt x="1654047" y="64802"/>
                    <a:pt x="1653779" y="66230"/>
                  </a:cubicBezTo>
                  <a:cubicBezTo>
                    <a:pt x="1653511" y="67658"/>
                    <a:pt x="1652530" y="71674"/>
                    <a:pt x="1651548" y="75155"/>
                  </a:cubicBezTo>
                  <a:cubicBezTo>
                    <a:pt x="1650325" y="78776"/>
                    <a:pt x="1649722" y="82578"/>
                    <a:pt x="1649763" y="86400"/>
                  </a:cubicBezTo>
                  <a:cubicBezTo>
                    <a:pt x="1650031" y="88631"/>
                    <a:pt x="1653065" y="88007"/>
                    <a:pt x="1654939" y="88007"/>
                  </a:cubicBezTo>
                  <a:cubicBezTo>
                    <a:pt x="1658751" y="87138"/>
                    <a:pt x="1662244" y="85221"/>
                    <a:pt x="1665025" y="82473"/>
                  </a:cubicBezTo>
                  <a:cubicBezTo>
                    <a:pt x="1667329" y="82085"/>
                    <a:pt x="1669682" y="82085"/>
                    <a:pt x="1671986" y="82473"/>
                  </a:cubicBezTo>
                  <a:cubicBezTo>
                    <a:pt x="1673771" y="83009"/>
                    <a:pt x="1675645" y="85954"/>
                    <a:pt x="1677609" y="86579"/>
                  </a:cubicBezTo>
                  <a:cubicBezTo>
                    <a:pt x="1679572" y="87203"/>
                    <a:pt x="1682339" y="87382"/>
                    <a:pt x="1683946" y="88453"/>
                  </a:cubicBezTo>
                  <a:cubicBezTo>
                    <a:pt x="1685552" y="89524"/>
                    <a:pt x="1689032" y="88453"/>
                    <a:pt x="1691174" y="91041"/>
                  </a:cubicBezTo>
                  <a:lnTo>
                    <a:pt x="1691710" y="90952"/>
                  </a:lnTo>
                  <a:cubicBezTo>
                    <a:pt x="1694680" y="95921"/>
                    <a:pt x="1696022" y="101693"/>
                    <a:pt x="1695548" y="107462"/>
                  </a:cubicBezTo>
                  <a:cubicBezTo>
                    <a:pt x="1695402" y="112689"/>
                    <a:pt x="1693994" y="117803"/>
                    <a:pt x="1691442" y="122367"/>
                  </a:cubicBezTo>
                  <a:cubicBezTo>
                    <a:pt x="1684679" y="126488"/>
                    <a:pt x="1676868" y="128564"/>
                    <a:pt x="1668952" y="128347"/>
                  </a:cubicBezTo>
                  <a:cubicBezTo>
                    <a:pt x="1666327" y="128340"/>
                    <a:pt x="1663813" y="129403"/>
                    <a:pt x="1661990" y="131292"/>
                  </a:cubicBezTo>
                  <a:cubicBezTo>
                    <a:pt x="1659028" y="132230"/>
                    <a:pt x="1655812" y="131941"/>
                    <a:pt x="1653065" y="130489"/>
                  </a:cubicBezTo>
                  <a:cubicBezTo>
                    <a:pt x="1649401" y="129592"/>
                    <a:pt x="1645574" y="129592"/>
                    <a:pt x="1641909" y="130489"/>
                  </a:cubicBezTo>
                  <a:cubicBezTo>
                    <a:pt x="1634094" y="132617"/>
                    <a:pt x="1627291" y="137457"/>
                    <a:pt x="1622720" y="144144"/>
                  </a:cubicBezTo>
                  <a:cubicBezTo>
                    <a:pt x="1621023" y="147185"/>
                    <a:pt x="1618601" y="149760"/>
                    <a:pt x="1615670" y="151641"/>
                  </a:cubicBezTo>
                  <a:cubicBezTo>
                    <a:pt x="1611417" y="154501"/>
                    <a:pt x="1607626" y="157993"/>
                    <a:pt x="1604424" y="161994"/>
                  </a:cubicBezTo>
                  <a:cubicBezTo>
                    <a:pt x="1602518" y="165184"/>
                    <a:pt x="1601881" y="168975"/>
                    <a:pt x="1602639" y="172614"/>
                  </a:cubicBezTo>
                  <a:cubicBezTo>
                    <a:pt x="1602996" y="173685"/>
                    <a:pt x="1605406" y="174309"/>
                    <a:pt x="1607994" y="173685"/>
                  </a:cubicBezTo>
                  <a:cubicBezTo>
                    <a:pt x="1611137" y="172237"/>
                    <a:pt x="1614355" y="170956"/>
                    <a:pt x="1617633" y="169847"/>
                  </a:cubicBezTo>
                  <a:cubicBezTo>
                    <a:pt x="1620221" y="169490"/>
                    <a:pt x="1621828" y="166278"/>
                    <a:pt x="1623970" y="166456"/>
                  </a:cubicBezTo>
                  <a:cubicBezTo>
                    <a:pt x="1626112" y="166635"/>
                    <a:pt x="1628968" y="170650"/>
                    <a:pt x="1635037" y="172078"/>
                  </a:cubicBezTo>
                  <a:cubicBezTo>
                    <a:pt x="1636911" y="172614"/>
                    <a:pt x="1640392" y="174845"/>
                    <a:pt x="1645836" y="176541"/>
                  </a:cubicBezTo>
                  <a:cubicBezTo>
                    <a:pt x="1646550" y="176719"/>
                    <a:pt x="1650834" y="177612"/>
                    <a:pt x="1650031" y="180825"/>
                  </a:cubicBezTo>
                  <a:cubicBezTo>
                    <a:pt x="1649891" y="184724"/>
                    <a:pt x="1648950" y="188552"/>
                    <a:pt x="1647264" y="192070"/>
                  </a:cubicBezTo>
                  <a:cubicBezTo>
                    <a:pt x="1645390" y="194301"/>
                    <a:pt x="1643159" y="197068"/>
                    <a:pt x="1640838" y="197604"/>
                  </a:cubicBezTo>
                  <a:cubicBezTo>
                    <a:pt x="1636643" y="198407"/>
                    <a:pt x="1634144" y="198496"/>
                    <a:pt x="1629503" y="199746"/>
                  </a:cubicBezTo>
                  <a:cubicBezTo>
                    <a:pt x="1627183" y="200371"/>
                    <a:pt x="1625487" y="201709"/>
                    <a:pt x="1621828" y="202334"/>
                  </a:cubicBezTo>
                  <a:cubicBezTo>
                    <a:pt x="1618169" y="202959"/>
                    <a:pt x="1603978" y="205636"/>
                    <a:pt x="1603978" y="210366"/>
                  </a:cubicBezTo>
                  <a:cubicBezTo>
                    <a:pt x="1604463" y="214455"/>
                    <a:pt x="1604731" y="218566"/>
                    <a:pt x="1604781" y="222683"/>
                  </a:cubicBezTo>
                  <a:cubicBezTo>
                    <a:pt x="1604577" y="226220"/>
                    <a:pt x="1604129" y="229738"/>
                    <a:pt x="1603442" y="233214"/>
                  </a:cubicBezTo>
                  <a:cubicBezTo>
                    <a:pt x="1601919" y="237055"/>
                    <a:pt x="1601073" y="241132"/>
                    <a:pt x="1600943" y="245262"/>
                  </a:cubicBezTo>
                  <a:cubicBezTo>
                    <a:pt x="1601211" y="249011"/>
                    <a:pt x="1596839" y="252581"/>
                    <a:pt x="1596303" y="253295"/>
                  </a:cubicBezTo>
                  <a:cubicBezTo>
                    <a:pt x="1593447" y="259453"/>
                    <a:pt x="1593894" y="268557"/>
                    <a:pt x="1587378" y="270609"/>
                  </a:cubicBezTo>
                  <a:cubicBezTo>
                    <a:pt x="1583140" y="272438"/>
                    <a:pt x="1578787" y="273989"/>
                    <a:pt x="1574348" y="275250"/>
                  </a:cubicBezTo>
                  <a:cubicBezTo>
                    <a:pt x="1570753" y="275722"/>
                    <a:pt x="1567240" y="276683"/>
                    <a:pt x="1563906" y="278106"/>
                  </a:cubicBezTo>
                  <a:cubicBezTo>
                    <a:pt x="1558776" y="279598"/>
                    <a:pt x="1553327" y="279598"/>
                    <a:pt x="1548198" y="278106"/>
                  </a:cubicBezTo>
                  <a:cubicBezTo>
                    <a:pt x="1546323" y="276589"/>
                    <a:pt x="1547216" y="271591"/>
                    <a:pt x="1547216" y="268646"/>
                  </a:cubicBezTo>
                  <a:cubicBezTo>
                    <a:pt x="1547127" y="263201"/>
                    <a:pt x="1533382" y="257489"/>
                    <a:pt x="1532043" y="254276"/>
                  </a:cubicBezTo>
                  <a:cubicBezTo>
                    <a:pt x="1530704" y="251063"/>
                    <a:pt x="1535435" y="251153"/>
                    <a:pt x="1540165" y="250260"/>
                  </a:cubicBezTo>
                  <a:cubicBezTo>
                    <a:pt x="1548287" y="248832"/>
                    <a:pt x="1555962" y="247940"/>
                    <a:pt x="1559800" y="246690"/>
                  </a:cubicBezTo>
                  <a:cubicBezTo>
                    <a:pt x="1567833" y="243745"/>
                    <a:pt x="1571224" y="227324"/>
                    <a:pt x="1575240" y="219916"/>
                  </a:cubicBezTo>
                  <a:cubicBezTo>
                    <a:pt x="1576490" y="217596"/>
                    <a:pt x="1576133" y="213847"/>
                    <a:pt x="1570956" y="213847"/>
                  </a:cubicBezTo>
                  <a:cubicBezTo>
                    <a:pt x="1566068" y="214260"/>
                    <a:pt x="1561227" y="215127"/>
                    <a:pt x="1556498" y="216436"/>
                  </a:cubicBezTo>
                  <a:cubicBezTo>
                    <a:pt x="1551612" y="217718"/>
                    <a:pt x="1546626" y="218584"/>
                    <a:pt x="1541593" y="219024"/>
                  </a:cubicBezTo>
                  <a:cubicBezTo>
                    <a:pt x="1538291" y="219202"/>
                    <a:pt x="1531329" y="223397"/>
                    <a:pt x="1529366" y="223397"/>
                  </a:cubicBezTo>
                  <a:cubicBezTo>
                    <a:pt x="1525796" y="223486"/>
                    <a:pt x="1522672" y="224914"/>
                    <a:pt x="1518388" y="220720"/>
                  </a:cubicBezTo>
                  <a:cubicBezTo>
                    <a:pt x="1516809" y="219796"/>
                    <a:pt x="1515133" y="219047"/>
                    <a:pt x="1513390" y="218488"/>
                  </a:cubicBezTo>
                  <a:cubicBezTo>
                    <a:pt x="1510981" y="217239"/>
                    <a:pt x="1512230" y="212330"/>
                    <a:pt x="1512230" y="210456"/>
                  </a:cubicBezTo>
                  <a:cubicBezTo>
                    <a:pt x="1512492" y="206685"/>
                    <a:pt x="1513241" y="202966"/>
                    <a:pt x="1514461" y="199389"/>
                  </a:cubicBezTo>
                  <a:cubicBezTo>
                    <a:pt x="1517569" y="194875"/>
                    <a:pt x="1522423" y="191866"/>
                    <a:pt x="1527848" y="191088"/>
                  </a:cubicBezTo>
                  <a:cubicBezTo>
                    <a:pt x="1529723" y="191088"/>
                    <a:pt x="1535614" y="193587"/>
                    <a:pt x="1537577" y="193587"/>
                  </a:cubicBezTo>
                  <a:cubicBezTo>
                    <a:pt x="1539540" y="193587"/>
                    <a:pt x="1543914" y="189393"/>
                    <a:pt x="1547037" y="187697"/>
                  </a:cubicBezTo>
                  <a:cubicBezTo>
                    <a:pt x="1550831" y="186303"/>
                    <a:pt x="1554745" y="185257"/>
                    <a:pt x="1558729" y="184573"/>
                  </a:cubicBezTo>
                  <a:cubicBezTo>
                    <a:pt x="1561265" y="183794"/>
                    <a:pt x="1563649" y="182586"/>
                    <a:pt x="1565780" y="181003"/>
                  </a:cubicBezTo>
                  <a:cubicBezTo>
                    <a:pt x="1567743" y="179843"/>
                    <a:pt x="1567565" y="178861"/>
                    <a:pt x="1568279" y="176898"/>
                  </a:cubicBezTo>
                  <a:cubicBezTo>
                    <a:pt x="1568993" y="174934"/>
                    <a:pt x="1568636" y="169847"/>
                    <a:pt x="1569528" y="167973"/>
                  </a:cubicBezTo>
                  <a:cubicBezTo>
                    <a:pt x="1570964" y="165133"/>
                    <a:pt x="1572072" y="162139"/>
                    <a:pt x="1572831" y="159049"/>
                  </a:cubicBezTo>
                  <a:cubicBezTo>
                    <a:pt x="1573277" y="156550"/>
                    <a:pt x="1567922" y="158424"/>
                    <a:pt x="1566048" y="158424"/>
                  </a:cubicBezTo>
                  <a:cubicBezTo>
                    <a:pt x="1563096" y="159236"/>
                    <a:pt x="1560475" y="160953"/>
                    <a:pt x="1558550" y="163333"/>
                  </a:cubicBezTo>
                  <a:cubicBezTo>
                    <a:pt x="1556144" y="165490"/>
                    <a:pt x="1553225" y="166996"/>
                    <a:pt x="1550071" y="167706"/>
                  </a:cubicBezTo>
                  <a:cubicBezTo>
                    <a:pt x="1547760" y="168508"/>
                    <a:pt x="1545244" y="168508"/>
                    <a:pt x="1542932" y="167706"/>
                  </a:cubicBezTo>
                  <a:cubicBezTo>
                    <a:pt x="1540254" y="166278"/>
                    <a:pt x="1540254" y="164404"/>
                    <a:pt x="1540255" y="161191"/>
                  </a:cubicBezTo>
                  <a:cubicBezTo>
                    <a:pt x="1539977" y="157827"/>
                    <a:pt x="1540657" y="154455"/>
                    <a:pt x="1542218" y="151462"/>
                  </a:cubicBezTo>
                  <a:cubicBezTo>
                    <a:pt x="1543824" y="149588"/>
                    <a:pt x="1543200" y="139592"/>
                    <a:pt x="1549715" y="133612"/>
                  </a:cubicBezTo>
                  <a:cubicBezTo>
                    <a:pt x="1551857" y="131738"/>
                    <a:pt x="1557837" y="134326"/>
                    <a:pt x="1560246" y="132898"/>
                  </a:cubicBezTo>
                  <a:cubicBezTo>
                    <a:pt x="1561510" y="131970"/>
                    <a:pt x="1562821" y="131107"/>
                    <a:pt x="1564173" y="130310"/>
                  </a:cubicBezTo>
                  <a:cubicBezTo>
                    <a:pt x="1566315" y="129418"/>
                    <a:pt x="1571314" y="130042"/>
                    <a:pt x="1573902" y="129418"/>
                  </a:cubicBezTo>
                  <a:cubicBezTo>
                    <a:pt x="1577653" y="128771"/>
                    <a:pt x="1581353" y="127846"/>
                    <a:pt x="1584969" y="126651"/>
                  </a:cubicBezTo>
                  <a:cubicBezTo>
                    <a:pt x="1586308" y="126205"/>
                    <a:pt x="1591662" y="126205"/>
                    <a:pt x="1593269" y="125223"/>
                  </a:cubicBezTo>
                  <a:cubicBezTo>
                    <a:pt x="1594875" y="124241"/>
                    <a:pt x="1594340" y="124509"/>
                    <a:pt x="1600230" y="122724"/>
                  </a:cubicBezTo>
                  <a:cubicBezTo>
                    <a:pt x="1599694" y="122546"/>
                    <a:pt x="1602639" y="120760"/>
                    <a:pt x="1604335" y="119779"/>
                  </a:cubicBezTo>
                  <a:cubicBezTo>
                    <a:pt x="1607560" y="119288"/>
                    <a:pt x="1610839" y="119288"/>
                    <a:pt x="1614063" y="119779"/>
                  </a:cubicBezTo>
                  <a:cubicBezTo>
                    <a:pt x="1617009" y="120403"/>
                    <a:pt x="1620578" y="119779"/>
                    <a:pt x="1622007" y="119779"/>
                  </a:cubicBezTo>
                  <a:cubicBezTo>
                    <a:pt x="1624610" y="120901"/>
                    <a:pt x="1627388" y="121565"/>
                    <a:pt x="1630217" y="121742"/>
                  </a:cubicBezTo>
                  <a:cubicBezTo>
                    <a:pt x="1632092" y="121653"/>
                    <a:pt x="1637179" y="117369"/>
                    <a:pt x="1639142" y="117369"/>
                  </a:cubicBezTo>
                  <a:cubicBezTo>
                    <a:pt x="1642760" y="115665"/>
                    <a:pt x="1644802" y="111763"/>
                    <a:pt x="1644140" y="107819"/>
                  </a:cubicBezTo>
                  <a:cubicBezTo>
                    <a:pt x="1640140" y="107702"/>
                    <a:pt x="1636144" y="108153"/>
                    <a:pt x="1632270" y="109158"/>
                  </a:cubicBezTo>
                  <a:cubicBezTo>
                    <a:pt x="1629593" y="110229"/>
                    <a:pt x="1621560" y="110050"/>
                    <a:pt x="1619775" y="110943"/>
                  </a:cubicBezTo>
                  <a:cubicBezTo>
                    <a:pt x="1613474" y="113125"/>
                    <a:pt x="1606756" y="113827"/>
                    <a:pt x="1600140" y="112996"/>
                  </a:cubicBezTo>
                  <a:cubicBezTo>
                    <a:pt x="1596725" y="113165"/>
                    <a:pt x="1593369" y="113951"/>
                    <a:pt x="1590234" y="115316"/>
                  </a:cubicBezTo>
                  <a:cubicBezTo>
                    <a:pt x="1587006" y="116321"/>
                    <a:pt x="1583688" y="117009"/>
                    <a:pt x="1580327" y="117369"/>
                  </a:cubicBezTo>
                  <a:cubicBezTo>
                    <a:pt x="1574941" y="117780"/>
                    <a:pt x="1569579" y="118465"/>
                    <a:pt x="1564262" y="119422"/>
                  </a:cubicBezTo>
                  <a:cubicBezTo>
                    <a:pt x="1561496" y="120047"/>
                    <a:pt x="1555605" y="120939"/>
                    <a:pt x="1551946" y="121921"/>
                  </a:cubicBezTo>
                  <a:cubicBezTo>
                    <a:pt x="1546839" y="123178"/>
                    <a:pt x="1541940" y="125161"/>
                    <a:pt x="1537398" y="127811"/>
                  </a:cubicBezTo>
                  <a:cubicBezTo>
                    <a:pt x="1533856" y="131307"/>
                    <a:pt x="1530849" y="135307"/>
                    <a:pt x="1528473" y="139681"/>
                  </a:cubicBezTo>
                  <a:cubicBezTo>
                    <a:pt x="1527210" y="141509"/>
                    <a:pt x="1525776" y="143213"/>
                    <a:pt x="1524189" y="144769"/>
                  </a:cubicBezTo>
                  <a:cubicBezTo>
                    <a:pt x="1516960" y="150035"/>
                    <a:pt x="1512498" y="157710"/>
                    <a:pt x="1505626" y="158960"/>
                  </a:cubicBezTo>
                  <a:cubicBezTo>
                    <a:pt x="1502822" y="159825"/>
                    <a:pt x="1499797" y="158592"/>
                    <a:pt x="1498397" y="156014"/>
                  </a:cubicBezTo>
                  <a:cubicBezTo>
                    <a:pt x="1495300" y="150824"/>
                    <a:pt x="1493437" y="144992"/>
                    <a:pt x="1492953" y="138967"/>
                  </a:cubicBezTo>
                  <a:cubicBezTo>
                    <a:pt x="1492953" y="133523"/>
                    <a:pt x="1496076" y="132185"/>
                    <a:pt x="1492953" y="121831"/>
                  </a:cubicBezTo>
                  <a:cubicBezTo>
                    <a:pt x="1492487" y="119195"/>
                    <a:pt x="1493517" y="116516"/>
                    <a:pt x="1495630" y="114870"/>
                  </a:cubicBezTo>
                  <a:cubicBezTo>
                    <a:pt x="1497446" y="114103"/>
                    <a:pt x="1499109" y="113014"/>
                    <a:pt x="1500539" y="111657"/>
                  </a:cubicBezTo>
                  <a:cubicBezTo>
                    <a:pt x="1504881" y="105275"/>
                    <a:pt x="1508873" y="98660"/>
                    <a:pt x="1512498" y="91844"/>
                  </a:cubicBezTo>
                  <a:cubicBezTo>
                    <a:pt x="1512498" y="91844"/>
                    <a:pt x="1514461" y="90684"/>
                    <a:pt x="1515889" y="91844"/>
                  </a:cubicBezTo>
                  <a:cubicBezTo>
                    <a:pt x="1517444" y="96814"/>
                    <a:pt x="1518256" y="101988"/>
                    <a:pt x="1518299" y="107194"/>
                  </a:cubicBezTo>
                  <a:cubicBezTo>
                    <a:pt x="1518267" y="107733"/>
                    <a:pt x="1518345" y="108272"/>
                    <a:pt x="1518530" y="108779"/>
                  </a:cubicBezTo>
                  <a:cubicBezTo>
                    <a:pt x="1519273" y="110816"/>
                    <a:pt x="1521527" y="111865"/>
                    <a:pt x="1523564" y="111121"/>
                  </a:cubicBezTo>
                  <a:cubicBezTo>
                    <a:pt x="1527188" y="110367"/>
                    <a:pt x="1530657" y="109009"/>
                    <a:pt x="1533828" y="107105"/>
                  </a:cubicBezTo>
                  <a:cubicBezTo>
                    <a:pt x="1534453" y="106659"/>
                    <a:pt x="1537309" y="105410"/>
                    <a:pt x="1537309" y="103625"/>
                  </a:cubicBezTo>
                  <a:cubicBezTo>
                    <a:pt x="1536694" y="101150"/>
                    <a:pt x="1535795" y="98754"/>
                    <a:pt x="1534631" y="96486"/>
                  </a:cubicBezTo>
                  <a:cubicBezTo>
                    <a:pt x="1533677" y="93106"/>
                    <a:pt x="1533080" y="89636"/>
                    <a:pt x="1532846" y="86132"/>
                  </a:cubicBezTo>
                  <a:cubicBezTo>
                    <a:pt x="1532846" y="84258"/>
                    <a:pt x="1533650" y="73191"/>
                    <a:pt x="1534453" y="64891"/>
                  </a:cubicBezTo>
                  <a:cubicBezTo>
                    <a:pt x="1534989" y="60250"/>
                    <a:pt x="1532936" y="54716"/>
                    <a:pt x="1532936" y="42400"/>
                  </a:cubicBezTo>
                  <a:cubicBezTo>
                    <a:pt x="1533136" y="38021"/>
                    <a:pt x="1532437" y="33648"/>
                    <a:pt x="1530883" y="29549"/>
                  </a:cubicBezTo>
                  <a:cubicBezTo>
                    <a:pt x="1528652" y="28210"/>
                    <a:pt x="1531687" y="22944"/>
                    <a:pt x="1535167" y="22141"/>
                  </a:cubicBezTo>
                  <a:cubicBezTo>
                    <a:pt x="1537216" y="21964"/>
                    <a:pt x="1539277" y="21964"/>
                    <a:pt x="1541325" y="22141"/>
                  </a:cubicBezTo>
                  <a:cubicBezTo>
                    <a:pt x="1542664" y="22052"/>
                    <a:pt x="1542485" y="19285"/>
                    <a:pt x="1544449" y="20088"/>
                  </a:cubicBezTo>
                  <a:cubicBezTo>
                    <a:pt x="1546412" y="20892"/>
                    <a:pt x="1546056" y="21249"/>
                    <a:pt x="1547127" y="24105"/>
                  </a:cubicBezTo>
                  <a:cubicBezTo>
                    <a:pt x="1548198" y="26961"/>
                    <a:pt x="1547394" y="28478"/>
                    <a:pt x="1548198" y="31423"/>
                  </a:cubicBezTo>
                  <a:cubicBezTo>
                    <a:pt x="1549001" y="34368"/>
                    <a:pt x="1547751" y="38651"/>
                    <a:pt x="1549001" y="40347"/>
                  </a:cubicBezTo>
                  <a:cubicBezTo>
                    <a:pt x="1549781" y="42141"/>
                    <a:pt x="1549781" y="44177"/>
                    <a:pt x="1549001" y="45970"/>
                  </a:cubicBezTo>
                  <a:cubicBezTo>
                    <a:pt x="1548629" y="48006"/>
                    <a:pt x="1548629" y="50092"/>
                    <a:pt x="1549001" y="52128"/>
                  </a:cubicBezTo>
                  <a:cubicBezTo>
                    <a:pt x="1549715" y="54449"/>
                    <a:pt x="1548733" y="56858"/>
                    <a:pt x="1549001" y="59893"/>
                  </a:cubicBezTo>
                  <a:cubicBezTo>
                    <a:pt x="1549269" y="62927"/>
                    <a:pt x="1549893" y="72923"/>
                    <a:pt x="1549893" y="75065"/>
                  </a:cubicBezTo>
                  <a:cubicBezTo>
                    <a:pt x="1549893" y="77207"/>
                    <a:pt x="1552392" y="80599"/>
                    <a:pt x="1551857" y="85240"/>
                  </a:cubicBezTo>
                  <a:cubicBezTo>
                    <a:pt x="1551857" y="87114"/>
                    <a:pt x="1551857" y="90952"/>
                    <a:pt x="1551857" y="92737"/>
                  </a:cubicBezTo>
                  <a:cubicBezTo>
                    <a:pt x="1551321" y="96575"/>
                    <a:pt x="1548019" y="99520"/>
                    <a:pt x="1548822" y="101662"/>
                  </a:cubicBezTo>
                  <a:cubicBezTo>
                    <a:pt x="1549600" y="103639"/>
                    <a:pt x="1551146" y="105216"/>
                    <a:pt x="1553106" y="106034"/>
                  </a:cubicBezTo>
                  <a:cubicBezTo>
                    <a:pt x="1555516" y="106570"/>
                    <a:pt x="1559621" y="103714"/>
                    <a:pt x="1561584" y="103714"/>
                  </a:cubicBezTo>
                  <a:cubicBezTo>
                    <a:pt x="1564032" y="103777"/>
                    <a:pt x="1566481" y="103628"/>
                    <a:pt x="1568903" y="103268"/>
                  </a:cubicBezTo>
                  <a:cubicBezTo>
                    <a:pt x="1572798" y="102113"/>
                    <a:pt x="1576809" y="101395"/>
                    <a:pt x="1580863" y="101126"/>
                  </a:cubicBezTo>
                  <a:cubicBezTo>
                    <a:pt x="1582648" y="101037"/>
                    <a:pt x="1585772" y="98895"/>
                    <a:pt x="1587378" y="98895"/>
                  </a:cubicBezTo>
                  <a:cubicBezTo>
                    <a:pt x="1589266" y="98083"/>
                    <a:pt x="1590990" y="96934"/>
                    <a:pt x="1592465" y="95504"/>
                  </a:cubicBezTo>
                  <a:cubicBezTo>
                    <a:pt x="1593542" y="94532"/>
                    <a:pt x="1593834" y="92960"/>
                    <a:pt x="1593179" y="91666"/>
                  </a:cubicBezTo>
                  <a:cubicBezTo>
                    <a:pt x="1591930" y="88542"/>
                    <a:pt x="1589342" y="89792"/>
                    <a:pt x="1586039" y="90952"/>
                  </a:cubicBezTo>
                  <a:cubicBezTo>
                    <a:pt x="1584254" y="91666"/>
                    <a:pt x="1580685" y="94790"/>
                    <a:pt x="1579524" y="93629"/>
                  </a:cubicBezTo>
                  <a:cubicBezTo>
                    <a:pt x="1577479" y="92395"/>
                    <a:pt x="1576675" y="89830"/>
                    <a:pt x="1577650" y="87650"/>
                  </a:cubicBezTo>
                  <a:cubicBezTo>
                    <a:pt x="1578096" y="85686"/>
                    <a:pt x="1576312" y="81938"/>
                    <a:pt x="1573723" y="82741"/>
                  </a:cubicBezTo>
                  <a:cubicBezTo>
                    <a:pt x="1571135" y="83544"/>
                    <a:pt x="1570956" y="87293"/>
                    <a:pt x="1571135" y="90060"/>
                  </a:cubicBezTo>
                  <a:cubicBezTo>
                    <a:pt x="1571314" y="92826"/>
                    <a:pt x="1569260" y="93451"/>
                    <a:pt x="1568011" y="94433"/>
                  </a:cubicBezTo>
                  <a:cubicBezTo>
                    <a:pt x="1566762" y="95414"/>
                    <a:pt x="1565601" y="97556"/>
                    <a:pt x="1563638" y="96753"/>
                  </a:cubicBezTo>
                  <a:cubicBezTo>
                    <a:pt x="1560661" y="95046"/>
                    <a:pt x="1558927" y="91786"/>
                    <a:pt x="1559175" y="88364"/>
                  </a:cubicBezTo>
                  <a:cubicBezTo>
                    <a:pt x="1559086" y="86489"/>
                    <a:pt x="1559800" y="72834"/>
                    <a:pt x="1559800" y="71049"/>
                  </a:cubicBezTo>
                  <a:cubicBezTo>
                    <a:pt x="1560157" y="67390"/>
                    <a:pt x="1557837" y="62392"/>
                    <a:pt x="1557837" y="59268"/>
                  </a:cubicBezTo>
                  <a:cubicBezTo>
                    <a:pt x="1558130" y="53709"/>
                    <a:pt x="1558130" y="48139"/>
                    <a:pt x="1557837" y="42579"/>
                  </a:cubicBezTo>
                  <a:cubicBezTo>
                    <a:pt x="1557530" y="40682"/>
                    <a:pt x="1557114" y="38804"/>
                    <a:pt x="1556587" y="36956"/>
                  </a:cubicBezTo>
                  <a:cubicBezTo>
                    <a:pt x="1556852" y="33964"/>
                    <a:pt x="1558037" y="31126"/>
                    <a:pt x="1559979" y="28835"/>
                  </a:cubicBezTo>
                  <a:cubicBezTo>
                    <a:pt x="1561439" y="27117"/>
                    <a:pt x="1563465" y="25978"/>
                    <a:pt x="1565691" y="25622"/>
                  </a:cubicBezTo>
                  <a:cubicBezTo>
                    <a:pt x="1567833" y="25176"/>
                    <a:pt x="1568458" y="30709"/>
                    <a:pt x="1568457" y="34546"/>
                  </a:cubicBezTo>
                  <a:cubicBezTo>
                    <a:pt x="1568376" y="36586"/>
                    <a:pt x="1569042" y="38585"/>
                    <a:pt x="1570331" y="40169"/>
                  </a:cubicBezTo>
                  <a:cubicBezTo>
                    <a:pt x="1572019" y="46307"/>
                    <a:pt x="1572919" y="52635"/>
                    <a:pt x="1573009" y="59000"/>
                  </a:cubicBezTo>
                  <a:cubicBezTo>
                    <a:pt x="1572920" y="62481"/>
                    <a:pt x="1573455" y="62035"/>
                    <a:pt x="1575508" y="63374"/>
                  </a:cubicBezTo>
                  <a:cubicBezTo>
                    <a:pt x="1577561" y="64712"/>
                    <a:pt x="1583719" y="62124"/>
                    <a:pt x="1585237" y="63374"/>
                  </a:cubicBezTo>
                  <a:cubicBezTo>
                    <a:pt x="1586754" y="64623"/>
                    <a:pt x="1587468" y="68015"/>
                    <a:pt x="1588896" y="68015"/>
                  </a:cubicBezTo>
                  <a:cubicBezTo>
                    <a:pt x="1593447" y="68639"/>
                    <a:pt x="1596571" y="61499"/>
                    <a:pt x="1597820" y="59714"/>
                  </a:cubicBezTo>
                  <a:cubicBezTo>
                    <a:pt x="1601122" y="55073"/>
                    <a:pt x="1594072" y="48648"/>
                    <a:pt x="1593090" y="48469"/>
                  </a:cubicBezTo>
                  <a:cubicBezTo>
                    <a:pt x="1592108" y="48290"/>
                    <a:pt x="1589252" y="50879"/>
                    <a:pt x="1585237" y="51503"/>
                  </a:cubicBezTo>
                  <a:cubicBezTo>
                    <a:pt x="1581220" y="52128"/>
                    <a:pt x="1582916" y="54984"/>
                    <a:pt x="1579703" y="54092"/>
                  </a:cubicBezTo>
                  <a:cubicBezTo>
                    <a:pt x="1576490" y="53199"/>
                    <a:pt x="1577918" y="46148"/>
                    <a:pt x="1579703" y="42936"/>
                  </a:cubicBezTo>
                  <a:cubicBezTo>
                    <a:pt x="1581521" y="40271"/>
                    <a:pt x="1582683" y="37212"/>
                    <a:pt x="1583094" y="34011"/>
                  </a:cubicBezTo>
                  <a:cubicBezTo>
                    <a:pt x="1582737" y="30174"/>
                    <a:pt x="1579346" y="25533"/>
                    <a:pt x="1579346" y="24105"/>
                  </a:cubicBezTo>
                  <a:cubicBezTo>
                    <a:pt x="1579346" y="22677"/>
                    <a:pt x="1583719" y="17946"/>
                    <a:pt x="1585593" y="17857"/>
                  </a:cubicBezTo>
                  <a:cubicBezTo>
                    <a:pt x="1587468" y="17768"/>
                    <a:pt x="1590681" y="23480"/>
                    <a:pt x="1592466" y="23480"/>
                  </a:cubicBezTo>
                  <a:cubicBezTo>
                    <a:pt x="1594250" y="23480"/>
                    <a:pt x="1598713" y="16518"/>
                    <a:pt x="1600765" y="12502"/>
                  </a:cubicBezTo>
                  <a:cubicBezTo>
                    <a:pt x="1602104" y="10003"/>
                    <a:pt x="1602907" y="2863"/>
                    <a:pt x="1606923" y="1078"/>
                  </a:cubicBezTo>
                  <a:cubicBezTo>
                    <a:pt x="1608530" y="1078"/>
                    <a:pt x="1610761" y="1881"/>
                    <a:pt x="1611921" y="1078"/>
                  </a:cubicBezTo>
                  <a:cubicBezTo>
                    <a:pt x="1613472" y="309"/>
                    <a:pt x="1615190" y="-59"/>
                    <a:pt x="1616919" y="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0FE12454-6E3E-4501-B87B-F33909D9E9E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514800"/>
              <a:ext cx="507600" cy="507600"/>
              <a:chOff x="2216986" y="864164"/>
              <a:chExt cx="5847244" cy="5847244"/>
            </a:xfrm>
          </p:grpSpPr>
          <p:sp>
            <p:nvSpPr>
              <p:cNvPr id="123" name="任意多边形: 形状 122">
                <a:extLst>
                  <a:ext uri="{FF2B5EF4-FFF2-40B4-BE49-F238E27FC236}">
                    <a16:creationId xmlns:a16="http://schemas.microsoft.com/office/drawing/2014/main" id="{CBF850CF-B21A-4C8E-9360-EBAABA943C6B}"/>
                  </a:ext>
                </a:extLst>
              </p:cNvPr>
              <p:cNvSpPr/>
              <p:nvPr/>
            </p:nvSpPr>
            <p:spPr>
              <a:xfrm>
                <a:off x="2953301" y="1600488"/>
                <a:ext cx="4374605" cy="4374605"/>
              </a:xfrm>
              <a:custGeom>
                <a:avLst/>
                <a:gdLst>
                  <a:gd name="connsiteX0" fmla="*/ -365 w 404050"/>
                  <a:gd name="connsiteY0" fmla="*/ 201889 h 404050"/>
                  <a:gd name="connsiteX1" fmla="*/ 201660 w 404050"/>
                  <a:gd name="connsiteY1" fmla="*/ -136 h 404050"/>
                  <a:gd name="connsiteX2" fmla="*/ 403685 w 404050"/>
                  <a:gd name="connsiteY2" fmla="*/ 201889 h 404050"/>
                  <a:gd name="connsiteX3" fmla="*/ 201660 w 404050"/>
                  <a:gd name="connsiteY3" fmla="*/ 403914 h 404050"/>
                  <a:gd name="connsiteX4" fmla="*/ -365 w 404050"/>
                  <a:gd name="connsiteY4" fmla="*/ 201889 h 40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4050" h="404050">
                    <a:moveTo>
                      <a:pt x="-365" y="201889"/>
                    </a:moveTo>
                    <a:cubicBezTo>
                      <a:pt x="-365" y="90314"/>
                      <a:pt x="90085" y="-136"/>
                      <a:pt x="201660" y="-136"/>
                    </a:cubicBezTo>
                    <a:cubicBezTo>
                      <a:pt x="313236" y="-136"/>
                      <a:pt x="403685" y="90314"/>
                      <a:pt x="403685" y="201889"/>
                    </a:cubicBezTo>
                    <a:cubicBezTo>
                      <a:pt x="403685" y="313465"/>
                      <a:pt x="313236" y="403914"/>
                      <a:pt x="201660" y="403914"/>
                    </a:cubicBezTo>
                    <a:cubicBezTo>
                      <a:pt x="90107" y="403862"/>
                      <a:pt x="-312" y="313443"/>
                      <a:pt x="-365" y="201889"/>
                    </a:cubicBezTo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4" name="任意多边形: 形状 123">
                <a:extLst>
                  <a:ext uri="{FF2B5EF4-FFF2-40B4-BE49-F238E27FC236}">
                    <a16:creationId xmlns:a16="http://schemas.microsoft.com/office/drawing/2014/main" id="{22867DDB-BC3C-4ED4-B138-84D833E3BA2F}"/>
                  </a:ext>
                </a:extLst>
              </p:cNvPr>
              <p:cNvSpPr/>
              <p:nvPr/>
            </p:nvSpPr>
            <p:spPr>
              <a:xfrm>
                <a:off x="4296171" y="5162025"/>
                <a:ext cx="1689209" cy="788797"/>
              </a:xfrm>
              <a:custGeom>
                <a:avLst/>
                <a:gdLst>
                  <a:gd name="connsiteX0" fmla="*/ 884371 w 1689209"/>
                  <a:gd name="connsiteY0" fmla="*/ 777495 h 788797"/>
                  <a:gd name="connsiteX1" fmla="*/ 884308 w 1689209"/>
                  <a:gd name="connsiteY1" fmla="*/ 777576 h 788797"/>
                  <a:gd name="connsiteX2" fmla="*/ 881730 w 1689209"/>
                  <a:gd name="connsiteY2" fmla="*/ 778607 h 788797"/>
                  <a:gd name="connsiteX3" fmla="*/ 1398399 w 1689209"/>
                  <a:gd name="connsiteY3" fmla="*/ 610508 h 788797"/>
                  <a:gd name="connsiteX4" fmla="*/ 1409735 w 1689209"/>
                  <a:gd name="connsiteY4" fmla="*/ 635258 h 788797"/>
                  <a:gd name="connsiteX5" fmla="*/ 1398399 w 1689209"/>
                  <a:gd name="connsiteY5" fmla="*/ 709509 h 788797"/>
                  <a:gd name="connsiteX6" fmla="*/ 1391177 w 1689209"/>
                  <a:gd name="connsiteY6" fmla="*/ 639383 h 788797"/>
                  <a:gd name="connsiteX7" fmla="*/ 1398399 w 1689209"/>
                  <a:gd name="connsiteY7" fmla="*/ 610508 h 788797"/>
                  <a:gd name="connsiteX8" fmla="*/ 900298 w 1689209"/>
                  <a:gd name="connsiteY8" fmla="*/ 610508 h 788797"/>
                  <a:gd name="connsiteX9" fmla="*/ 912673 w 1689209"/>
                  <a:gd name="connsiteY9" fmla="*/ 635258 h 788797"/>
                  <a:gd name="connsiteX10" fmla="*/ 900298 w 1689209"/>
                  <a:gd name="connsiteY10" fmla="*/ 709509 h 788797"/>
                  <a:gd name="connsiteX11" fmla="*/ 893076 w 1689209"/>
                  <a:gd name="connsiteY11" fmla="*/ 639383 h 788797"/>
                  <a:gd name="connsiteX12" fmla="*/ 900298 w 1689209"/>
                  <a:gd name="connsiteY12" fmla="*/ 610508 h 788797"/>
                  <a:gd name="connsiteX13" fmla="*/ 1312802 w 1689209"/>
                  <a:gd name="connsiteY13" fmla="*/ 607412 h 788797"/>
                  <a:gd name="connsiteX14" fmla="*/ 1323120 w 1689209"/>
                  <a:gd name="connsiteY14" fmla="*/ 635259 h 788797"/>
                  <a:gd name="connsiteX15" fmla="*/ 1314860 w 1689209"/>
                  <a:gd name="connsiteY15" fmla="*/ 708481 h 788797"/>
                  <a:gd name="connsiteX16" fmla="*/ 1300427 w 1689209"/>
                  <a:gd name="connsiteY16" fmla="*/ 638344 h 788797"/>
                  <a:gd name="connsiteX17" fmla="*/ 1312802 w 1689209"/>
                  <a:gd name="connsiteY17" fmla="*/ 607412 h 788797"/>
                  <a:gd name="connsiteX18" fmla="*/ 818826 w 1689209"/>
                  <a:gd name="connsiteY18" fmla="*/ 607412 h 788797"/>
                  <a:gd name="connsiteX19" fmla="*/ 829144 w 1689209"/>
                  <a:gd name="connsiteY19" fmla="*/ 635259 h 788797"/>
                  <a:gd name="connsiteX20" fmla="*/ 819866 w 1689209"/>
                  <a:gd name="connsiteY20" fmla="*/ 709510 h 788797"/>
                  <a:gd name="connsiteX21" fmla="*/ 805422 w 1689209"/>
                  <a:gd name="connsiteY21" fmla="*/ 638344 h 788797"/>
                  <a:gd name="connsiteX22" fmla="*/ 818826 w 1689209"/>
                  <a:gd name="connsiteY22" fmla="*/ 607412 h 788797"/>
                  <a:gd name="connsiteX23" fmla="*/ 320211 w 1689209"/>
                  <a:gd name="connsiteY23" fmla="*/ 606386 h 788797"/>
                  <a:gd name="connsiteX24" fmla="*/ 327946 w 1689209"/>
                  <a:gd name="connsiteY24" fmla="*/ 609480 h 788797"/>
                  <a:gd name="connsiteX25" fmla="*/ 327946 w 1689209"/>
                  <a:gd name="connsiteY25" fmla="*/ 705385 h 788797"/>
                  <a:gd name="connsiteX26" fmla="*/ 310418 w 1689209"/>
                  <a:gd name="connsiteY26" fmla="*/ 705385 h 788797"/>
                  <a:gd name="connsiteX27" fmla="*/ 310418 w 1689209"/>
                  <a:gd name="connsiteY27" fmla="*/ 608452 h 788797"/>
                  <a:gd name="connsiteX28" fmla="*/ 312475 w 1689209"/>
                  <a:gd name="connsiteY28" fmla="*/ 609480 h 788797"/>
                  <a:gd name="connsiteX29" fmla="*/ 320211 w 1689209"/>
                  <a:gd name="connsiteY29" fmla="*/ 606386 h 788797"/>
                  <a:gd name="connsiteX30" fmla="*/ 397044 w 1689209"/>
                  <a:gd name="connsiteY30" fmla="*/ 601229 h 788797"/>
                  <a:gd name="connsiteX31" fmla="*/ 405294 w 1689209"/>
                  <a:gd name="connsiteY31" fmla="*/ 635258 h 788797"/>
                  <a:gd name="connsiteX32" fmla="*/ 397044 w 1689209"/>
                  <a:gd name="connsiteY32" fmla="*/ 704356 h 788797"/>
                  <a:gd name="connsiteX33" fmla="*/ 387765 w 1689209"/>
                  <a:gd name="connsiteY33" fmla="*/ 635258 h 788797"/>
                  <a:gd name="connsiteX34" fmla="*/ 397044 w 1689209"/>
                  <a:gd name="connsiteY34" fmla="*/ 601229 h 788797"/>
                  <a:gd name="connsiteX35" fmla="*/ 362834 w 1689209"/>
                  <a:gd name="connsiteY35" fmla="*/ 586035 h 788797"/>
                  <a:gd name="connsiteX36" fmla="*/ 369196 w 1689209"/>
                  <a:gd name="connsiteY36" fmla="*/ 591951 h 788797"/>
                  <a:gd name="connsiteX37" fmla="*/ 369196 w 1689209"/>
                  <a:gd name="connsiteY37" fmla="*/ 711577 h 788797"/>
                  <a:gd name="connsiteX38" fmla="*/ 348571 w 1689209"/>
                  <a:gd name="connsiteY38" fmla="*/ 711577 h 788797"/>
                  <a:gd name="connsiteX39" fmla="*/ 348571 w 1689209"/>
                  <a:gd name="connsiteY39" fmla="*/ 595036 h 788797"/>
                  <a:gd name="connsiteX40" fmla="*/ 348571 w 1689209"/>
                  <a:gd name="connsiteY40" fmla="*/ 591951 h 788797"/>
                  <a:gd name="connsiteX41" fmla="*/ 354158 w 1689209"/>
                  <a:gd name="connsiteY41" fmla="*/ 586364 h 788797"/>
                  <a:gd name="connsiteX42" fmla="*/ 362834 w 1689209"/>
                  <a:gd name="connsiteY42" fmla="*/ 586035 h 788797"/>
                  <a:gd name="connsiteX43" fmla="*/ 1360234 w 1689209"/>
                  <a:gd name="connsiteY43" fmla="*/ 585758 h 788797"/>
                  <a:gd name="connsiteX44" fmla="*/ 1371581 w 1689209"/>
                  <a:gd name="connsiteY44" fmla="*/ 630105 h 788797"/>
                  <a:gd name="connsiteX45" fmla="*/ 1359206 w 1689209"/>
                  <a:gd name="connsiteY45" fmla="*/ 715692 h 788797"/>
                  <a:gd name="connsiteX46" fmla="*/ 1346831 w 1689209"/>
                  <a:gd name="connsiteY46" fmla="*/ 629066 h 788797"/>
                  <a:gd name="connsiteX47" fmla="*/ 1360234 w 1689209"/>
                  <a:gd name="connsiteY47" fmla="*/ 585758 h 788797"/>
                  <a:gd name="connsiteX48" fmla="*/ 863173 w 1689209"/>
                  <a:gd name="connsiteY48" fmla="*/ 585758 h 788797"/>
                  <a:gd name="connsiteX49" fmla="*/ 873481 w 1689209"/>
                  <a:gd name="connsiteY49" fmla="*/ 630105 h 788797"/>
                  <a:gd name="connsiteX50" fmla="*/ 861105 w 1689209"/>
                  <a:gd name="connsiteY50" fmla="*/ 715692 h 788797"/>
                  <a:gd name="connsiteX51" fmla="*/ 848730 w 1689209"/>
                  <a:gd name="connsiteY51" fmla="*/ 629066 h 788797"/>
                  <a:gd name="connsiteX52" fmla="*/ 863173 w 1689209"/>
                  <a:gd name="connsiteY52" fmla="*/ 585758 h 788797"/>
                  <a:gd name="connsiteX53" fmla="*/ 651698 w 1689209"/>
                  <a:gd name="connsiteY53" fmla="*/ 575844 h 788797"/>
                  <a:gd name="connsiteX54" fmla="*/ 788738 w 1689209"/>
                  <a:gd name="connsiteY54" fmla="*/ 678111 h 788797"/>
                  <a:gd name="connsiteX55" fmla="*/ 797172 w 1689209"/>
                  <a:gd name="connsiteY55" fmla="*/ 744567 h 788797"/>
                  <a:gd name="connsiteX56" fmla="*/ 914731 w 1689209"/>
                  <a:gd name="connsiteY56" fmla="*/ 744567 h 788797"/>
                  <a:gd name="connsiteX57" fmla="*/ 959078 w 1689209"/>
                  <a:gd name="connsiteY57" fmla="*/ 641440 h 788797"/>
                  <a:gd name="connsiteX58" fmla="*/ 1084886 w 1689209"/>
                  <a:gd name="connsiteY58" fmla="*/ 590911 h 788797"/>
                  <a:gd name="connsiteX59" fmla="*/ 1260206 w 1689209"/>
                  <a:gd name="connsiteY59" fmla="*/ 637315 h 788797"/>
                  <a:gd name="connsiteX60" fmla="*/ 1294234 w 1689209"/>
                  <a:gd name="connsiteY60" fmla="*/ 750760 h 788797"/>
                  <a:gd name="connsiteX61" fmla="*/ 1412832 w 1689209"/>
                  <a:gd name="connsiteY61" fmla="*/ 750760 h 788797"/>
                  <a:gd name="connsiteX62" fmla="*/ 1480890 w 1689209"/>
                  <a:gd name="connsiteY62" fmla="*/ 614633 h 788797"/>
                  <a:gd name="connsiteX63" fmla="*/ 1603612 w 1689209"/>
                  <a:gd name="connsiteY63" fmla="*/ 586786 h 788797"/>
                  <a:gd name="connsiteX64" fmla="*/ 1603612 w 1689209"/>
                  <a:gd name="connsiteY64" fmla="*/ 630105 h 788797"/>
                  <a:gd name="connsiteX65" fmla="*/ 1481929 w 1689209"/>
                  <a:gd name="connsiteY65" fmla="*/ 647633 h 788797"/>
                  <a:gd name="connsiteX66" fmla="*/ 1431400 w 1689209"/>
                  <a:gd name="connsiteY66" fmla="*/ 750760 h 788797"/>
                  <a:gd name="connsiteX67" fmla="*/ 1426236 w 1689209"/>
                  <a:gd name="connsiteY67" fmla="*/ 766231 h 788797"/>
                  <a:gd name="connsiteX68" fmla="*/ 1362303 w 1689209"/>
                  <a:gd name="connsiteY68" fmla="*/ 778607 h 788797"/>
                  <a:gd name="connsiteX69" fmla="*/ 1363633 w 1689209"/>
                  <a:gd name="connsiteY69" fmla="*/ 776539 h 788797"/>
                  <a:gd name="connsiteX70" fmla="*/ 1363672 w 1689209"/>
                  <a:gd name="connsiteY70" fmla="*/ 776479 h 788797"/>
                  <a:gd name="connsiteX71" fmla="*/ 1394264 w 1689209"/>
                  <a:gd name="connsiteY71" fmla="*/ 763135 h 788797"/>
                  <a:gd name="connsiteX72" fmla="*/ 1331360 w 1689209"/>
                  <a:gd name="connsiteY72" fmla="*/ 776539 h 788797"/>
                  <a:gd name="connsiteX73" fmla="*/ 1309706 w 1689209"/>
                  <a:gd name="connsiteY73" fmla="*/ 776539 h 788797"/>
                  <a:gd name="connsiteX74" fmla="*/ 1327235 w 1689209"/>
                  <a:gd name="connsiteY74" fmla="*/ 771385 h 788797"/>
                  <a:gd name="connsiteX75" fmla="*/ 1224109 w 1689209"/>
                  <a:gd name="connsiteY75" fmla="*/ 771385 h 788797"/>
                  <a:gd name="connsiteX76" fmla="*/ 1166358 w 1689209"/>
                  <a:gd name="connsiteY76" fmla="*/ 638355 h 788797"/>
                  <a:gd name="connsiteX77" fmla="*/ 1015800 w 1689209"/>
                  <a:gd name="connsiteY77" fmla="*/ 631133 h 788797"/>
                  <a:gd name="connsiteX78" fmla="*/ 940520 w 1689209"/>
                  <a:gd name="connsiteY78" fmla="*/ 746635 h 788797"/>
                  <a:gd name="connsiteX79" fmla="*/ 933299 w 1689209"/>
                  <a:gd name="connsiteY79" fmla="*/ 764164 h 788797"/>
                  <a:gd name="connsiteX80" fmla="*/ 931231 w 1689209"/>
                  <a:gd name="connsiteY80" fmla="*/ 741481 h 788797"/>
                  <a:gd name="connsiteX81" fmla="*/ 931231 w 1689209"/>
                  <a:gd name="connsiteY81" fmla="*/ 786857 h 788797"/>
                  <a:gd name="connsiteX82" fmla="*/ 877605 w 1689209"/>
                  <a:gd name="connsiteY82" fmla="*/ 786857 h 788797"/>
                  <a:gd name="connsiteX83" fmla="*/ 900298 w 1689209"/>
                  <a:gd name="connsiteY83" fmla="*/ 778607 h 788797"/>
                  <a:gd name="connsiteX84" fmla="*/ 889082 w 1689209"/>
                  <a:gd name="connsiteY84" fmla="*/ 775513 h 788797"/>
                  <a:gd name="connsiteX85" fmla="*/ 884371 w 1689209"/>
                  <a:gd name="connsiteY85" fmla="*/ 777495 h 788797"/>
                  <a:gd name="connsiteX86" fmla="*/ 889980 w 1689209"/>
                  <a:gd name="connsiteY86" fmla="*/ 770357 h 788797"/>
                  <a:gd name="connsiteX87" fmla="*/ 860077 w 1689209"/>
                  <a:gd name="connsiteY87" fmla="*/ 770357 h 788797"/>
                  <a:gd name="connsiteX88" fmla="*/ 871423 w 1689209"/>
                  <a:gd name="connsiteY88" fmla="*/ 763135 h 788797"/>
                  <a:gd name="connsiteX89" fmla="*/ 820894 w 1689209"/>
                  <a:gd name="connsiteY89" fmla="*/ 763135 h 788797"/>
                  <a:gd name="connsiteX90" fmla="*/ 831201 w 1689209"/>
                  <a:gd name="connsiteY90" fmla="*/ 754885 h 788797"/>
                  <a:gd name="connsiteX91" fmla="*/ 728075 w 1689209"/>
                  <a:gd name="connsiteY91" fmla="*/ 754885 h 788797"/>
                  <a:gd name="connsiteX92" fmla="*/ 670325 w 1689209"/>
                  <a:gd name="connsiteY92" fmla="*/ 621854 h 788797"/>
                  <a:gd name="connsiteX93" fmla="*/ 519755 w 1689209"/>
                  <a:gd name="connsiteY93" fmla="*/ 614633 h 788797"/>
                  <a:gd name="connsiteX94" fmla="*/ 444476 w 1689209"/>
                  <a:gd name="connsiteY94" fmla="*/ 730134 h 788797"/>
                  <a:gd name="connsiteX95" fmla="*/ 431072 w 1689209"/>
                  <a:gd name="connsiteY95" fmla="*/ 730134 h 788797"/>
                  <a:gd name="connsiteX96" fmla="*/ 465101 w 1689209"/>
                  <a:gd name="connsiteY96" fmla="*/ 635258 h 788797"/>
                  <a:gd name="connsiteX97" fmla="*/ 590920 w 1689209"/>
                  <a:gd name="connsiteY97" fmla="*/ 584729 h 788797"/>
                  <a:gd name="connsiteX98" fmla="*/ 651698 w 1689209"/>
                  <a:gd name="connsiteY98" fmla="*/ 575844 h 788797"/>
                  <a:gd name="connsiteX99" fmla="*/ 70137 w 1689209"/>
                  <a:gd name="connsiteY99" fmla="*/ 573383 h 788797"/>
                  <a:gd name="connsiteX100" fmla="*/ 199042 w 1689209"/>
                  <a:gd name="connsiteY100" fmla="*/ 596065 h 788797"/>
                  <a:gd name="connsiteX101" fmla="*/ 281543 w 1689209"/>
                  <a:gd name="connsiteY101" fmla="*/ 723942 h 788797"/>
                  <a:gd name="connsiteX102" fmla="*/ 310418 w 1689209"/>
                  <a:gd name="connsiteY102" fmla="*/ 723942 h 788797"/>
                  <a:gd name="connsiteX103" fmla="*/ 321765 w 1689209"/>
                  <a:gd name="connsiteY103" fmla="*/ 738374 h 788797"/>
                  <a:gd name="connsiteX104" fmla="*/ 424891 w 1689209"/>
                  <a:gd name="connsiteY104" fmla="*/ 738374 h 788797"/>
                  <a:gd name="connsiteX105" fmla="*/ 424891 w 1689209"/>
                  <a:gd name="connsiteY105" fmla="*/ 776539 h 788797"/>
                  <a:gd name="connsiteX106" fmla="*/ 330015 w 1689209"/>
                  <a:gd name="connsiteY106" fmla="*/ 776539 h 788797"/>
                  <a:gd name="connsiteX107" fmla="*/ 383630 w 1689209"/>
                  <a:gd name="connsiteY107" fmla="*/ 770346 h 788797"/>
                  <a:gd name="connsiteX108" fmla="*/ 325890 w 1689209"/>
                  <a:gd name="connsiteY108" fmla="*/ 770346 h 788797"/>
                  <a:gd name="connsiteX109" fmla="*/ 344447 w 1689209"/>
                  <a:gd name="connsiteY109" fmla="*/ 764164 h 788797"/>
                  <a:gd name="connsiteX110" fmla="*/ 286697 w 1689209"/>
                  <a:gd name="connsiteY110" fmla="*/ 764164 h 788797"/>
                  <a:gd name="connsiteX111" fmla="*/ 286697 w 1689209"/>
                  <a:gd name="connsiteY111" fmla="*/ 740442 h 788797"/>
                  <a:gd name="connsiteX112" fmla="*/ 218639 w 1689209"/>
                  <a:gd name="connsiteY112" fmla="*/ 740442 h 788797"/>
                  <a:gd name="connsiteX113" fmla="*/ 165013 w 1689209"/>
                  <a:gd name="connsiteY113" fmla="*/ 619787 h 788797"/>
                  <a:gd name="connsiteX114" fmla="*/ 82512 w 1689209"/>
                  <a:gd name="connsiteY114" fmla="*/ 589883 h 788797"/>
                  <a:gd name="connsiteX115" fmla="*/ 68069 w 1689209"/>
                  <a:gd name="connsiteY115" fmla="*/ 576469 h 788797"/>
                  <a:gd name="connsiteX116" fmla="*/ 833341 w 1689209"/>
                  <a:gd name="connsiteY116" fmla="*/ 5257 h 788797"/>
                  <a:gd name="connsiteX117" fmla="*/ 854912 w 1689209"/>
                  <a:gd name="connsiteY117" fmla="*/ 31973 h 788797"/>
                  <a:gd name="connsiteX118" fmla="*/ 878634 w 1689209"/>
                  <a:gd name="connsiteY118" fmla="*/ 54666 h 788797"/>
                  <a:gd name="connsiteX119" fmla="*/ 872452 w 1689209"/>
                  <a:gd name="connsiteY119" fmla="*/ 61877 h 788797"/>
                  <a:gd name="connsiteX120" fmla="*/ 872441 w 1689209"/>
                  <a:gd name="connsiteY120" fmla="*/ 243379 h 788797"/>
                  <a:gd name="connsiteX121" fmla="*/ 964231 w 1689209"/>
                  <a:gd name="connsiteY121" fmla="*/ 258850 h 788797"/>
                  <a:gd name="connsiteX122" fmla="*/ 1035385 w 1689209"/>
                  <a:gd name="connsiteY122" fmla="*/ 302169 h 788797"/>
                  <a:gd name="connsiteX123" fmla="*/ 1103454 w 1689209"/>
                  <a:gd name="connsiteY123" fmla="*/ 321755 h 788797"/>
                  <a:gd name="connsiteX124" fmla="*/ 1138511 w 1689209"/>
                  <a:gd name="connsiteY124" fmla="*/ 355784 h 788797"/>
                  <a:gd name="connsiteX125" fmla="*/ 1177704 w 1689209"/>
                  <a:gd name="connsiteY125" fmla="*/ 355784 h 788797"/>
                  <a:gd name="connsiteX126" fmla="*/ 1233387 w 1689209"/>
                  <a:gd name="connsiteY126" fmla="*/ 397034 h 788797"/>
                  <a:gd name="connsiteX127" fmla="*/ 1275677 w 1689209"/>
                  <a:gd name="connsiteY127" fmla="*/ 423852 h 788797"/>
                  <a:gd name="connsiteX128" fmla="*/ 1296291 w 1689209"/>
                  <a:gd name="connsiteY128" fmla="*/ 449631 h 788797"/>
                  <a:gd name="connsiteX129" fmla="*/ 1335484 w 1689209"/>
                  <a:gd name="connsiteY129" fmla="*/ 466132 h 788797"/>
                  <a:gd name="connsiteX130" fmla="*/ 1380860 w 1689209"/>
                  <a:gd name="connsiteY130" fmla="*/ 471285 h 788797"/>
                  <a:gd name="connsiteX131" fmla="*/ 1438610 w 1689209"/>
                  <a:gd name="connsiteY131" fmla="*/ 495007 h 788797"/>
                  <a:gd name="connsiteX132" fmla="*/ 1524208 w 1689209"/>
                  <a:gd name="connsiteY132" fmla="*/ 542450 h 788797"/>
                  <a:gd name="connsiteX133" fmla="*/ 1689209 w 1689209"/>
                  <a:gd name="connsiteY133" fmla="*/ 569258 h 788797"/>
                  <a:gd name="connsiteX134" fmla="*/ 0 w 1689209"/>
                  <a:gd name="connsiteY134" fmla="*/ 569258 h 788797"/>
                  <a:gd name="connsiteX135" fmla="*/ 206252 w 1689209"/>
                  <a:gd name="connsiteY135" fmla="*/ 545536 h 788797"/>
                  <a:gd name="connsiteX136" fmla="*/ 294946 w 1689209"/>
                  <a:gd name="connsiteY136" fmla="*/ 498103 h 788797"/>
                  <a:gd name="connsiteX137" fmla="*/ 342379 w 1689209"/>
                  <a:gd name="connsiteY137" fmla="*/ 452728 h 788797"/>
                  <a:gd name="connsiteX138" fmla="*/ 389822 w 1689209"/>
                  <a:gd name="connsiteY138" fmla="*/ 429006 h 788797"/>
                  <a:gd name="connsiteX139" fmla="*/ 432101 w 1689209"/>
                  <a:gd name="connsiteY139" fmla="*/ 405295 h 788797"/>
                  <a:gd name="connsiteX140" fmla="*/ 469226 w 1689209"/>
                  <a:gd name="connsiteY140" fmla="*/ 357852 h 788797"/>
                  <a:gd name="connsiteX141" fmla="*/ 523880 w 1689209"/>
                  <a:gd name="connsiteY141" fmla="*/ 337226 h 788797"/>
                  <a:gd name="connsiteX142" fmla="*/ 577506 w 1689209"/>
                  <a:gd name="connsiteY142" fmla="*/ 300101 h 788797"/>
                  <a:gd name="connsiteX143" fmla="*/ 645574 w 1689209"/>
                  <a:gd name="connsiteY143" fmla="*/ 281533 h 788797"/>
                  <a:gd name="connsiteX144" fmla="*/ 706411 w 1689209"/>
                  <a:gd name="connsiteY144" fmla="*/ 244407 h 788797"/>
                  <a:gd name="connsiteX145" fmla="*/ 802326 w 1689209"/>
                  <a:gd name="connsiteY145" fmla="*/ 239254 h 788797"/>
                  <a:gd name="connsiteX146" fmla="*/ 802326 w 1689209"/>
                  <a:gd name="connsiteY146" fmla="*/ 59819 h 788797"/>
                  <a:gd name="connsiteX147" fmla="*/ 794076 w 1689209"/>
                  <a:gd name="connsiteY147" fmla="*/ 51569 h 788797"/>
                  <a:gd name="connsiteX148" fmla="*/ 816758 w 1689209"/>
                  <a:gd name="connsiteY148" fmla="*/ 26819 h 788797"/>
                  <a:gd name="connsiteX149" fmla="*/ 837383 w 1689209"/>
                  <a:gd name="connsiteY149" fmla="*/ 0 h 788797"/>
                  <a:gd name="connsiteX150" fmla="*/ 833341 w 1689209"/>
                  <a:gd name="connsiteY150" fmla="*/ 5257 h 788797"/>
                  <a:gd name="connsiteX151" fmla="*/ 833258 w 1689209"/>
                  <a:gd name="connsiteY151" fmla="*/ 5154 h 78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</a:cxnLst>
                <a:rect l="l" t="t" r="r" b="b"/>
                <a:pathLst>
                  <a:path w="1689209" h="788797">
                    <a:moveTo>
                      <a:pt x="884371" y="777495"/>
                    </a:moveTo>
                    <a:lnTo>
                      <a:pt x="884308" y="777576"/>
                    </a:lnTo>
                    <a:cubicBezTo>
                      <a:pt x="881987" y="778607"/>
                      <a:pt x="880182" y="778607"/>
                      <a:pt x="881730" y="778607"/>
                    </a:cubicBezTo>
                    <a:close/>
                    <a:moveTo>
                      <a:pt x="1398399" y="610508"/>
                    </a:moveTo>
                    <a:cubicBezTo>
                      <a:pt x="1409735" y="610508"/>
                      <a:pt x="1411803" y="620826"/>
                      <a:pt x="1409735" y="635258"/>
                    </a:cubicBezTo>
                    <a:cubicBezTo>
                      <a:pt x="1407678" y="649701"/>
                      <a:pt x="1405610" y="709509"/>
                      <a:pt x="1398399" y="709509"/>
                    </a:cubicBezTo>
                    <a:cubicBezTo>
                      <a:pt x="1391177" y="709509"/>
                      <a:pt x="1391177" y="661037"/>
                      <a:pt x="1391177" y="639383"/>
                    </a:cubicBezTo>
                    <a:cubicBezTo>
                      <a:pt x="1391177" y="617729"/>
                      <a:pt x="1391177" y="610508"/>
                      <a:pt x="1398399" y="610508"/>
                    </a:cubicBezTo>
                    <a:close/>
                    <a:moveTo>
                      <a:pt x="900298" y="610508"/>
                    </a:moveTo>
                    <a:cubicBezTo>
                      <a:pt x="912673" y="610508"/>
                      <a:pt x="914731" y="620826"/>
                      <a:pt x="912673" y="635258"/>
                    </a:cubicBezTo>
                    <a:cubicBezTo>
                      <a:pt x="910605" y="649701"/>
                      <a:pt x="907520" y="709509"/>
                      <a:pt x="900298" y="709509"/>
                    </a:cubicBezTo>
                    <a:cubicBezTo>
                      <a:pt x="893076" y="709509"/>
                      <a:pt x="893076" y="661037"/>
                      <a:pt x="893076" y="639383"/>
                    </a:cubicBezTo>
                    <a:cubicBezTo>
                      <a:pt x="893076" y="617729"/>
                      <a:pt x="893076" y="610508"/>
                      <a:pt x="900298" y="610508"/>
                    </a:cubicBezTo>
                    <a:close/>
                    <a:moveTo>
                      <a:pt x="1312802" y="607412"/>
                    </a:moveTo>
                    <a:cubicBezTo>
                      <a:pt x="1323120" y="607412"/>
                      <a:pt x="1323120" y="621855"/>
                      <a:pt x="1323120" y="635259"/>
                    </a:cubicBezTo>
                    <a:cubicBezTo>
                      <a:pt x="1323120" y="648662"/>
                      <a:pt x="1329303" y="708481"/>
                      <a:pt x="1314860" y="708481"/>
                    </a:cubicBezTo>
                    <a:cubicBezTo>
                      <a:pt x="1300427" y="708481"/>
                      <a:pt x="1300427" y="660009"/>
                      <a:pt x="1300427" y="638344"/>
                    </a:cubicBezTo>
                    <a:cubicBezTo>
                      <a:pt x="1300427" y="616690"/>
                      <a:pt x="1300427" y="607412"/>
                      <a:pt x="1312802" y="607412"/>
                    </a:cubicBezTo>
                    <a:close/>
                    <a:moveTo>
                      <a:pt x="818826" y="607412"/>
                    </a:moveTo>
                    <a:cubicBezTo>
                      <a:pt x="829144" y="607412"/>
                      <a:pt x="829144" y="621855"/>
                      <a:pt x="829144" y="635259"/>
                    </a:cubicBezTo>
                    <a:cubicBezTo>
                      <a:pt x="829144" y="648662"/>
                      <a:pt x="828116" y="709510"/>
                      <a:pt x="819866" y="709510"/>
                    </a:cubicBezTo>
                    <a:cubicBezTo>
                      <a:pt x="811615" y="709510"/>
                      <a:pt x="805422" y="660009"/>
                      <a:pt x="805422" y="638344"/>
                    </a:cubicBezTo>
                    <a:cubicBezTo>
                      <a:pt x="805422" y="616690"/>
                      <a:pt x="805422" y="607412"/>
                      <a:pt x="818826" y="607412"/>
                    </a:cubicBezTo>
                    <a:close/>
                    <a:moveTo>
                      <a:pt x="320211" y="606386"/>
                    </a:moveTo>
                    <a:cubicBezTo>
                      <a:pt x="324078" y="605355"/>
                      <a:pt x="327946" y="605355"/>
                      <a:pt x="327946" y="609480"/>
                    </a:cubicBezTo>
                    <a:cubicBezTo>
                      <a:pt x="330003" y="641409"/>
                      <a:pt x="330003" y="673445"/>
                      <a:pt x="327946" y="705385"/>
                    </a:cubicBezTo>
                    <a:cubicBezTo>
                      <a:pt x="327946" y="712606"/>
                      <a:pt x="310418" y="715692"/>
                      <a:pt x="310418" y="705385"/>
                    </a:cubicBezTo>
                    <a:cubicBezTo>
                      <a:pt x="308339" y="673110"/>
                      <a:pt x="308339" y="640726"/>
                      <a:pt x="310418" y="608452"/>
                    </a:cubicBezTo>
                    <a:lnTo>
                      <a:pt x="312475" y="609480"/>
                    </a:lnTo>
                    <a:cubicBezTo>
                      <a:pt x="312475" y="609480"/>
                      <a:pt x="316343" y="607418"/>
                      <a:pt x="320211" y="606386"/>
                    </a:cubicBezTo>
                    <a:close/>
                    <a:moveTo>
                      <a:pt x="397044" y="601229"/>
                    </a:moveTo>
                    <a:cubicBezTo>
                      <a:pt x="405294" y="600190"/>
                      <a:pt x="405294" y="627008"/>
                      <a:pt x="405294" y="635258"/>
                    </a:cubicBezTo>
                    <a:cubicBezTo>
                      <a:pt x="405294" y="643508"/>
                      <a:pt x="406322" y="704356"/>
                      <a:pt x="397044" y="704356"/>
                    </a:cubicBezTo>
                    <a:cubicBezTo>
                      <a:pt x="387765" y="704356"/>
                      <a:pt x="387765" y="651758"/>
                      <a:pt x="387765" y="635258"/>
                    </a:cubicBezTo>
                    <a:cubicBezTo>
                      <a:pt x="387765" y="618758"/>
                      <a:pt x="386725" y="601229"/>
                      <a:pt x="397044" y="601229"/>
                    </a:cubicBezTo>
                    <a:close/>
                    <a:moveTo>
                      <a:pt x="362834" y="586035"/>
                    </a:moveTo>
                    <a:cubicBezTo>
                      <a:pt x="365556" y="587046"/>
                      <a:pt x="367892" y="589098"/>
                      <a:pt x="369196" y="591951"/>
                    </a:cubicBezTo>
                    <a:cubicBezTo>
                      <a:pt x="371275" y="631794"/>
                      <a:pt x="371275" y="671723"/>
                      <a:pt x="369196" y="711577"/>
                    </a:cubicBezTo>
                    <a:cubicBezTo>
                      <a:pt x="369196" y="717759"/>
                      <a:pt x="348571" y="716730"/>
                      <a:pt x="348571" y="711577"/>
                    </a:cubicBezTo>
                    <a:cubicBezTo>
                      <a:pt x="344901" y="672817"/>
                      <a:pt x="344901" y="633797"/>
                      <a:pt x="348571" y="595036"/>
                    </a:cubicBezTo>
                    <a:lnTo>
                      <a:pt x="348571" y="591951"/>
                    </a:lnTo>
                    <a:cubicBezTo>
                      <a:pt x="349708" y="589471"/>
                      <a:pt x="351690" y="587490"/>
                      <a:pt x="354158" y="586364"/>
                    </a:cubicBezTo>
                    <a:cubicBezTo>
                      <a:pt x="357006" y="585054"/>
                      <a:pt x="360113" y="585024"/>
                      <a:pt x="362834" y="586035"/>
                    </a:cubicBezTo>
                    <a:close/>
                    <a:moveTo>
                      <a:pt x="1360234" y="585758"/>
                    </a:moveTo>
                    <a:cubicBezTo>
                      <a:pt x="1371581" y="585758"/>
                      <a:pt x="1371581" y="607412"/>
                      <a:pt x="1371581" y="630105"/>
                    </a:cubicBezTo>
                    <a:cubicBezTo>
                      <a:pt x="1371581" y="652787"/>
                      <a:pt x="1371581" y="715692"/>
                      <a:pt x="1359206" y="715692"/>
                    </a:cubicBezTo>
                    <a:cubicBezTo>
                      <a:pt x="1346831" y="715692"/>
                      <a:pt x="1346831" y="649691"/>
                      <a:pt x="1346831" y="629066"/>
                    </a:cubicBezTo>
                    <a:cubicBezTo>
                      <a:pt x="1346831" y="608451"/>
                      <a:pt x="1342706" y="585758"/>
                      <a:pt x="1360234" y="585758"/>
                    </a:cubicBezTo>
                    <a:close/>
                    <a:moveTo>
                      <a:pt x="863173" y="585758"/>
                    </a:moveTo>
                    <a:cubicBezTo>
                      <a:pt x="878645" y="585758"/>
                      <a:pt x="873481" y="607412"/>
                      <a:pt x="873481" y="630105"/>
                    </a:cubicBezTo>
                    <a:cubicBezTo>
                      <a:pt x="873481" y="652787"/>
                      <a:pt x="873481" y="715692"/>
                      <a:pt x="861105" y="715692"/>
                    </a:cubicBezTo>
                    <a:cubicBezTo>
                      <a:pt x="848730" y="715692"/>
                      <a:pt x="848730" y="649691"/>
                      <a:pt x="848730" y="629066"/>
                    </a:cubicBezTo>
                    <a:cubicBezTo>
                      <a:pt x="848730" y="608451"/>
                      <a:pt x="845644" y="585758"/>
                      <a:pt x="863173" y="585758"/>
                    </a:cubicBezTo>
                    <a:close/>
                    <a:moveTo>
                      <a:pt x="651698" y="575844"/>
                    </a:moveTo>
                    <a:cubicBezTo>
                      <a:pt x="711885" y="579205"/>
                      <a:pt x="767114" y="617803"/>
                      <a:pt x="788738" y="678111"/>
                    </a:cubicBezTo>
                    <a:cubicBezTo>
                      <a:pt x="796371" y="699386"/>
                      <a:pt x="799251" y="722068"/>
                      <a:pt x="797172" y="744567"/>
                    </a:cubicBezTo>
                    <a:lnTo>
                      <a:pt x="914731" y="744567"/>
                    </a:lnTo>
                    <a:cubicBezTo>
                      <a:pt x="924215" y="708156"/>
                      <a:pt x="939167" y="673380"/>
                      <a:pt x="959078" y="641440"/>
                    </a:cubicBezTo>
                    <a:cubicBezTo>
                      <a:pt x="992273" y="608007"/>
                      <a:pt x="1037789" y="589720"/>
                      <a:pt x="1084886" y="590911"/>
                    </a:cubicBezTo>
                    <a:cubicBezTo>
                      <a:pt x="1147216" y="581708"/>
                      <a:pt x="1210597" y="598490"/>
                      <a:pt x="1260206" y="637315"/>
                    </a:cubicBezTo>
                    <a:cubicBezTo>
                      <a:pt x="1281773" y="671279"/>
                      <a:pt x="1293552" y="710538"/>
                      <a:pt x="1294234" y="750760"/>
                    </a:cubicBezTo>
                    <a:lnTo>
                      <a:pt x="1412832" y="750760"/>
                    </a:lnTo>
                    <a:cubicBezTo>
                      <a:pt x="1424189" y="700555"/>
                      <a:pt x="1447543" y="653848"/>
                      <a:pt x="1480890" y="614633"/>
                    </a:cubicBezTo>
                    <a:cubicBezTo>
                      <a:pt x="1517907" y="592795"/>
                      <a:pt x="1560803" y="583062"/>
                      <a:pt x="1603612" y="586786"/>
                    </a:cubicBezTo>
                    <a:lnTo>
                      <a:pt x="1603612" y="630105"/>
                    </a:lnTo>
                    <a:cubicBezTo>
                      <a:pt x="1562221" y="625665"/>
                      <a:pt x="1520386" y="631685"/>
                      <a:pt x="1481929" y="647633"/>
                    </a:cubicBezTo>
                    <a:cubicBezTo>
                      <a:pt x="1455208" y="676227"/>
                      <a:pt x="1437626" y="712129"/>
                      <a:pt x="1431400" y="750760"/>
                    </a:cubicBezTo>
                    <a:cubicBezTo>
                      <a:pt x="1431389" y="763135"/>
                      <a:pt x="1438611" y="760038"/>
                      <a:pt x="1426236" y="766231"/>
                    </a:cubicBezTo>
                    <a:cubicBezTo>
                      <a:pt x="1405632" y="773421"/>
                      <a:pt x="1384097" y="777589"/>
                      <a:pt x="1362303" y="778607"/>
                    </a:cubicBezTo>
                    <a:lnTo>
                      <a:pt x="1363633" y="776539"/>
                    </a:lnTo>
                    <a:lnTo>
                      <a:pt x="1363672" y="776479"/>
                    </a:lnTo>
                    <a:cubicBezTo>
                      <a:pt x="1371259" y="772609"/>
                      <a:pt x="1393492" y="764678"/>
                      <a:pt x="1394264" y="763135"/>
                    </a:cubicBezTo>
                    <a:cubicBezTo>
                      <a:pt x="1395303" y="761067"/>
                      <a:pt x="1338581" y="776539"/>
                      <a:pt x="1331360" y="776539"/>
                    </a:cubicBezTo>
                    <a:lnTo>
                      <a:pt x="1309706" y="776539"/>
                    </a:lnTo>
                    <a:lnTo>
                      <a:pt x="1327235" y="771385"/>
                    </a:lnTo>
                    <a:lnTo>
                      <a:pt x="1224109" y="771385"/>
                    </a:lnTo>
                    <a:cubicBezTo>
                      <a:pt x="1224109" y="771385"/>
                      <a:pt x="1229262" y="662066"/>
                      <a:pt x="1166358" y="638355"/>
                    </a:cubicBezTo>
                    <a:cubicBezTo>
                      <a:pt x="1118536" y="618520"/>
                      <a:pt x="1065300" y="615965"/>
                      <a:pt x="1015800" y="631133"/>
                    </a:cubicBezTo>
                    <a:cubicBezTo>
                      <a:pt x="962174" y="649690"/>
                      <a:pt x="948760" y="741481"/>
                      <a:pt x="940520" y="746635"/>
                    </a:cubicBezTo>
                    <a:cubicBezTo>
                      <a:pt x="937500" y="752211"/>
                      <a:pt x="935074" y="758079"/>
                      <a:pt x="933299" y="764164"/>
                    </a:cubicBezTo>
                    <a:lnTo>
                      <a:pt x="931231" y="741481"/>
                    </a:lnTo>
                    <a:cubicBezTo>
                      <a:pt x="926813" y="756282"/>
                      <a:pt x="926813" y="772046"/>
                      <a:pt x="931231" y="786857"/>
                    </a:cubicBezTo>
                    <a:cubicBezTo>
                      <a:pt x="913453" y="789444"/>
                      <a:pt x="895383" y="789444"/>
                      <a:pt x="877605" y="786857"/>
                    </a:cubicBezTo>
                    <a:cubicBezTo>
                      <a:pt x="870384" y="786857"/>
                      <a:pt x="908549" y="786857"/>
                      <a:pt x="900298" y="778607"/>
                    </a:cubicBezTo>
                    <a:cubicBezTo>
                      <a:pt x="896173" y="774482"/>
                      <a:pt x="892305" y="774482"/>
                      <a:pt x="889082" y="775513"/>
                    </a:cubicBezTo>
                    <a:lnTo>
                      <a:pt x="884371" y="777495"/>
                    </a:lnTo>
                    <a:lnTo>
                      <a:pt x="889980" y="770357"/>
                    </a:lnTo>
                    <a:cubicBezTo>
                      <a:pt x="891009" y="762106"/>
                      <a:pt x="864202" y="770357"/>
                      <a:pt x="860077" y="770357"/>
                    </a:cubicBezTo>
                    <a:cubicBezTo>
                      <a:pt x="855952" y="770357"/>
                      <a:pt x="871423" y="763135"/>
                      <a:pt x="871423" y="763135"/>
                    </a:cubicBezTo>
                    <a:lnTo>
                      <a:pt x="820894" y="763135"/>
                    </a:lnTo>
                    <a:lnTo>
                      <a:pt x="831201" y="754885"/>
                    </a:lnTo>
                    <a:lnTo>
                      <a:pt x="728075" y="754885"/>
                    </a:lnTo>
                    <a:cubicBezTo>
                      <a:pt x="728075" y="754885"/>
                      <a:pt x="734268" y="645565"/>
                      <a:pt x="670325" y="621854"/>
                    </a:cubicBezTo>
                    <a:cubicBezTo>
                      <a:pt x="622513" y="601933"/>
                      <a:pt x="569245" y="599378"/>
                      <a:pt x="519755" y="614633"/>
                    </a:cubicBezTo>
                    <a:cubicBezTo>
                      <a:pt x="466130" y="633190"/>
                      <a:pt x="452726" y="724981"/>
                      <a:pt x="444476" y="730134"/>
                    </a:cubicBezTo>
                    <a:cubicBezTo>
                      <a:pt x="436226" y="735288"/>
                      <a:pt x="431072" y="730134"/>
                      <a:pt x="431072" y="730134"/>
                    </a:cubicBezTo>
                    <a:cubicBezTo>
                      <a:pt x="435869" y="696528"/>
                      <a:pt x="447454" y="664253"/>
                      <a:pt x="465101" y="635258"/>
                    </a:cubicBezTo>
                    <a:cubicBezTo>
                      <a:pt x="498091" y="601500"/>
                      <a:pt x="543748" y="583159"/>
                      <a:pt x="590920" y="584729"/>
                    </a:cubicBezTo>
                    <a:cubicBezTo>
                      <a:pt x="611023" y="577518"/>
                      <a:pt x="631636" y="574723"/>
                      <a:pt x="651698" y="575844"/>
                    </a:cubicBezTo>
                    <a:close/>
                    <a:moveTo>
                      <a:pt x="70137" y="573383"/>
                    </a:moveTo>
                    <a:cubicBezTo>
                      <a:pt x="114214" y="571943"/>
                      <a:pt x="158106" y="579663"/>
                      <a:pt x="199042" y="596065"/>
                    </a:cubicBezTo>
                    <a:cubicBezTo>
                      <a:pt x="260918" y="620816"/>
                      <a:pt x="281543" y="723942"/>
                      <a:pt x="281543" y="723942"/>
                    </a:cubicBezTo>
                    <a:lnTo>
                      <a:pt x="310418" y="723942"/>
                    </a:lnTo>
                    <a:cubicBezTo>
                      <a:pt x="321765" y="724971"/>
                      <a:pt x="321765" y="738374"/>
                      <a:pt x="321765" y="738374"/>
                    </a:cubicBezTo>
                    <a:lnTo>
                      <a:pt x="424891" y="738374"/>
                    </a:lnTo>
                    <a:cubicBezTo>
                      <a:pt x="424891" y="738374"/>
                      <a:pt x="433141" y="769318"/>
                      <a:pt x="424891" y="776539"/>
                    </a:cubicBezTo>
                    <a:cubicBezTo>
                      <a:pt x="393363" y="780101"/>
                      <a:pt x="361532" y="780101"/>
                      <a:pt x="330015" y="776539"/>
                    </a:cubicBezTo>
                    <a:cubicBezTo>
                      <a:pt x="315572" y="776539"/>
                      <a:pt x="379515" y="770346"/>
                      <a:pt x="383630" y="770346"/>
                    </a:cubicBezTo>
                    <a:cubicBezTo>
                      <a:pt x="387766" y="770346"/>
                      <a:pt x="342390" y="771386"/>
                      <a:pt x="325890" y="770346"/>
                    </a:cubicBezTo>
                    <a:cubicBezTo>
                      <a:pt x="309379" y="769318"/>
                      <a:pt x="344447" y="764164"/>
                      <a:pt x="344447" y="764164"/>
                    </a:cubicBezTo>
                    <a:lnTo>
                      <a:pt x="286697" y="764164"/>
                    </a:lnTo>
                    <a:lnTo>
                      <a:pt x="286697" y="740442"/>
                    </a:lnTo>
                    <a:lnTo>
                      <a:pt x="218639" y="740442"/>
                    </a:lnTo>
                    <a:cubicBezTo>
                      <a:pt x="218639" y="740442"/>
                      <a:pt x="211417" y="647634"/>
                      <a:pt x="165013" y="619787"/>
                    </a:cubicBezTo>
                    <a:cubicBezTo>
                      <a:pt x="139115" y="605842"/>
                      <a:pt x="111323" y="595773"/>
                      <a:pt x="82512" y="589883"/>
                    </a:cubicBezTo>
                    <a:cubicBezTo>
                      <a:pt x="75107" y="589450"/>
                      <a:pt x="69044" y="583820"/>
                      <a:pt x="68069" y="576469"/>
                    </a:cubicBezTo>
                    <a:close/>
                    <a:moveTo>
                      <a:pt x="833341" y="5257"/>
                    </a:moveTo>
                    <a:lnTo>
                      <a:pt x="854912" y="31973"/>
                    </a:lnTo>
                    <a:cubicBezTo>
                      <a:pt x="864201" y="41251"/>
                      <a:pt x="877605" y="47444"/>
                      <a:pt x="878634" y="54666"/>
                    </a:cubicBezTo>
                    <a:cubicBezTo>
                      <a:pt x="879662" y="61877"/>
                      <a:pt x="872452" y="61877"/>
                      <a:pt x="872452" y="61877"/>
                    </a:cubicBezTo>
                    <a:lnTo>
                      <a:pt x="872441" y="243379"/>
                    </a:lnTo>
                    <a:cubicBezTo>
                      <a:pt x="903785" y="242047"/>
                      <a:pt x="935063" y="247320"/>
                      <a:pt x="964231" y="258850"/>
                    </a:cubicBezTo>
                    <a:cubicBezTo>
                      <a:pt x="985885" y="276379"/>
                      <a:pt x="1026107" y="289794"/>
                      <a:pt x="1035385" y="302169"/>
                    </a:cubicBezTo>
                    <a:cubicBezTo>
                      <a:pt x="1044664" y="314533"/>
                      <a:pt x="1085914" y="317630"/>
                      <a:pt x="1103454" y="321755"/>
                    </a:cubicBezTo>
                    <a:cubicBezTo>
                      <a:pt x="1120982" y="325880"/>
                      <a:pt x="1129232" y="355784"/>
                      <a:pt x="1138511" y="355784"/>
                    </a:cubicBezTo>
                    <a:cubicBezTo>
                      <a:pt x="1147790" y="355784"/>
                      <a:pt x="1163261" y="350630"/>
                      <a:pt x="1177704" y="355784"/>
                    </a:cubicBezTo>
                    <a:cubicBezTo>
                      <a:pt x="1192137" y="360948"/>
                      <a:pt x="1217915" y="388784"/>
                      <a:pt x="1233387" y="397034"/>
                    </a:cubicBezTo>
                    <a:cubicBezTo>
                      <a:pt x="1248859" y="405295"/>
                      <a:pt x="1268455" y="407352"/>
                      <a:pt x="1275677" y="423852"/>
                    </a:cubicBezTo>
                    <a:cubicBezTo>
                      <a:pt x="1282887" y="440353"/>
                      <a:pt x="1278762" y="449631"/>
                      <a:pt x="1296291" y="449631"/>
                    </a:cubicBezTo>
                    <a:cubicBezTo>
                      <a:pt x="1311178" y="448960"/>
                      <a:pt x="1325567" y="455023"/>
                      <a:pt x="1335484" y="466132"/>
                    </a:cubicBezTo>
                    <a:cubicBezTo>
                      <a:pt x="1342706" y="471285"/>
                      <a:pt x="1372610" y="469228"/>
                      <a:pt x="1380860" y="471285"/>
                    </a:cubicBezTo>
                    <a:cubicBezTo>
                      <a:pt x="1389110" y="473353"/>
                      <a:pt x="1420042" y="488825"/>
                      <a:pt x="1438610" y="495007"/>
                    </a:cubicBezTo>
                    <a:cubicBezTo>
                      <a:pt x="1468850" y="507512"/>
                      <a:pt x="1497563" y="523427"/>
                      <a:pt x="1524208" y="542450"/>
                    </a:cubicBezTo>
                    <a:cubicBezTo>
                      <a:pt x="1579966" y="545774"/>
                      <a:pt x="1635248" y="554761"/>
                      <a:pt x="1689209" y="569258"/>
                    </a:cubicBezTo>
                    <a:lnTo>
                      <a:pt x="0" y="569258"/>
                    </a:lnTo>
                    <a:cubicBezTo>
                      <a:pt x="0" y="569258"/>
                      <a:pt x="59819" y="557911"/>
                      <a:pt x="206252" y="545536"/>
                    </a:cubicBezTo>
                    <a:cubicBezTo>
                      <a:pt x="232172" y="523698"/>
                      <a:pt x="262390" y="507534"/>
                      <a:pt x="294946" y="498103"/>
                    </a:cubicBezTo>
                    <a:cubicBezTo>
                      <a:pt x="305253" y="497075"/>
                      <a:pt x="338254" y="458910"/>
                      <a:pt x="342379" y="452728"/>
                    </a:cubicBezTo>
                    <a:cubicBezTo>
                      <a:pt x="346504" y="446535"/>
                      <a:pt x="382600" y="452728"/>
                      <a:pt x="389822" y="429006"/>
                    </a:cubicBezTo>
                    <a:cubicBezTo>
                      <a:pt x="397033" y="405295"/>
                      <a:pt x="419726" y="409409"/>
                      <a:pt x="432101" y="405295"/>
                    </a:cubicBezTo>
                    <a:cubicBezTo>
                      <a:pt x="444476" y="401159"/>
                      <a:pt x="459948" y="363005"/>
                      <a:pt x="469226" y="357852"/>
                    </a:cubicBezTo>
                    <a:cubicBezTo>
                      <a:pt x="478505" y="352698"/>
                      <a:pt x="504284" y="344448"/>
                      <a:pt x="523880" y="337226"/>
                    </a:cubicBezTo>
                    <a:cubicBezTo>
                      <a:pt x="543477" y="330005"/>
                      <a:pt x="563074" y="300101"/>
                      <a:pt x="577506" y="300101"/>
                    </a:cubicBezTo>
                    <a:cubicBezTo>
                      <a:pt x="601206" y="298531"/>
                      <a:pt x="624354" y="292219"/>
                      <a:pt x="645574" y="281533"/>
                    </a:cubicBezTo>
                    <a:cubicBezTo>
                      <a:pt x="665160" y="268129"/>
                      <a:pt x="687853" y="255754"/>
                      <a:pt x="706411" y="244407"/>
                    </a:cubicBezTo>
                    <a:cubicBezTo>
                      <a:pt x="737949" y="237933"/>
                      <a:pt x="770278" y="236201"/>
                      <a:pt x="802326" y="239254"/>
                    </a:cubicBezTo>
                    <a:lnTo>
                      <a:pt x="802326" y="59819"/>
                    </a:lnTo>
                    <a:lnTo>
                      <a:pt x="794076" y="51569"/>
                    </a:lnTo>
                    <a:cubicBezTo>
                      <a:pt x="789951" y="48473"/>
                      <a:pt x="806451" y="38166"/>
                      <a:pt x="816758" y="26819"/>
                    </a:cubicBezTo>
                    <a:close/>
                    <a:moveTo>
                      <a:pt x="837383" y="0"/>
                    </a:moveTo>
                    <a:lnTo>
                      <a:pt x="833341" y="5257"/>
                    </a:lnTo>
                    <a:lnTo>
                      <a:pt x="833258" y="5154"/>
                    </a:lnTo>
                    <a:close/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B26378ED-8AB0-4021-8058-E170143BE9B3}"/>
                  </a:ext>
                </a:extLst>
              </p:cNvPr>
              <p:cNvSpPr/>
              <p:nvPr/>
            </p:nvSpPr>
            <p:spPr>
              <a:xfrm>
                <a:off x="2252210" y="898783"/>
                <a:ext cx="5775066" cy="5775066"/>
              </a:xfrm>
              <a:custGeom>
                <a:avLst/>
                <a:gdLst>
                  <a:gd name="connsiteX0" fmla="*/ 680730 w 1362920"/>
                  <a:gd name="connsiteY0" fmla="*/ 165255 h 1362920"/>
                  <a:gd name="connsiteX1" fmla="*/ 164524 w 1362920"/>
                  <a:gd name="connsiteY1" fmla="*/ 681460 h 1362920"/>
                  <a:gd name="connsiteX2" fmla="*/ 680730 w 1362920"/>
                  <a:gd name="connsiteY2" fmla="*/ 1197665 h 1362920"/>
                  <a:gd name="connsiteX3" fmla="*/ 1196935 w 1362920"/>
                  <a:gd name="connsiteY3" fmla="*/ 681460 h 1362920"/>
                  <a:gd name="connsiteX4" fmla="*/ 680730 w 1362920"/>
                  <a:gd name="connsiteY4" fmla="*/ 165255 h 1362920"/>
                  <a:gd name="connsiteX5" fmla="*/ 681460 w 1362920"/>
                  <a:gd name="connsiteY5" fmla="*/ 0 h 1362920"/>
                  <a:gd name="connsiteX6" fmla="*/ 1362920 w 1362920"/>
                  <a:gd name="connsiteY6" fmla="*/ 681460 h 1362920"/>
                  <a:gd name="connsiteX7" fmla="*/ 681460 w 1362920"/>
                  <a:gd name="connsiteY7" fmla="*/ 1362920 h 1362920"/>
                  <a:gd name="connsiteX8" fmla="*/ 0 w 1362920"/>
                  <a:gd name="connsiteY8" fmla="*/ 681460 h 1362920"/>
                  <a:gd name="connsiteX9" fmla="*/ 681460 w 1362920"/>
                  <a:gd name="connsiteY9" fmla="*/ 0 h 1362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2920" h="1362920">
                    <a:moveTo>
                      <a:pt x="680730" y="165255"/>
                    </a:moveTo>
                    <a:cubicBezTo>
                      <a:pt x="395638" y="165255"/>
                      <a:pt x="164524" y="396368"/>
                      <a:pt x="164524" y="681460"/>
                    </a:cubicBezTo>
                    <a:cubicBezTo>
                      <a:pt x="164660" y="966497"/>
                      <a:pt x="395694" y="1197532"/>
                      <a:pt x="680730" y="1197665"/>
                    </a:cubicBezTo>
                    <a:cubicBezTo>
                      <a:pt x="965823" y="1197665"/>
                      <a:pt x="1196935" y="966554"/>
                      <a:pt x="1196935" y="681460"/>
                    </a:cubicBezTo>
                    <a:cubicBezTo>
                      <a:pt x="1196935" y="396368"/>
                      <a:pt x="965823" y="165255"/>
                      <a:pt x="680730" y="165255"/>
                    </a:cubicBezTo>
                    <a:close/>
                    <a:moveTo>
                      <a:pt x="681460" y="0"/>
                    </a:moveTo>
                    <a:cubicBezTo>
                      <a:pt x="1057819" y="0"/>
                      <a:pt x="1362920" y="305101"/>
                      <a:pt x="1362920" y="681460"/>
                    </a:cubicBezTo>
                    <a:cubicBezTo>
                      <a:pt x="1362920" y="1057819"/>
                      <a:pt x="1057819" y="1362920"/>
                      <a:pt x="681460" y="1362920"/>
                    </a:cubicBezTo>
                    <a:cubicBezTo>
                      <a:pt x="305101" y="1362920"/>
                      <a:pt x="0" y="1057819"/>
                      <a:pt x="0" y="681460"/>
                    </a:cubicBezTo>
                    <a:cubicBezTo>
                      <a:pt x="0" y="305101"/>
                      <a:pt x="305101" y="0"/>
                      <a:pt x="681460" y="0"/>
                    </a:cubicBezTo>
                    <a:close/>
                  </a:path>
                </a:pathLst>
              </a:custGeom>
              <a:solidFill>
                <a:srgbClr val="A13F0B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AF2AE16D-452F-427F-BA97-76F789F07875}"/>
                  </a:ext>
                </a:extLst>
              </p:cNvPr>
              <p:cNvSpPr/>
              <p:nvPr/>
            </p:nvSpPr>
            <p:spPr>
              <a:xfrm>
                <a:off x="2216986" y="864164"/>
                <a:ext cx="5847244" cy="5847244"/>
              </a:xfrm>
              <a:custGeom>
                <a:avLst/>
                <a:gdLst>
                  <a:gd name="connsiteX0" fmla="*/ 269669 w 540067"/>
                  <a:gd name="connsiteY0" fmla="*/ 539932 h 540067"/>
                  <a:gd name="connsiteX1" fmla="*/ -365 w 540067"/>
                  <a:gd name="connsiteY1" fmla="*/ 269898 h 540067"/>
                  <a:gd name="connsiteX2" fmla="*/ 269669 w 540067"/>
                  <a:gd name="connsiteY2" fmla="*/ -136 h 540067"/>
                  <a:gd name="connsiteX3" fmla="*/ 539703 w 540067"/>
                  <a:gd name="connsiteY3" fmla="*/ 269898 h 540067"/>
                  <a:gd name="connsiteX4" fmla="*/ 269669 w 540067"/>
                  <a:gd name="connsiteY4" fmla="*/ 539932 h 540067"/>
                  <a:gd name="connsiteX5" fmla="*/ 269669 w 540067"/>
                  <a:gd name="connsiteY5" fmla="*/ 7198 h 540067"/>
                  <a:gd name="connsiteX6" fmla="*/ 6779 w 540067"/>
                  <a:gd name="connsiteY6" fmla="*/ 269898 h 540067"/>
                  <a:gd name="connsiteX7" fmla="*/ 269478 w 540067"/>
                  <a:gd name="connsiteY7" fmla="*/ 532788 h 540067"/>
                  <a:gd name="connsiteX8" fmla="*/ 532368 w 540067"/>
                  <a:gd name="connsiteY8" fmla="*/ 270089 h 540067"/>
                  <a:gd name="connsiteX9" fmla="*/ 532368 w 540067"/>
                  <a:gd name="connsiteY9" fmla="*/ 269898 h 540067"/>
                  <a:gd name="connsiteX10" fmla="*/ 269573 w 540067"/>
                  <a:gd name="connsiteY10" fmla="*/ 7199 h 540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067" h="540067">
                    <a:moveTo>
                      <a:pt x="269669" y="539932"/>
                    </a:moveTo>
                    <a:cubicBezTo>
                      <a:pt x="120533" y="539932"/>
                      <a:pt x="-365" y="419034"/>
                      <a:pt x="-365" y="269898"/>
                    </a:cubicBezTo>
                    <a:cubicBezTo>
                      <a:pt x="-365" y="120762"/>
                      <a:pt x="120533" y="-136"/>
                      <a:pt x="269669" y="-136"/>
                    </a:cubicBezTo>
                    <a:cubicBezTo>
                      <a:pt x="418804" y="-136"/>
                      <a:pt x="539703" y="120762"/>
                      <a:pt x="539703" y="269898"/>
                    </a:cubicBezTo>
                    <a:cubicBezTo>
                      <a:pt x="539545" y="418968"/>
                      <a:pt x="418739" y="539774"/>
                      <a:pt x="269669" y="539932"/>
                    </a:cubicBezTo>
                    <a:moveTo>
                      <a:pt x="269669" y="7198"/>
                    </a:moveTo>
                    <a:cubicBezTo>
                      <a:pt x="124531" y="7146"/>
                      <a:pt x="6831" y="124760"/>
                      <a:pt x="6779" y="269898"/>
                    </a:cubicBezTo>
                    <a:cubicBezTo>
                      <a:pt x="6726" y="415036"/>
                      <a:pt x="124341" y="532735"/>
                      <a:pt x="269478" y="532788"/>
                    </a:cubicBezTo>
                    <a:cubicBezTo>
                      <a:pt x="414616" y="532841"/>
                      <a:pt x="532316" y="415226"/>
                      <a:pt x="532368" y="270089"/>
                    </a:cubicBezTo>
                    <a:cubicBezTo>
                      <a:pt x="532368" y="270025"/>
                      <a:pt x="532368" y="269962"/>
                      <a:pt x="532368" y="269898"/>
                    </a:cubicBezTo>
                    <a:cubicBezTo>
                      <a:pt x="532211" y="124841"/>
                      <a:pt x="414630" y="7304"/>
                      <a:pt x="269573" y="7199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77F38AC6-EDC0-4C54-996F-0871BB8C3665}"/>
                  </a:ext>
                </a:extLst>
              </p:cNvPr>
              <p:cNvSpPr/>
              <p:nvPr/>
            </p:nvSpPr>
            <p:spPr>
              <a:xfrm>
                <a:off x="2925454" y="1572645"/>
                <a:ext cx="4430295" cy="4430295"/>
              </a:xfrm>
              <a:custGeom>
                <a:avLst/>
                <a:gdLst>
                  <a:gd name="connsiteX0" fmla="*/ 204232 w 409194"/>
                  <a:gd name="connsiteY0" fmla="*/ 409058 h 409194"/>
                  <a:gd name="connsiteX1" fmla="*/ -365 w 409194"/>
                  <a:gd name="connsiteY1" fmla="*/ 204461 h 409194"/>
                  <a:gd name="connsiteX2" fmla="*/ 204232 w 409194"/>
                  <a:gd name="connsiteY2" fmla="*/ -136 h 409194"/>
                  <a:gd name="connsiteX3" fmla="*/ 408829 w 409194"/>
                  <a:gd name="connsiteY3" fmla="*/ 204461 h 409194"/>
                  <a:gd name="connsiteX4" fmla="*/ 204232 w 409194"/>
                  <a:gd name="connsiteY4" fmla="*/ 409058 h 409194"/>
                  <a:gd name="connsiteX5" fmla="*/ 204232 w 409194"/>
                  <a:gd name="connsiteY5" fmla="*/ 5008 h 409194"/>
                  <a:gd name="connsiteX6" fmla="*/ 4779 w 409194"/>
                  <a:gd name="connsiteY6" fmla="*/ 204461 h 409194"/>
                  <a:gd name="connsiteX7" fmla="*/ 204232 w 409194"/>
                  <a:gd name="connsiteY7" fmla="*/ 403915 h 409194"/>
                  <a:gd name="connsiteX8" fmla="*/ 403686 w 409194"/>
                  <a:gd name="connsiteY8" fmla="*/ 204461 h 409194"/>
                  <a:gd name="connsiteX9" fmla="*/ 204232 w 409194"/>
                  <a:gd name="connsiteY9" fmla="*/ 5008 h 409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194" h="409194">
                    <a:moveTo>
                      <a:pt x="204232" y="409058"/>
                    </a:moveTo>
                    <a:cubicBezTo>
                      <a:pt x="91236" y="409058"/>
                      <a:pt x="-365" y="317457"/>
                      <a:pt x="-365" y="204461"/>
                    </a:cubicBezTo>
                    <a:cubicBezTo>
                      <a:pt x="-365" y="91465"/>
                      <a:pt x="91236" y="-136"/>
                      <a:pt x="204232" y="-136"/>
                    </a:cubicBezTo>
                    <a:cubicBezTo>
                      <a:pt x="317228" y="-136"/>
                      <a:pt x="408829" y="91465"/>
                      <a:pt x="408829" y="204461"/>
                    </a:cubicBezTo>
                    <a:cubicBezTo>
                      <a:pt x="408672" y="317392"/>
                      <a:pt x="317163" y="408901"/>
                      <a:pt x="204232" y="409058"/>
                    </a:cubicBezTo>
                    <a:moveTo>
                      <a:pt x="204232" y="5008"/>
                    </a:moveTo>
                    <a:cubicBezTo>
                      <a:pt x="94077" y="5008"/>
                      <a:pt x="4779" y="94306"/>
                      <a:pt x="4779" y="204461"/>
                    </a:cubicBezTo>
                    <a:cubicBezTo>
                      <a:pt x="4779" y="314616"/>
                      <a:pt x="94077" y="403915"/>
                      <a:pt x="204232" y="403915"/>
                    </a:cubicBezTo>
                    <a:cubicBezTo>
                      <a:pt x="314387" y="403915"/>
                      <a:pt x="403686" y="314616"/>
                      <a:pt x="403686" y="204461"/>
                    </a:cubicBezTo>
                    <a:cubicBezTo>
                      <a:pt x="403372" y="94436"/>
                      <a:pt x="314257" y="5322"/>
                      <a:pt x="204232" y="5008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8" name="任意多边形: 形状 127">
                <a:extLst>
                  <a:ext uri="{FF2B5EF4-FFF2-40B4-BE49-F238E27FC236}">
                    <a16:creationId xmlns:a16="http://schemas.microsoft.com/office/drawing/2014/main" id="{F281ED93-B25B-4BAE-9813-39E1F32BC1ED}"/>
                  </a:ext>
                </a:extLst>
              </p:cNvPr>
              <p:cNvSpPr/>
              <p:nvPr/>
            </p:nvSpPr>
            <p:spPr>
              <a:xfrm>
                <a:off x="4803560" y="5511495"/>
                <a:ext cx="663105" cy="184906"/>
              </a:xfrm>
              <a:custGeom>
                <a:avLst/>
                <a:gdLst>
                  <a:gd name="connsiteX0" fmla="*/ 430891 w 663105"/>
                  <a:gd name="connsiteY0" fmla="*/ 41814 h 184906"/>
                  <a:gd name="connsiteX1" fmla="*/ 364890 w 663105"/>
                  <a:gd name="connsiteY1" fmla="*/ 121216 h 184906"/>
                  <a:gd name="connsiteX2" fmla="*/ 431919 w 663105"/>
                  <a:gd name="connsiteY2" fmla="*/ 121216 h 184906"/>
                  <a:gd name="connsiteX3" fmla="*/ 431919 w 663105"/>
                  <a:gd name="connsiteY3" fmla="*/ 41814 h 184906"/>
                  <a:gd name="connsiteX4" fmla="*/ 591939 w 663105"/>
                  <a:gd name="connsiteY4" fmla="*/ 25910 h 184906"/>
                  <a:gd name="connsiteX5" fmla="*/ 548632 w 663105"/>
                  <a:gd name="connsiteY5" fmla="*/ 96035 h 184906"/>
                  <a:gd name="connsiteX6" fmla="*/ 591939 w 663105"/>
                  <a:gd name="connsiteY6" fmla="*/ 165132 h 184906"/>
                  <a:gd name="connsiteX7" fmla="*/ 635257 w 663105"/>
                  <a:gd name="connsiteY7" fmla="*/ 96035 h 184906"/>
                  <a:gd name="connsiteX8" fmla="*/ 591939 w 663105"/>
                  <a:gd name="connsiteY8" fmla="*/ 25910 h 184906"/>
                  <a:gd name="connsiteX9" fmla="*/ 226833 w 663105"/>
                  <a:gd name="connsiteY9" fmla="*/ 20253 h 184906"/>
                  <a:gd name="connsiteX10" fmla="*/ 196296 w 663105"/>
                  <a:gd name="connsiteY10" fmla="*/ 31255 h 184906"/>
                  <a:gd name="connsiteX11" fmla="*/ 184471 w 663105"/>
                  <a:gd name="connsiteY11" fmla="*/ 59635 h 184906"/>
                  <a:gd name="connsiteX12" fmla="*/ 196296 w 663105"/>
                  <a:gd name="connsiteY12" fmla="*/ 88078 h 184906"/>
                  <a:gd name="connsiteX13" fmla="*/ 226833 w 663105"/>
                  <a:gd name="connsiteY13" fmla="*/ 99142 h 184906"/>
                  <a:gd name="connsiteX14" fmla="*/ 257369 w 663105"/>
                  <a:gd name="connsiteY14" fmla="*/ 88015 h 184906"/>
                  <a:gd name="connsiteX15" fmla="*/ 269194 w 663105"/>
                  <a:gd name="connsiteY15" fmla="*/ 59635 h 184906"/>
                  <a:gd name="connsiteX16" fmla="*/ 257369 w 663105"/>
                  <a:gd name="connsiteY16" fmla="*/ 31255 h 184906"/>
                  <a:gd name="connsiteX17" fmla="*/ 226833 w 663105"/>
                  <a:gd name="connsiteY17" fmla="*/ 20253 h 184906"/>
                  <a:gd name="connsiteX18" fmla="*/ 436041 w 663105"/>
                  <a:gd name="connsiteY18" fmla="*/ 7784 h 184906"/>
                  <a:gd name="connsiteX19" fmla="*/ 457695 w 663105"/>
                  <a:gd name="connsiteY19" fmla="*/ 7784 h 184906"/>
                  <a:gd name="connsiteX20" fmla="*/ 457695 w 663105"/>
                  <a:gd name="connsiteY20" fmla="*/ 121227 h 184906"/>
                  <a:gd name="connsiteX21" fmla="*/ 488638 w 663105"/>
                  <a:gd name="connsiteY21" fmla="*/ 121227 h 184906"/>
                  <a:gd name="connsiteX22" fmla="*/ 488638 w 663105"/>
                  <a:gd name="connsiteY22" fmla="*/ 139785 h 184906"/>
                  <a:gd name="connsiteX23" fmla="*/ 457695 w 663105"/>
                  <a:gd name="connsiteY23" fmla="*/ 139785 h 184906"/>
                  <a:gd name="connsiteX24" fmla="*/ 457695 w 663105"/>
                  <a:gd name="connsiteY24" fmla="*/ 182063 h 184906"/>
                  <a:gd name="connsiteX25" fmla="*/ 431916 w 663105"/>
                  <a:gd name="connsiteY25" fmla="*/ 182063 h 184906"/>
                  <a:gd name="connsiteX26" fmla="*/ 431916 w 663105"/>
                  <a:gd name="connsiteY26" fmla="*/ 139785 h 184906"/>
                  <a:gd name="connsiteX27" fmla="*/ 341166 w 663105"/>
                  <a:gd name="connsiteY27" fmla="*/ 139785 h 184906"/>
                  <a:gd name="connsiteX28" fmla="*/ 341166 w 663105"/>
                  <a:gd name="connsiteY28" fmla="*/ 118131 h 184906"/>
                  <a:gd name="connsiteX29" fmla="*/ 591940 w 663105"/>
                  <a:gd name="connsiteY29" fmla="*/ 6311 h 184906"/>
                  <a:gd name="connsiteX30" fmla="*/ 663105 w 663105"/>
                  <a:gd name="connsiteY30" fmla="*/ 96034 h 184906"/>
                  <a:gd name="connsiteX31" fmla="*/ 591940 w 663105"/>
                  <a:gd name="connsiteY31" fmla="*/ 184718 h 184906"/>
                  <a:gd name="connsiteX32" fmla="*/ 520785 w 663105"/>
                  <a:gd name="connsiteY32" fmla="*/ 96034 h 184906"/>
                  <a:gd name="connsiteX33" fmla="*/ 591940 w 663105"/>
                  <a:gd name="connsiteY33" fmla="*/ 6311 h 184906"/>
                  <a:gd name="connsiteX34" fmla="*/ 55695 w 663105"/>
                  <a:gd name="connsiteY34" fmla="*/ 6311 h 184906"/>
                  <a:gd name="connsiteX35" fmla="*/ 76309 w 663105"/>
                  <a:gd name="connsiteY35" fmla="*/ 6311 h 184906"/>
                  <a:gd name="connsiteX36" fmla="*/ 76309 w 663105"/>
                  <a:gd name="connsiteY36" fmla="*/ 180591 h 184906"/>
                  <a:gd name="connsiteX37" fmla="*/ 48473 w 663105"/>
                  <a:gd name="connsiteY37" fmla="*/ 180591 h 184906"/>
                  <a:gd name="connsiteX38" fmla="*/ 48473 w 663105"/>
                  <a:gd name="connsiteY38" fmla="*/ 56840 h 184906"/>
                  <a:gd name="connsiteX39" fmla="*/ 0 w 663105"/>
                  <a:gd name="connsiteY39" fmla="*/ 56840 h 184906"/>
                  <a:gd name="connsiteX40" fmla="*/ 0 w 663105"/>
                  <a:gd name="connsiteY40" fmla="*/ 39312 h 184906"/>
                  <a:gd name="connsiteX41" fmla="*/ 55695 w 663105"/>
                  <a:gd name="connsiteY41" fmla="*/ 6311 h 184906"/>
                  <a:gd name="connsiteX42" fmla="*/ 228329 w 663105"/>
                  <a:gd name="connsiteY42" fmla="*/ 0 h 184906"/>
                  <a:gd name="connsiteX43" fmla="*/ 281842 w 663105"/>
                  <a:gd name="connsiteY43" fmla="*/ 20567 h 184906"/>
                  <a:gd name="connsiteX44" fmla="*/ 300627 w 663105"/>
                  <a:gd name="connsiteY44" fmla="*/ 79013 h 184906"/>
                  <a:gd name="connsiteX45" fmla="*/ 280271 w 663105"/>
                  <a:gd name="connsiteY45" fmla="*/ 157402 h 184906"/>
                  <a:gd name="connsiteX46" fmla="*/ 222492 w 663105"/>
                  <a:gd name="connsiteY46" fmla="*/ 184906 h 184906"/>
                  <a:gd name="connsiteX47" fmla="*/ 176912 w 663105"/>
                  <a:gd name="connsiteY47" fmla="*/ 172092 h 184906"/>
                  <a:gd name="connsiteX48" fmla="*/ 158725 w 663105"/>
                  <a:gd name="connsiteY48" fmla="*/ 136773 h 184906"/>
                  <a:gd name="connsiteX49" fmla="*/ 184772 w 663105"/>
                  <a:gd name="connsiteY49" fmla="*/ 136773 h 184906"/>
                  <a:gd name="connsiteX50" fmla="*/ 196223 w 663105"/>
                  <a:gd name="connsiteY50" fmla="*/ 158214 h 184906"/>
                  <a:gd name="connsiteX51" fmla="*/ 222492 w 663105"/>
                  <a:gd name="connsiteY51" fmla="*/ 165778 h 184906"/>
                  <a:gd name="connsiteX52" fmla="*/ 259913 w 663105"/>
                  <a:gd name="connsiteY52" fmla="*/ 143150 h 184906"/>
                  <a:gd name="connsiteX53" fmla="*/ 272337 w 663105"/>
                  <a:gd name="connsiteY53" fmla="*/ 98768 h 184906"/>
                  <a:gd name="connsiteX54" fmla="*/ 222492 w 663105"/>
                  <a:gd name="connsiteY54" fmla="*/ 119396 h 184906"/>
                  <a:gd name="connsiteX55" fmla="*/ 174218 w 663105"/>
                  <a:gd name="connsiteY55" fmla="*/ 102955 h 184906"/>
                  <a:gd name="connsiteX56" fmla="*/ 155882 w 663105"/>
                  <a:gd name="connsiteY56" fmla="*/ 59635 h 184906"/>
                  <a:gd name="connsiteX57" fmla="*/ 175790 w 663105"/>
                  <a:gd name="connsiteY57" fmla="*/ 16378 h 184906"/>
                  <a:gd name="connsiteX58" fmla="*/ 228329 w 663105"/>
                  <a:gd name="connsiteY58" fmla="*/ 0 h 184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663105" h="184906">
                    <a:moveTo>
                      <a:pt x="430891" y="41814"/>
                    </a:moveTo>
                    <a:lnTo>
                      <a:pt x="364890" y="121216"/>
                    </a:lnTo>
                    <a:lnTo>
                      <a:pt x="431919" y="121216"/>
                    </a:lnTo>
                    <a:lnTo>
                      <a:pt x="431919" y="41814"/>
                    </a:lnTo>
                    <a:close/>
                    <a:moveTo>
                      <a:pt x="591939" y="25910"/>
                    </a:moveTo>
                    <a:cubicBezTo>
                      <a:pt x="562036" y="25910"/>
                      <a:pt x="548632" y="52728"/>
                      <a:pt x="548632" y="96035"/>
                    </a:cubicBezTo>
                    <a:cubicBezTo>
                      <a:pt x="548632" y="139353"/>
                      <a:pt x="562036" y="165132"/>
                      <a:pt x="591939" y="165132"/>
                    </a:cubicBezTo>
                    <a:cubicBezTo>
                      <a:pt x="621854" y="165132"/>
                      <a:pt x="635257" y="139353"/>
                      <a:pt x="635257" y="96035"/>
                    </a:cubicBezTo>
                    <a:cubicBezTo>
                      <a:pt x="635257" y="52728"/>
                      <a:pt x="621854" y="25910"/>
                      <a:pt x="591939" y="25910"/>
                    </a:cubicBezTo>
                    <a:close/>
                    <a:moveTo>
                      <a:pt x="226833" y="20253"/>
                    </a:moveTo>
                    <a:cubicBezTo>
                      <a:pt x="214358" y="20253"/>
                      <a:pt x="204180" y="23921"/>
                      <a:pt x="196296" y="31255"/>
                    </a:cubicBezTo>
                    <a:cubicBezTo>
                      <a:pt x="188414" y="38591"/>
                      <a:pt x="184471" y="48050"/>
                      <a:pt x="184471" y="59635"/>
                    </a:cubicBezTo>
                    <a:cubicBezTo>
                      <a:pt x="184471" y="71221"/>
                      <a:pt x="188414" y="80701"/>
                      <a:pt x="196296" y="88078"/>
                    </a:cubicBezTo>
                    <a:cubicBezTo>
                      <a:pt x="204180" y="95454"/>
                      <a:pt x="214358" y="99142"/>
                      <a:pt x="226833" y="99142"/>
                    </a:cubicBezTo>
                    <a:cubicBezTo>
                      <a:pt x="239307" y="99142"/>
                      <a:pt x="249485" y="95433"/>
                      <a:pt x="257369" y="88015"/>
                    </a:cubicBezTo>
                    <a:cubicBezTo>
                      <a:pt x="265251" y="80681"/>
                      <a:pt x="269194" y="71221"/>
                      <a:pt x="269194" y="59635"/>
                    </a:cubicBezTo>
                    <a:cubicBezTo>
                      <a:pt x="269194" y="48050"/>
                      <a:pt x="265251" y="38591"/>
                      <a:pt x="257369" y="31255"/>
                    </a:cubicBezTo>
                    <a:cubicBezTo>
                      <a:pt x="249485" y="23921"/>
                      <a:pt x="239307" y="20253"/>
                      <a:pt x="226833" y="20253"/>
                    </a:cubicBezTo>
                    <a:close/>
                    <a:moveTo>
                      <a:pt x="436041" y="7784"/>
                    </a:moveTo>
                    <a:lnTo>
                      <a:pt x="457695" y="7784"/>
                    </a:lnTo>
                    <a:lnTo>
                      <a:pt x="457695" y="121227"/>
                    </a:lnTo>
                    <a:lnTo>
                      <a:pt x="488638" y="121227"/>
                    </a:lnTo>
                    <a:lnTo>
                      <a:pt x="488638" y="139785"/>
                    </a:lnTo>
                    <a:lnTo>
                      <a:pt x="457695" y="139785"/>
                    </a:lnTo>
                    <a:lnTo>
                      <a:pt x="457695" y="182063"/>
                    </a:lnTo>
                    <a:lnTo>
                      <a:pt x="431916" y="182063"/>
                    </a:lnTo>
                    <a:lnTo>
                      <a:pt x="431916" y="139785"/>
                    </a:lnTo>
                    <a:lnTo>
                      <a:pt x="341166" y="139785"/>
                    </a:lnTo>
                    <a:lnTo>
                      <a:pt x="341166" y="118131"/>
                    </a:lnTo>
                    <a:close/>
                    <a:moveTo>
                      <a:pt x="591940" y="6311"/>
                    </a:moveTo>
                    <a:cubicBezTo>
                      <a:pt x="651759" y="6311"/>
                      <a:pt x="663105" y="59938"/>
                      <a:pt x="663105" y="96034"/>
                    </a:cubicBezTo>
                    <a:cubicBezTo>
                      <a:pt x="663105" y="132131"/>
                      <a:pt x="651759" y="184718"/>
                      <a:pt x="591940" y="184718"/>
                    </a:cubicBezTo>
                    <a:cubicBezTo>
                      <a:pt x="532132" y="184718"/>
                      <a:pt x="520785" y="132131"/>
                      <a:pt x="520785" y="96034"/>
                    </a:cubicBezTo>
                    <a:cubicBezTo>
                      <a:pt x="520785" y="59938"/>
                      <a:pt x="532132" y="6311"/>
                      <a:pt x="591940" y="6311"/>
                    </a:cubicBezTo>
                    <a:close/>
                    <a:moveTo>
                      <a:pt x="55695" y="6311"/>
                    </a:moveTo>
                    <a:lnTo>
                      <a:pt x="76309" y="6311"/>
                    </a:lnTo>
                    <a:lnTo>
                      <a:pt x="76309" y="180591"/>
                    </a:lnTo>
                    <a:lnTo>
                      <a:pt x="48473" y="180591"/>
                    </a:lnTo>
                    <a:lnTo>
                      <a:pt x="48473" y="56840"/>
                    </a:lnTo>
                    <a:lnTo>
                      <a:pt x="0" y="56840"/>
                    </a:lnTo>
                    <a:lnTo>
                      <a:pt x="0" y="39312"/>
                    </a:lnTo>
                    <a:cubicBezTo>
                      <a:pt x="33001" y="37244"/>
                      <a:pt x="47434" y="35187"/>
                      <a:pt x="55695" y="6311"/>
                    </a:cubicBezTo>
                    <a:close/>
                    <a:moveTo>
                      <a:pt x="228329" y="0"/>
                    </a:moveTo>
                    <a:cubicBezTo>
                      <a:pt x="251480" y="0"/>
                      <a:pt x="269319" y="6855"/>
                      <a:pt x="281842" y="20567"/>
                    </a:cubicBezTo>
                    <a:cubicBezTo>
                      <a:pt x="294366" y="34277"/>
                      <a:pt x="300627" y="53759"/>
                      <a:pt x="300627" y="79013"/>
                    </a:cubicBezTo>
                    <a:cubicBezTo>
                      <a:pt x="300627" y="112936"/>
                      <a:pt x="293842" y="139066"/>
                      <a:pt x="280271" y="157402"/>
                    </a:cubicBezTo>
                    <a:cubicBezTo>
                      <a:pt x="266698" y="175739"/>
                      <a:pt x="247440" y="184906"/>
                      <a:pt x="222492" y="184906"/>
                    </a:cubicBezTo>
                    <a:cubicBezTo>
                      <a:pt x="203432" y="184906"/>
                      <a:pt x="188238" y="180635"/>
                      <a:pt x="176912" y="172092"/>
                    </a:cubicBezTo>
                    <a:cubicBezTo>
                      <a:pt x="165586" y="163549"/>
                      <a:pt x="159524" y="151776"/>
                      <a:pt x="158725" y="136773"/>
                    </a:cubicBezTo>
                    <a:lnTo>
                      <a:pt x="184772" y="136773"/>
                    </a:lnTo>
                    <a:cubicBezTo>
                      <a:pt x="185869" y="146025"/>
                      <a:pt x="189685" y="153172"/>
                      <a:pt x="196223" y="158214"/>
                    </a:cubicBezTo>
                    <a:cubicBezTo>
                      <a:pt x="202759" y="163257"/>
                      <a:pt x="211514" y="165778"/>
                      <a:pt x="222492" y="165778"/>
                    </a:cubicBezTo>
                    <a:cubicBezTo>
                      <a:pt x="238658" y="165778"/>
                      <a:pt x="251132" y="158236"/>
                      <a:pt x="259913" y="143150"/>
                    </a:cubicBezTo>
                    <a:cubicBezTo>
                      <a:pt x="266300" y="131898"/>
                      <a:pt x="270441" y="117104"/>
                      <a:pt x="272337" y="98768"/>
                    </a:cubicBezTo>
                    <a:cubicBezTo>
                      <a:pt x="258965" y="112520"/>
                      <a:pt x="242349" y="119396"/>
                      <a:pt x="222492" y="119396"/>
                    </a:cubicBezTo>
                    <a:cubicBezTo>
                      <a:pt x="202533" y="119396"/>
                      <a:pt x="186443" y="113915"/>
                      <a:pt x="174218" y="102955"/>
                    </a:cubicBezTo>
                    <a:cubicBezTo>
                      <a:pt x="161995" y="91995"/>
                      <a:pt x="155882" y="77555"/>
                      <a:pt x="155882" y="59635"/>
                    </a:cubicBezTo>
                    <a:cubicBezTo>
                      <a:pt x="155882" y="41715"/>
                      <a:pt x="162518" y="27296"/>
                      <a:pt x="175790" y="16378"/>
                    </a:cubicBezTo>
                    <a:cubicBezTo>
                      <a:pt x="189062" y="5459"/>
                      <a:pt x="206575" y="0"/>
                      <a:pt x="228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9" name="任意多边形: 形状 128">
                <a:extLst>
                  <a:ext uri="{FF2B5EF4-FFF2-40B4-BE49-F238E27FC236}">
                    <a16:creationId xmlns:a16="http://schemas.microsoft.com/office/drawing/2014/main" id="{9CAE9822-61EC-4AB9-9681-EAFB7DE66826}"/>
                  </a:ext>
                </a:extLst>
              </p:cNvPr>
              <p:cNvSpPr/>
              <p:nvPr/>
            </p:nvSpPr>
            <p:spPr>
              <a:xfrm>
                <a:off x="3373025" y="4211641"/>
                <a:ext cx="3537217" cy="893065"/>
              </a:xfrm>
              <a:custGeom>
                <a:avLst/>
                <a:gdLst>
                  <a:gd name="connsiteX0" fmla="*/ 162894 w 326707"/>
                  <a:gd name="connsiteY0" fmla="*/ 82351 h 82486"/>
                  <a:gd name="connsiteX1" fmla="*/ 135176 w 326707"/>
                  <a:gd name="connsiteY1" fmla="*/ 76350 h 82486"/>
                  <a:gd name="connsiteX2" fmla="*/ 143177 w 326707"/>
                  <a:gd name="connsiteY2" fmla="*/ 44536 h 82486"/>
                  <a:gd name="connsiteX3" fmla="*/ 19352 w 326707"/>
                  <a:gd name="connsiteY3" fmla="*/ 21771 h 82486"/>
                  <a:gd name="connsiteX4" fmla="*/ -365 w 326707"/>
                  <a:gd name="connsiteY4" fmla="*/ -136 h 82486"/>
                  <a:gd name="connsiteX5" fmla="*/ 30877 w 326707"/>
                  <a:gd name="connsiteY5" fmla="*/ 4817 h 82486"/>
                  <a:gd name="connsiteX6" fmla="*/ 133842 w 326707"/>
                  <a:gd name="connsiteY6" fmla="*/ 5674 h 82486"/>
                  <a:gd name="connsiteX7" fmla="*/ 162989 w 326707"/>
                  <a:gd name="connsiteY7" fmla="*/ 5674 h 82486"/>
                  <a:gd name="connsiteX8" fmla="*/ 192135 w 326707"/>
                  <a:gd name="connsiteY8" fmla="*/ 5674 h 82486"/>
                  <a:gd name="connsiteX9" fmla="*/ 295100 w 326707"/>
                  <a:gd name="connsiteY9" fmla="*/ 4817 h 82486"/>
                  <a:gd name="connsiteX10" fmla="*/ 326342 w 326707"/>
                  <a:gd name="connsiteY10" fmla="*/ -136 h 82486"/>
                  <a:gd name="connsiteX11" fmla="*/ 306721 w 326707"/>
                  <a:gd name="connsiteY11" fmla="*/ 21771 h 82486"/>
                  <a:gd name="connsiteX12" fmla="*/ 182896 w 326707"/>
                  <a:gd name="connsiteY12" fmla="*/ 44536 h 82486"/>
                  <a:gd name="connsiteX13" fmla="*/ 190897 w 326707"/>
                  <a:gd name="connsiteY13" fmla="*/ 76350 h 82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26707" h="82486">
                    <a:moveTo>
                      <a:pt x="162894" y="82351"/>
                    </a:moveTo>
                    <a:lnTo>
                      <a:pt x="135176" y="76350"/>
                    </a:lnTo>
                    <a:lnTo>
                      <a:pt x="143177" y="44536"/>
                    </a:lnTo>
                    <a:cubicBezTo>
                      <a:pt x="101245" y="41102"/>
                      <a:pt x="59763" y="33475"/>
                      <a:pt x="19352" y="21771"/>
                    </a:cubicBezTo>
                    <a:cubicBezTo>
                      <a:pt x="11564" y="15662"/>
                      <a:pt x="4893" y="8250"/>
                      <a:pt x="-365" y="-136"/>
                    </a:cubicBezTo>
                    <a:cubicBezTo>
                      <a:pt x="9900" y="2347"/>
                      <a:pt x="20347" y="4003"/>
                      <a:pt x="30877" y="4817"/>
                    </a:cubicBezTo>
                    <a:cubicBezTo>
                      <a:pt x="58785" y="5865"/>
                      <a:pt x="102410" y="2245"/>
                      <a:pt x="133842" y="5674"/>
                    </a:cubicBezTo>
                    <a:lnTo>
                      <a:pt x="162989" y="5674"/>
                    </a:lnTo>
                    <a:lnTo>
                      <a:pt x="192135" y="5674"/>
                    </a:lnTo>
                    <a:cubicBezTo>
                      <a:pt x="223568" y="2245"/>
                      <a:pt x="267288" y="5674"/>
                      <a:pt x="295100" y="4817"/>
                    </a:cubicBezTo>
                    <a:cubicBezTo>
                      <a:pt x="305630" y="4003"/>
                      <a:pt x="316077" y="2347"/>
                      <a:pt x="326342" y="-136"/>
                    </a:cubicBezTo>
                    <a:cubicBezTo>
                      <a:pt x="321105" y="8236"/>
                      <a:pt x="314468" y="15647"/>
                      <a:pt x="306721" y="21771"/>
                    </a:cubicBezTo>
                    <a:cubicBezTo>
                      <a:pt x="266307" y="33462"/>
                      <a:pt x="224826" y="41088"/>
                      <a:pt x="182896" y="44536"/>
                    </a:cubicBezTo>
                    <a:lnTo>
                      <a:pt x="190897" y="76350"/>
                    </a:lnTo>
                    <a:close/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46385209-4487-47F5-894B-D17BF79BBF76}"/>
                  </a:ext>
                </a:extLst>
              </p:cNvPr>
              <p:cNvSpPr/>
              <p:nvPr/>
            </p:nvSpPr>
            <p:spPr>
              <a:xfrm>
                <a:off x="3518431" y="3788820"/>
                <a:ext cx="3246401" cy="902357"/>
              </a:xfrm>
              <a:custGeom>
                <a:avLst/>
                <a:gdLst>
                  <a:gd name="connsiteX0" fmla="*/ 149463 w 299846"/>
                  <a:gd name="connsiteY0" fmla="*/ 6151 h 83344"/>
                  <a:gd name="connsiteX1" fmla="*/ 191564 w 299846"/>
                  <a:gd name="connsiteY1" fmla="*/ 6151 h 83344"/>
                  <a:gd name="connsiteX2" fmla="*/ 277289 w 299846"/>
                  <a:gd name="connsiteY2" fmla="*/ 2722 h 83344"/>
                  <a:gd name="connsiteX3" fmla="*/ 299482 w 299846"/>
                  <a:gd name="connsiteY3" fmla="*/ -135 h 83344"/>
                  <a:gd name="connsiteX4" fmla="*/ 279289 w 299846"/>
                  <a:gd name="connsiteY4" fmla="*/ 21391 h 83344"/>
                  <a:gd name="connsiteX5" fmla="*/ 254619 w 299846"/>
                  <a:gd name="connsiteY5" fmla="*/ 32631 h 83344"/>
                  <a:gd name="connsiteX6" fmla="*/ 195278 w 299846"/>
                  <a:gd name="connsiteY6" fmla="*/ 45871 h 83344"/>
                  <a:gd name="connsiteX7" fmla="*/ 168799 w 299846"/>
                  <a:gd name="connsiteY7" fmla="*/ 48823 h 83344"/>
                  <a:gd name="connsiteX8" fmla="*/ 176229 w 299846"/>
                  <a:gd name="connsiteY8" fmla="*/ 78636 h 83344"/>
                  <a:gd name="connsiteX9" fmla="*/ 149558 w 299846"/>
                  <a:gd name="connsiteY9" fmla="*/ 83208 h 83344"/>
                  <a:gd name="connsiteX10" fmla="*/ 122889 w 299846"/>
                  <a:gd name="connsiteY10" fmla="*/ 78636 h 83344"/>
                  <a:gd name="connsiteX11" fmla="*/ 130318 w 299846"/>
                  <a:gd name="connsiteY11" fmla="*/ 48823 h 83344"/>
                  <a:gd name="connsiteX12" fmla="*/ 103839 w 299846"/>
                  <a:gd name="connsiteY12" fmla="*/ 45870 h 83344"/>
                  <a:gd name="connsiteX13" fmla="*/ 44498 w 299846"/>
                  <a:gd name="connsiteY13" fmla="*/ 32630 h 83344"/>
                  <a:gd name="connsiteX14" fmla="*/ 19828 w 299846"/>
                  <a:gd name="connsiteY14" fmla="*/ 21391 h 83344"/>
                  <a:gd name="connsiteX15" fmla="*/ -365 w 299846"/>
                  <a:gd name="connsiteY15" fmla="*/ -136 h 83344"/>
                  <a:gd name="connsiteX16" fmla="*/ 21828 w 299846"/>
                  <a:gd name="connsiteY16" fmla="*/ 2721 h 83344"/>
                  <a:gd name="connsiteX17" fmla="*/ 107553 w 299846"/>
                  <a:gd name="connsiteY17" fmla="*/ 6150 h 83344"/>
                  <a:gd name="connsiteX18" fmla="*/ 149654 w 299846"/>
                  <a:gd name="connsiteY18" fmla="*/ 6151 h 8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99846" h="83344">
                    <a:moveTo>
                      <a:pt x="149463" y="6151"/>
                    </a:moveTo>
                    <a:cubicBezTo>
                      <a:pt x="170323" y="6151"/>
                      <a:pt x="191659" y="6151"/>
                      <a:pt x="191564" y="6151"/>
                    </a:cubicBezTo>
                    <a:cubicBezTo>
                      <a:pt x="219999" y="2694"/>
                      <a:pt x="248668" y="1547"/>
                      <a:pt x="277289" y="2722"/>
                    </a:cubicBezTo>
                    <a:cubicBezTo>
                      <a:pt x="284757" y="2441"/>
                      <a:pt x="292185" y="1485"/>
                      <a:pt x="299482" y="-135"/>
                    </a:cubicBezTo>
                    <a:cubicBezTo>
                      <a:pt x="294242" y="8306"/>
                      <a:pt x="287378" y="15623"/>
                      <a:pt x="279289" y="21391"/>
                    </a:cubicBezTo>
                    <a:cubicBezTo>
                      <a:pt x="271430" y="25890"/>
                      <a:pt x="263171" y="29653"/>
                      <a:pt x="254619" y="32631"/>
                    </a:cubicBezTo>
                    <a:cubicBezTo>
                      <a:pt x="235136" y="38283"/>
                      <a:pt x="215317" y="42705"/>
                      <a:pt x="195278" y="45871"/>
                    </a:cubicBezTo>
                    <a:cubicBezTo>
                      <a:pt x="185754" y="47013"/>
                      <a:pt x="176800" y="48156"/>
                      <a:pt x="168799" y="48823"/>
                    </a:cubicBezTo>
                    <a:lnTo>
                      <a:pt x="176229" y="78636"/>
                    </a:lnTo>
                    <a:lnTo>
                      <a:pt x="149558" y="83208"/>
                    </a:lnTo>
                    <a:lnTo>
                      <a:pt x="122889" y="78636"/>
                    </a:lnTo>
                    <a:lnTo>
                      <a:pt x="130318" y="48823"/>
                    </a:lnTo>
                    <a:cubicBezTo>
                      <a:pt x="122317" y="48156"/>
                      <a:pt x="113078" y="47013"/>
                      <a:pt x="103839" y="45870"/>
                    </a:cubicBezTo>
                    <a:cubicBezTo>
                      <a:pt x="83800" y="42705"/>
                      <a:pt x="63981" y="38283"/>
                      <a:pt x="44498" y="32630"/>
                    </a:cubicBezTo>
                    <a:cubicBezTo>
                      <a:pt x="35946" y="29652"/>
                      <a:pt x="27687" y="25889"/>
                      <a:pt x="19828" y="21391"/>
                    </a:cubicBezTo>
                    <a:cubicBezTo>
                      <a:pt x="11739" y="15622"/>
                      <a:pt x="4875" y="8305"/>
                      <a:pt x="-365" y="-136"/>
                    </a:cubicBezTo>
                    <a:cubicBezTo>
                      <a:pt x="6931" y="1484"/>
                      <a:pt x="14359" y="2441"/>
                      <a:pt x="21828" y="2721"/>
                    </a:cubicBezTo>
                    <a:cubicBezTo>
                      <a:pt x="50449" y="1547"/>
                      <a:pt x="79118" y="2694"/>
                      <a:pt x="107553" y="6150"/>
                    </a:cubicBezTo>
                    <a:cubicBezTo>
                      <a:pt x="107553" y="6151"/>
                      <a:pt x="128794" y="6151"/>
                      <a:pt x="149654" y="6151"/>
                    </a:cubicBezTo>
                  </a:path>
                </a:pathLst>
              </a:custGeom>
              <a:solidFill>
                <a:srgbClr val="13AE6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B87CDE21-4618-40A7-8045-EAC70013C8EB}"/>
                  </a:ext>
                </a:extLst>
              </p:cNvPr>
              <p:cNvSpPr/>
              <p:nvPr/>
            </p:nvSpPr>
            <p:spPr>
              <a:xfrm>
                <a:off x="3703032" y="3358787"/>
                <a:ext cx="2883406" cy="928137"/>
              </a:xfrm>
              <a:custGeom>
                <a:avLst/>
                <a:gdLst>
                  <a:gd name="connsiteX0" fmla="*/ 132699 w 266319"/>
                  <a:gd name="connsiteY0" fmla="*/ 85589 h 85725"/>
                  <a:gd name="connsiteX1" fmla="*/ 132223 w 266319"/>
                  <a:gd name="connsiteY1" fmla="*/ 85589 h 85725"/>
                  <a:gd name="connsiteX2" fmla="*/ 107077 w 266319"/>
                  <a:gd name="connsiteY2" fmla="*/ 82637 h 85725"/>
                  <a:gd name="connsiteX3" fmla="*/ 113840 w 266319"/>
                  <a:gd name="connsiteY3" fmla="*/ 54062 h 85725"/>
                  <a:gd name="connsiteX4" fmla="*/ 91551 w 266319"/>
                  <a:gd name="connsiteY4" fmla="*/ 52728 h 85725"/>
                  <a:gd name="connsiteX5" fmla="*/ 43355 w 266319"/>
                  <a:gd name="connsiteY5" fmla="*/ 38536 h 85725"/>
                  <a:gd name="connsiteX6" fmla="*/ 18685 w 266319"/>
                  <a:gd name="connsiteY6" fmla="*/ 22629 h 85725"/>
                  <a:gd name="connsiteX7" fmla="*/ -365 w 266319"/>
                  <a:gd name="connsiteY7" fmla="*/ -136 h 85725"/>
                  <a:gd name="connsiteX8" fmla="*/ 21352 w 266319"/>
                  <a:gd name="connsiteY8" fmla="*/ 2627 h 85725"/>
                  <a:gd name="connsiteX9" fmla="*/ 91456 w 266319"/>
                  <a:gd name="connsiteY9" fmla="*/ 6818 h 85725"/>
                  <a:gd name="connsiteX10" fmla="*/ 132794 w 266319"/>
                  <a:gd name="connsiteY10" fmla="*/ 6818 h 85725"/>
                  <a:gd name="connsiteX11" fmla="*/ 174133 w 266319"/>
                  <a:gd name="connsiteY11" fmla="*/ 6818 h 85725"/>
                  <a:gd name="connsiteX12" fmla="*/ 244237 w 266319"/>
                  <a:gd name="connsiteY12" fmla="*/ 2627 h 85725"/>
                  <a:gd name="connsiteX13" fmla="*/ 265954 w 266319"/>
                  <a:gd name="connsiteY13" fmla="*/ -136 h 85725"/>
                  <a:gd name="connsiteX14" fmla="*/ 246904 w 266319"/>
                  <a:gd name="connsiteY14" fmla="*/ 22629 h 85725"/>
                  <a:gd name="connsiteX15" fmla="*/ 222234 w 266319"/>
                  <a:gd name="connsiteY15" fmla="*/ 38536 h 85725"/>
                  <a:gd name="connsiteX16" fmla="*/ 174038 w 266319"/>
                  <a:gd name="connsiteY16" fmla="*/ 52728 h 85725"/>
                  <a:gd name="connsiteX17" fmla="*/ 151654 w 266319"/>
                  <a:gd name="connsiteY17" fmla="*/ 54062 h 85725"/>
                  <a:gd name="connsiteX18" fmla="*/ 158417 w 266319"/>
                  <a:gd name="connsiteY18" fmla="*/ 82637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66319" h="85725">
                    <a:moveTo>
                      <a:pt x="132699" y="85589"/>
                    </a:moveTo>
                    <a:lnTo>
                      <a:pt x="132223" y="85589"/>
                    </a:lnTo>
                    <a:lnTo>
                      <a:pt x="107077" y="82637"/>
                    </a:lnTo>
                    <a:lnTo>
                      <a:pt x="113840" y="54062"/>
                    </a:lnTo>
                    <a:cubicBezTo>
                      <a:pt x="106384" y="54659"/>
                      <a:pt x="98882" y="54210"/>
                      <a:pt x="91551" y="52728"/>
                    </a:cubicBezTo>
                    <a:cubicBezTo>
                      <a:pt x="74928" y="50153"/>
                      <a:pt x="58721" y="45380"/>
                      <a:pt x="43355" y="38536"/>
                    </a:cubicBezTo>
                    <a:cubicBezTo>
                      <a:pt x="34466" y="34344"/>
                      <a:pt x="26171" y="28996"/>
                      <a:pt x="18685" y="22629"/>
                    </a:cubicBezTo>
                    <a:cubicBezTo>
                      <a:pt x="11003" y="16263"/>
                      <a:pt x="4548" y="8548"/>
                      <a:pt x="-365" y="-136"/>
                    </a:cubicBezTo>
                    <a:cubicBezTo>
                      <a:pt x="-365" y="-136"/>
                      <a:pt x="14684" y="2246"/>
                      <a:pt x="21352" y="2627"/>
                    </a:cubicBezTo>
                    <a:cubicBezTo>
                      <a:pt x="34020" y="3198"/>
                      <a:pt x="58404" y="4055"/>
                      <a:pt x="91456" y="6818"/>
                    </a:cubicBezTo>
                    <a:cubicBezTo>
                      <a:pt x="91456" y="6818"/>
                      <a:pt x="112411" y="6818"/>
                      <a:pt x="132794" y="6818"/>
                    </a:cubicBezTo>
                    <a:cubicBezTo>
                      <a:pt x="153178" y="6818"/>
                      <a:pt x="173942" y="6818"/>
                      <a:pt x="174133" y="6818"/>
                    </a:cubicBezTo>
                    <a:cubicBezTo>
                      <a:pt x="207185" y="4055"/>
                      <a:pt x="231283" y="3198"/>
                      <a:pt x="244237" y="2627"/>
                    </a:cubicBezTo>
                    <a:cubicBezTo>
                      <a:pt x="250904" y="2627"/>
                      <a:pt x="266049" y="55"/>
                      <a:pt x="265954" y="-136"/>
                    </a:cubicBezTo>
                    <a:cubicBezTo>
                      <a:pt x="261024" y="8536"/>
                      <a:pt x="254571" y="16248"/>
                      <a:pt x="246904" y="22629"/>
                    </a:cubicBezTo>
                    <a:cubicBezTo>
                      <a:pt x="239402" y="28975"/>
                      <a:pt x="231110" y="34322"/>
                      <a:pt x="222234" y="38536"/>
                    </a:cubicBezTo>
                    <a:cubicBezTo>
                      <a:pt x="206859" y="45355"/>
                      <a:pt x="190655" y="50127"/>
                      <a:pt x="174038" y="52728"/>
                    </a:cubicBezTo>
                    <a:cubicBezTo>
                      <a:pt x="166675" y="54209"/>
                      <a:pt x="159141" y="54658"/>
                      <a:pt x="151654" y="54062"/>
                    </a:cubicBezTo>
                    <a:lnTo>
                      <a:pt x="158417" y="82637"/>
                    </a:lnTo>
                    <a:close/>
                  </a:path>
                </a:pathLst>
              </a:custGeom>
              <a:solidFill>
                <a:srgbClr val="89C99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32" name="任意多边形: 形状 131">
                <a:extLst>
                  <a:ext uri="{FF2B5EF4-FFF2-40B4-BE49-F238E27FC236}">
                    <a16:creationId xmlns:a16="http://schemas.microsoft.com/office/drawing/2014/main" id="{12A5452C-636A-497B-9E5C-67465BB36C13}"/>
                  </a:ext>
                </a:extLst>
              </p:cNvPr>
              <p:cNvSpPr/>
              <p:nvPr/>
            </p:nvSpPr>
            <p:spPr>
              <a:xfrm>
                <a:off x="3872159" y="2875128"/>
                <a:ext cx="2534835" cy="962162"/>
              </a:xfrm>
              <a:custGeom>
                <a:avLst/>
                <a:gdLst>
                  <a:gd name="connsiteX0" fmla="*/ 116793 w 234124"/>
                  <a:gd name="connsiteY0" fmla="*/ 88732 h 88868"/>
                  <a:gd name="connsiteX1" fmla="*/ 92790 w 234124"/>
                  <a:gd name="connsiteY1" fmla="*/ 87208 h 88868"/>
                  <a:gd name="connsiteX2" fmla="*/ 99076 w 234124"/>
                  <a:gd name="connsiteY2" fmla="*/ 61300 h 88868"/>
                  <a:gd name="connsiteX3" fmla="*/ 82407 w 234124"/>
                  <a:gd name="connsiteY3" fmla="*/ 61300 h 88868"/>
                  <a:gd name="connsiteX4" fmla="*/ 47736 w 234124"/>
                  <a:gd name="connsiteY4" fmla="*/ 50251 h 88868"/>
                  <a:gd name="connsiteX5" fmla="*/ 15351 w 234124"/>
                  <a:gd name="connsiteY5" fmla="*/ 24534 h 88868"/>
                  <a:gd name="connsiteX6" fmla="*/ -365 w 234124"/>
                  <a:gd name="connsiteY6" fmla="*/ -136 h 88868"/>
                  <a:gd name="connsiteX7" fmla="*/ 12684 w 234124"/>
                  <a:gd name="connsiteY7" fmla="*/ 2817 h 88868"/>
                  <a:gd name="connsiteX8" fmla="*/ 88884 w 234124"/>
                  <a:gd name="connsiteY8" fmla="*/ 12342 h 88868"/>
                  <a:gd name="connsiteX9" fmla="*/ 144510 w 234124"/>
                  <a:gd name="connsiteY9" fmla="*/ 12342 h 88868"/>
                  <a:gd name="connsiteX10" fmla="*/ 220710 w 234124"/>
                  <a:gd name="connsiteY10" fmla="*/ 2817 h 88868"/>
                  <a:gd name="connsiteX11" fmla="*/ 233759 w 234124"/>
                  <a:gd name="connsiteY11" fmla="*/ -136 h 88868"/>
                  <a:gd name="connsiteX12" fmla="*/ 218043 w 234124"/>
                  <a:gd name="connsiteY12" fmla="*/ 24534 h 88868"/>
                  <a:gd name="connsiteX13" fmla="*/ 185753 w 234124"/>
                  <a:gd name="connsiteY13" fmla="*/ 50252 h 88868"/>
                  <a:gd name="connsiteX14" fmla="*/ 150892 w 234124"/>
                  <a:gd name="connsiteY14" fmla="*/ 62063 h 88868"/>
                  <a:gd name="connsiteX15" fmla="*/ 134318 w 234124"/>
                  <a:gd name="connsiteY15" fmla="*/ 62063 h 88868"/>
                  <a:gd name="connsiteX16" fmla="*/ 140510 w 234124"/>
                  <a:gd name="connsiteY16" fmla="*/ 87971 h 8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4124" h="88868">
                    <a:moveTo>
                      <a:pt x="116793" y="88732"/>
                    </a:moveTo>
                    <a:lnTo>
                      <a:pt x="92790" y="87208"/>
                    </a:lnTo>
                    <a:lnTo>
                      <a:pt x="99076" y="61300"/>
                    </a:lnTo>
                    <a:cubicBezTo>
                      <a:pt x="93620" y="62791"/>
                      <a:pt x="87864" y="62791"/>
                      <a:pt x="82407" y="61300"/>
                    </a:cubicBezTo>
                    <a:cubicBezTo>
                      <a:pt x="70332" y="59502"/>
                      <a:pt x="58625" y="55771"/>
                      <a:pt x="47736" y="50251"/>
                    </a:cubicBezTo>
                    <a:cubicBezTo>
                      <a:pt x="35340" y="43915"/>
                      <a:pt x="24330" y="35173"/>
                      <a:pt x="15351" y="24534"/>
                    </a:cubicBezTo>
                    <a:cubicBezTo>
                      <a:pt x="8934" y="17123"/>
                      <a:pt x="3639" y="8812"/>
                      <a:pt x="-365" y="-136"/>
                    </a:cubicBezTo>
                    <a:cubicBezTo>
                      <a:pt x="3925" y="1097"/>
                      <a:pt x="8282" y="2082"/>
                      <a:pt x="12684" y="2817"/>
                    </a:cubicBezTo>
                    <a:cubicBezTo>
                      <a:pt x="37809" y="7902"/>
                      <a:pt x="63281" y="11086"/>
                      <a:pt x="88884" y="12342"/>
                    </a:cubicBezTo>
                    <a:lnTo>
                      <a:pt x="144510" y="12342"/>
                    </a:lnTo>
                    <a:cubicBezTo>
                      <a:pt x="170114" y="11086"/>
                      <a:pt x="195586" y="7902"/>
                      <a:pt x="220710" y="2817"/>
                    </a:cubicBezTo>
                    <a:cubicBezTo>
                      <a:pt x="225113" y="2083"/>
                      <a:pt x="229470" y="1097"/>
                      <a:pt x="233759" y="-136"/>
                    </a:cubicBezTo>
                    <a:cubicBezTo>
                      <a:pt x="229756" y="8812"/>
                      <a:pt x="224460" y="17124"/>
                      <a:pt x="218043" y="24534"/>
                    </a:cubicBezTo>
                    <a:cubicBezTo>
                      <a:pt x="209092" y="35163"/>
                      <a:pt x="198116" y="43905"/>
                      <a:pt x="185753" y="50252"/>
                    </a:cubicBezTo>
                    <a:cubicBezTo>
                      <a:pt x="174841" y="56032"/>
                      <a:pt x="163070" y="60020"/>
                      <a:pt x="150892" y="62063"/>
                    </a:cubicBezTo>
                    <a:cubicBezTo>
                      <a:pt x="145468" y="63555"/>
                      <a:pt x="139742" y="63555"/>
                      <a:pt x="134318" y="62063"/>
                    </a:cubicBezTo>
                    <a:lnTo>
                      <a:pt x="140510" y="87971"/>
                    </a:lnTo>
                    <a:close/>
                  </a:path>
                </a:pathLst>
              </a:custGeom>
              <a:solidFill>
                <a:srgbClr val="CAE5C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任意多边形: 形状 132">
                <a:extLst>
                  <a:ext uri="{FF2B5EF4-FFF2-40B4-BE49-F238E27FC236}">
                    <a16:creationId xmlns:a16="http://schemas.microsoft.com/office/drawing/2014/main" id="{6910691B-6750-43B4-A85A-2AF733C0BEA9}"/>
                  </a:ext>
                </a:extLst>
              </p:cNvPr>
              <p:cNvSpPr/>
              <p:nvPr/>
            </p:nvSpPr>
            <p:spPr>
              <a:xfrm>
                <a:off x="4050561" y="2168719"/>
                <a:ext cx="2183167" cy="1215848"/>
              </a:xfrm>
              <a:custGeom>
                <a:avLst/>
                <a:gdLst>
                  <a:gd name="connsiteX0" fmla="*/ 78597 w 201643"/>
                  <a:gd name="connsiteY0" fmla="*/ 112164 h 112299"/>
                  <a:gd name="connsiteX1" fmla="*/ 84217 w 201643"/>
                  <a:gd name="connsiteY1" fmla="*/ 89113 h 112299"/>
                  <a:gd name="connsiteX2" fmla="*/ 69072 w 201643"/>
                  <a:gd name="connsiteY2" fmla="*/ 89685 h 112299"/>
                  <a:gd name="connsiteX3" fmla="*/ 56118 w 201643"/>
                  <a:gd name="connsiteY3" fmla="*/ 78731 h 112299"/>
                  <a:gd name="connsiteX4" fmla="*/ 37068 w 201643"/>
                  <a:gd name="connsiteY4" fmla="*/ 73397 h 112299"/>
                  <a:gd name="connsiteX5" fmla="*/ 28972 w 201643"/>
                  <a:gd name="connsiteY5" fmla="*/ 57014 h 112299"/>
                  <a:gd name="connsiteX6" fmla="*/ 7636 w 201643"/>
                  <a:gd name="connsiteY6" fmla="*/ 43679 h 112299"/>
                  <a:gd name="connsiteX7" fmla="*/ -365 w 201643"/>
                  <a:gd name="connsiteY7" fmla="*/ 21105 h 112299"/>
                  <a:gd name="connsiteX8" fmla="*/ 87837 w 201643"/>
                  <a:gd name="connsiteY8" fmla="*/ 34154 h 112299"/>
                  <a:gd name="connsiteX9" fmla="*/ 92599 w 201643"/>
                  <a:gd name="connsiteY9" fmla="*/ 9961 h 112299"/>
                  <a:gd name="connsiteX10" fmla="*/ 100409 w 201643"/>
                  <a:gd name="connsiteY10" fmla="*/ -136 h 112299"/>
                  <a:gd name="connsiteX11" fmla="*/ 100409 w 201643"/>
                  <a:gd name="connsiteY11" fmla="*/ -136 h 112299"/>
                  <a:gd name="connsiteX12" fmla="*/ 108220 w 201643"/>
                  <a:gd name="connsiteY12" fmla="*/ 9961 h 112299"/>
                  <a:gd name="connsiteX13" fmla="*/ 112982 w 201643"/>
                  <a:gd name="connsiteY13" fmla="*/ 34154 h 112299"/>
                  <a:gd name="connsiteX14" fmla="*/ 201279 w 201643"/>
                  <a:gd name="connsiteY14" fmla="*/ 21105 h 112299"/>
                  <a:gd name="connsiteX15" fmla="*/ 193278 w 201643"/>
                  <a:gd name="connsiteY15" fmla="*/ 43679 h 112299"/>
                  <a:gd name="connsiteX16" fmla="*/ 171942 w 201643"/>
                  <a:gd name="connsiteY16" fmla="*/ 57014 h 112299"/>
                  <a:gd name="connsiteX17" fmla="*/ 163751 w 201643"/>
                  <a:gd name="connsiteY17" fmla="*/ 73397 h 112299"/>
                  <a:gd name="connsiteX18" fmla="*/ 144701 w 201643"/>
                  <a:gd name="connsiteY18" fmla="*/ 78731 h 112299"/>
                  <a:gd name="connsiteX19" fmla="*/ 131651 w 201643"/>
                  <a:gd name="connsiteY19" fmla="*/ 89685 h 112299"/>
                  <a:gd name="connsiteX20" fmla="*/ 116507 w 201643"/>
                  <a:gd name="connsiteY20" fmla="*/ 89113 h 112299"/>
                  <a:gd name="connsiteX21" fmla="*/ 122126 w 201643"/>
                  <a:gd name="connsiteY21" fmla="*/ 112164 h 112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1643" h="112299">
                    <a:moveTo>
                      <a:pt x="78597" y="112164"/>
                    </a:moveTo>
                    <a:lnTo>
                      <a:pt x="84217" y="89113"/>
                    </a:lnTo>
                    <a:cubicBezTo>
                      <a:pt x="79371" y="90976"/>
                      <a:pt x="74044" y="91177"/>
                      <a:pt x="69072" y="89685"/>
                    </a:cubicBezTo>
                    <a:cubicBezTo>
                      <a:pt x="63385" y="88055"/>
                      <a:pt x="58670" y="84068"/>
                      <a:pt x="56118" y="78731"/>
                    </a:cubicBezTo>
                    <a:cubicBezTo>
                      <a:pt x="49336" y="79278"/>
                      <a:pt x="42581" y="77387"/>
                      <a:pt x="37068" y="73397"/>
                    </a:cubicBezTo>
                    <a:cubicBezTo>
                      <a:pt x="32448" y="69117"/>
                      <a:pt x="29565" y="63285"/>
                      <a:pt x="28972" y="57014"/>
                    </a:cubicBezTo>
                    <a:cubicBezTo>
                      <a:pt x="20600" y="55005"/>
                      <a:pt x="13110" y="50324"/>
                      <a:pt x="7636" y="43679"/>
                    </a:cubicBezTo>
                    <a:cubicBezTo>
                      <a:pt x="2458" y="37295"/>
                      <a:pt x="-368" y="29325"/>
                      <a:pt x="-365" y="21105"/>
                    </a:cubicBezTo>
                    <a:cubicBezTo>
                      <a:pt x="28175" y="30029"/>
                      <a:pt x="57935" y="34432"/>
                      <a:pt x="87837" y="34154"/>
                    </a:cubicBezTo>
                    <a:lnTo>
                      <a:pt x="92599" y="9961"/>
                    </a:lnTo>
                    <a:cubicBezTo>
                      <a:pt x="93075" y="7389"/>
                      <a:pt x="94218" y="-136"/>
                      <a:pt x="100409" y="-136"/>
                    </a:cubicBezTo>
                    <a:lnTo>
                      <a:pt x="100409" y="-136"/>
                    </a:lnTo>
                    <a:cubicBezTo>
                      <a:pt x="106600" y="-136"/>
                      <a:pt x="107744" y="7389"/>
                      <a:pt x="108220" y="9961"/>
                    </a:cubicBezTo>
                    <a:lnTo>
                      <a:pt x="112982" y="34154"/>
                    </a:lnTo>
                    <a:cubicBezTo>
                      <a:pt x="142914" y="34422"/>
                      <a:pt x="172704" y="30019"/>
                      <a:pt x="201279" y="21105"/>
                    </a:cubicBezTo>
                    <a:cubicBezTo>
                      <a:pt x="201236" y="29317"/>
                      <a:pt x="198416" y="37273"/>
                      <a:pt x="193278" y="43679"/>
                    </a:cubicBezTo>
                    <a:cubicBezTo>
                      <a:pt x="187790" y="50308"/>
                      <a:pt x="180306" y="54986"/>
                      <a:pt x="171942" y="57014"/>
                    </a:cubicBezTo>
                    <a:cubicBezTo>
                      <a:pt x="171289" y="63288"/>
                      <a:pt x="168378" y="69110"/>
                      <a:pt x="163751" y="73397"/>
                    </a:cubicBezTo>
                    <a:cubicBezTo>
                      <a:pt x="158238" y="77387"/>
                      <a:pt x="151483" y="79278"/>
                      <a:pt x="144701" y="78731"/>
                    </a:cubicBezTo>
                    <a:cubicBezTo>
                      <a:pt x="142098" y="84066"/>
                      <a:pt x="137356" y="88046"/>
                      <a:pt x="131651" y="89685"/>
                    </a:cubicBezTo>
                    <a:cubicBezTo>
                      <a:pt x="126679" y="91177"/>
                      <a:pt x="121352" y="90976"/>
                      <a:pt x="116507" y="89113"/>
                    </a:cubicBezTo>
                    <a:lnTo>
                      <a:pt x="122126" y="112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4C11AC79-59FB-4A00-81BE-54C4C7D269FD}"/>
                  </a:ext>
                </a:extLst>
              </p:cNvPr>
              <p:cNvSpPr/>
              <p:nvPr/>
            </p:nvSpPr>
            <p:spPr>
              <a:xfrm>
                <a:off x="4030967" y="2154274"/>
                <a:ext cx="2216175" cy="1248848"/>
              </a:xfrm>
              <a:custGeom>
                <a:avLst/>
                <a:gdLst>
                  <a:gd name="connsiteX0" fmla="*/ 126032 w 204692"/>
                  <a:gd name="connsiteY0" fmla="*/ 115212 h 115347"/>
                  <a:gd name="connsiteX1" fmla="*/ 78407 w 204692"/>
                  <a:gd name="connsiteY1" fmla="*/ 115212 h 115347"/>
                  <a:gd name="connsiteX2" fmla="*/ 83932 w 204692"/>
                  <a:gd name="connsiteY2" fmla="*/ 93019 h 115347"/>
                  <a:gd name="connsiteX3" fmla="*/ 77740 w 204692"/>
                  <a:gd name="connsiteY3" fmla="*/ 93685 h 115347"/>
                  <a:gd name="connsiteX4" fmla="*/ 70597 w 204692"/>
                  <a:gd name="connsiteY4" fmla="*/ 92638 h 115347"/>
                  <a:gd name="connsiteX5" fmla="*/ 57071 w 204692"/>
                  <a:gd name="connsiteY5" fmla="*/ 81874 h 115347"/>
                  <a:gd name="connsiteX6" fmla="*/ 55737 w 204692"/>
                  <a:gd name="connsiteY6" fmla="*/ 81874 h 115347"/>
                  <a:gd name="connsiteX7" fmla="*/ 37735 w 204692"/>
                  <a:gd name="connsiteY7" fmla="*/ 76064 h 115347"/>
                  <a:gd name="connsiteX8" fmla="*/ 29067 w 204692"/>
                  <a:gd name="connsiteY8" fmla="*/ 59777 h 115347"/>
                  <a:gd name="connsiteX9" fmla="*/ 8017 w 204692"/>
                  <a:gd name="connsiteY9" fmla="*/ 46156 h 115347"/>
                  <a:gd name="connsiteX10" fmla="*/ -365 w 204692"/>
                  <a:gd name="connsiteY10" fmla="*/ 22439 h 115347"/>
                  <a:gd name="connsiteX11" fmla="*/ -365 w 204692"/>
                  <a:gd name="connsiteY11" fmla="*/ 20057 h 115347"/>
                  <a:gd name="connsiteX12" fmla="*/ 1826 w 204692"/>
                  <a:gd name="connsiteY12" fmla="*/ 20819 h 115347"/>
                  <a:gd name="connsiteX13" fmla="*/ 88027 w 204692"/>
                  <a:gd name="connsiteY13" fmla="*/ 33773 h 115347"/>
                  <a:gd name="connsiteX14" fmla="*/ 88027 w 204692"/>
                  <a:gd name="connsiteY14" fmla="*/ 33773 h 115347"/>
                  <a:gd name="connsiteX15" fmla="*/ 92409 w 204692"/>
                  <a:gd name="connsiteY15" fmla="*/ 10913 h 115347"/>
                  <a:gd name="connsiteX16" fmla="*/ 92409 w 204692"/>
                  <a:gd name="connsiteY16" fmla="*/ 10913 h 115347"/>
                  <a:gd name="connsiteX17" fmla="*/ 101934 w 204692"/>
                  <a:gd name="connsiteY17" fmla="*/ -136 h 115347"/>
                  <a:gd name="connsiteX18" fmla="*/ 101934 w 204692"/>
                  <a:gd name="connsiteY18" fmla="*/ -136 h 115347"/>
                  <a:gd name="connsiteX19" fmla="*/ 111459 w 204692"/>
                  <a:gd name="connsiteY19" fmla="*/ 10913 h 115347"/>
                  <a:gd name="connsiteX20" fmla="*/ 111459 w 204692"/>
                  <a:gd name="connsiteY20" fmla="*/ 10913 h 115347"/>
                  <a:gd name="connsiteX21" fmla="*/ 115935 w 204692"/>
                  <a:gd name="connsiteY21" fmla="*/ 33773 h 115347"/>
                  <a:gd name="connsiteX22" fmla="*/ 115935 w 204692"/>
                  <a:gd name="connsiteY22" fmla="*/ 33773 h 115347"/>
                  <a:gd name="connsiteX23" fmla="*/ 202137 w 204692"/>
                  <a:gd name="connsiteY23" fmla="*/ 20819 h 115347"/>
                  <a:gd name="connsiteX24" fmla="*/ 204327 w 204692"/>
                  <a:gd name="connsiteY24" fmla="*/ 20057 h 115347"/>
                  <a:gd name="connsiteX25" fmla="*/ 204327 w 204692"/>
                  <a:gd name="connsiteY25" fmla="*/ 22438 h 115347"/>
                  <a:gd name="connsiteX26" fmla="*/ 196041 w 204692"/>
                  <a:gd name="connsiteY26" fmla="*/ 46155 h 115347"/>
                  <a:gd name="connsiteX27" fmla="*/ 174895 w 204692"/>
                  <a:gd name="connsiteY27" fmla="*/ 59776 h 115347"/>
                  <a:gd name="connsiteX28" fmla="*/ 166227 w 204692"/>
                  <a:gd name="connsiteY28" fmla="*/ 76064 h 115347"/>
                  <a:gd name="connsiteX29" fmla="*/ 147177 w 204692"/>
                  <a:gd name="connsiteY29" fmla="*/ 81874 h 115347"/>
                  <a:gd name="connsiteX30" fmla="*/ 133747 w 204692"/>
                  <a:gd name="connsiteY30" fmla="*/ 92637 h 115347"/>
                  <a:gd name="connsiteX31" fmla="*/ 126603 w 204692"/>
                  <a:gd name="connsiteY31" fmla="*/ 93685 h 115347"/>
                  <a:gd name="connsiteX32" fmla="*/ 120412 w 204692"/>
                  <a:gd name="connsiteY32" fmla="*/ 93018 h 115347"/>
                  <a:gd name="connsiteX33" fmla="*/ 82598 w 204692"/>
                  <a:gd name="connsiteY33" fmla="*/ 111783 h 115347"/>
                  <a:gd name="connsiteX34" fmla="*/ 121651 w 204692"/>
                  <a:gd name="connsiteY34" fmla="*/ 111783 h 115347"/>
                  <a:gd name="connsiteX35" fmla="*/ 115745 w 204692"/>
                  <a:gd name="connsiteY35" fmla="*/ 87589 h 115347"/>
                  <a:gd name="connsiteX36" fmla="*/ 118888 w 204692"/>
                  <a:gd name="connsiteY36" fmla="*/ 88923 h 115347"/>
                  <a:gd name="connsiteX37" fmla="*/ 126794 w 204692"/>
                  <a:gd name="connsiteY37" fmla="*/ 90352 h 115347"/>
                  <a:gd name="connsiteX38" fmla="*/ 132890 w 204692"/>
                  <a:gd name="connsiteY38" fmla="*/ 89399 h 115347"/>
                  <a:gd name="connsiteX39" fmla="*/ 144796 w 204692"/>
                  <a:gd name="connsiteY39" fmla="*/ 79874 h 115347"/>
                  <a:gd name="connsiteX40" fmla="*/ 145273 w 204692"/>
                  <a:gd name="connsiteY40" fmla="*/ 78636 h 115347"/>
                  <a:gd name="connsiteX41" fmla="*/ 148702 w 204692"/>
                  <a:gd name="connsiteY41" fmla="*/ 78636 h 115347"/>
                  <a:gd name="connsiteX42" fmla="*/ 164513 w 204692"/>
                  <a:gd name="connsiteY42" fmla="*/ 73683 h 115347"/>
                  <a:gd name="connsiteX43" fmla="*/ 172133 w 204692"/>
                  <a:gd name="connsiteY43" fmla="*/ 58443 h 115347"/>
                  <a:gd name="connsiteX44" fmla="*/ 172133 w 204692"/>
                  <a:gd name="connsiteY44" fmla="*/ 57205 h 115347"/>
                  <a:gd name="connsiteX45" fmla="*/ 173371 w 204692"/>
                  <a:gd name="connsiteY45" fmla="*/ 57205 h 115347"/>
                  <a:gd name="connsiteX46" fmla="*/ 193755 w 204692"/>
                  <a:gd name="connsiteY46" fmla="*/ 44441 h 115347"/>
                  <a:gd name="connsiteX47" fmla="*/ 201280 w 204692"/>
                  <a:gd name="connsiteY47" fmla="*/ 25391 h 115347"/>
                  <a:gd name="connsiteX48" fmla="*/ 116317 w 204692"/>
                  <a:gd name="connsiteY48" fmla="*/ 37774 h 115347"/>
                  <a:gd name="connsiteX49" fmla="*/ 113364 w 204692"/>
                  <a:gd name="connsiteY49" fmla="*/ 37774 h 115347"/>
                  <a:gd name="connsiteX50" fmla="*/ 113364 w 204692"/>
                  <a:gd name="connsiteY50" fmla="*/ 36345 h 115347"/>
                  <a:gd name="connsiteX51" fmla="*/ 108696 w 204692"/>
                  <a:gd name="connsiteY51" fmla="*/ 12151 h 115347"/>
                  <a:gd name="connsiteX52" fmla="*/ 108696 w 204692"/>
                  <a:gd name="connsiteY52" fmla="*/ 12151 h 115347"/>
                  <a:gd name="connsiteX53" fmla="*/ 102601 w 204692"/>
                  <a:gd name="connsiteY53" fmla="*/ 3865 h 115347"/>
                  <a:gd name="connsiteX54" fmla="*/ 102601 w 204692"/>
                  <a:gd name="connsiteY54" fmla="*/ 3865 h 115347"/>
                  <a:gd name="connsiteX55" fmla="*/ 96504 w 204692"/>
                  <a:gd name="connsiteY55" fmla="*/ 12151 h 115347"/>
                  <a:gd name="connsiteX56" fmla="*/ 96504 w 204692"/>
                  <a:gd name="connsiteY56" fmla="*/ 12151 h 115347"/>
                  <a:gd name="connsiteX57" fmla="*/ 91837 w 204692"/>
                  <a:gd name="connsiteY57" fmla="*/ 36345 h 115347"/>
                  <a:gd name="connsiteX58" fmla="*/ 91837 w 204692"/>
                  <a:gd name="connsiteY58" fmla="*/ 37774 h 115347"/>
                  <a:gd name="connsiteX59" fmla="*/ 88885 w 204692"/>
                  <a:gd name="connsiteY59" fmla="*/ 37774 h 115347"/>
                  <a:gd name="connsiteX60" fmla="*/ 3921 w 204692"/>
                  <a:gd name="connsiteY60" fmla="*/ 25391 h 115347"/>
                  <a:gd name="connsiteX61" fmla="*/ 11541 w 204692"/>
                  <a:gd name="connsiteY61" fmla="*/ 44441 h 115347"/>
                  <a:gd name="connsiteX62" fmla="*/ 31830 w 204692"/>
                  <a:gd name="connsiteY62" fmla="*/ 57205 h 115347"/>
                  <a:gd name="connsiteX63" fmla="*/ 33068 w 204692"/>
                  <a:gd name="connsiteY63" fmla="*/ 57205 h 115347"/>
                  <a:gd name="connsiteX64" fmla="*/ 33068 w 204692"/>
                  <a:gd name="connsiteY64" fmla="*/ 58443 h 115347"/>
                  <a:gd name="connsiteX65" fmla="*/ 40688 w 204692"/>
                  <a:gd name="connsiteY65" fmla="*/ 73683 h 115347"/>
                  <a:gd name="connsiteX66" fmla="*/ 56500 w 204692"/>
                  <a:gd name="connsiteY66" fmla="*/ 78636 h 115347"/>
                  <a:gd name="connsiteX67" fmla="*/ 59928 w 204692"/>
                  <a:gd name="connsiteY67" fmla="*/ 78636 h 115347"/>
                  <a:gd name="connsiteX68" fmla="*/ 60405 w 204692"/>
                  <a:gd name="connsiteY68" fmla="*/ 79874 h 115347"/>
                  <a:gd name="connsiteX69" fmla="*/ 72406 w 204692"/>
                  <a:gd name="connsiteY69" fmla="*/ 89399 h 115347"/>
                  <a:gd name="connsiteX70" fmla="*/ 78503 w 204692"/>
                  <a:gd name="connsiteY70" fmla="*/ 90352 h 115347"/>
                  <a:gd name="connsiteX71" fmla="*/ 86313 w 204692"/>
                  <a:gd name="connsiteY71" fmla="*/ 88923 h 115347"/>
                  <a:gd name="connsiteX72" fmla="*/ 89456 w 204692"/>
                  <a:gd name="connsiteY72" fmla="*/ 87685 h 115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204692" h="115347">
                    <a:moveTo>
                      <a:pt x="126032" y="115212"/>
                    </a:moveTo>
                    <a:lnTo>
                      <a:pt x="78407" y="115212"/>
                    </a:lnTo>
                    <a:lnTo>
                      <a:pt x="83932" y="93019"/>
                    </a:lnTo>
                    <a:cubicBezTo>
                      <a:pt x="81899" y="93471"/>
                      <a:pt x="79823" y="93695"/>
                      <a:pt x="77740" y="93685"/>
                    </a:cubicBezTo>
                    <a:cubicBezTo>
                      <a:pt x="75321" y="93686"/>
                      <a:pt x="72914" y="93333"/>
                      <a:pt x="70597" y="92638"/>
                    </a:cubicBezTo>
                    <a:cubicBezTo>
                      <a:pt x="64863" y="90940"/>
                      <a:pt x="60013" y="87081"/>
                      <a:pt x="57071" y="81874"/>
                    </a:cubicBezTo>
                    <a:lnTo>
                      <a:pt x="55737" y="81874"/>
                    </a:lnTo>
                    <a:cubicBezTo>
                      <a:pt x="49259" y="81986"/>
                      <a:pt x="42926" y="79942"/>
                      <a:pt x="37735" y="76064"/>
                    </a:cubicBezTo>
                    <a:cubicBezTo>
                      <a:pt x="33007" y="71834"/>
                      <a:pt x="29935" y="66061"/>
                      <a:pt x="29067" y="59777"/>
                    </a:cubicBezTo>
                    <a:cubicBezTo>
                      <a:pt x="20837" y="57463"/>
                      <a:pt x="13500" y="52715"/>
                      <a:pt x="8017" y="46156"/>
                    </a:cubicBezTo>
                    <a:cubicBezTo>
                      <a:pt x="2619" y="39427"/>
                      <a:pt x="-337" y="31065"/>
                      <a:pt x="-365" y="22439"/>
                    </a:cubicBezTo>
                    <a:lnTo>
                      <a:pt x="-365" y="20057"/>
                    </a:lnTo>
                    <a:lnTo>
                      <a:pt x="1826" y="20819"/>
                    </a:lnTo>
                    <a:cubicBezTo>
                      <a:pt x="29712" y="29590"/>
                      <a:pt x="58795" y="33961"/>
                      <a:pt x="88027" y="33773"/>
                    </a:cubicBezTo>
                    <a:lnTo>
                      <a:pt x="88027" y="33773"/>
                    </a:lnTo>
                    <a:cubicBezTo>
                      <a:pt x="88980" y="28915"/>
                      <a:pt x="92123" y="12532"/>
                      <a:pt x="92409" y="10913"/>
                    </a:cubicBezTo>
                    <a:lnTo>
                      <a:pt x="92409" y="10913"/>
                    </a:lnTo>
                    <a:cubicBezTo>
                      <a:pt x="92980" y="7960"/>
                      <a:pt x="94600" y="-136"/>
                      <a:pt x="101934" y="-136"/>
                    </a:cubicBezTo>
                    <a:lnTo>
                      <a:pt x="101934" y="-136"/>
                    </a:lnTo>
                    <a:cubicBezTo>
                      <a:pt x="109268" y="-136"/>
                      <a:pt x="110792" y="7960"/>
                      <a:pt x="111459" y="10913"/>
                    </a:cubicBezTo>
                    <a:lnTo>
                      <a:pt x="111459" y="10913"/>
                    </a:lnTo>
                    <a:cubicBezTo>
                      <a:pt x="111459" y="12532"/>
                      <a:pt x="114983" y="28915"/>
                      <a:pt x="115935" y="33773"/>
                    </a:cubicBezTo>
                    <a:lnTo>
                      <a:pt x="115935" y="33773"/>
                    </a:lnTo>
                    <a:cubicBezTo>
                      <a:pt x="145168" y="33961"/>
                      <a:pt x="174251" y="29590"/>
                      <a:pt x="202137" y="20819"/>
                    </a:cubicBezTo>
                    <a:lnTo>
                      <a:pt x="204327" y="20057"/>
                    </a:lnTo>
                    <a:lnTo>
                      <a:pt x="204327" y="22438"/>
                    </a:lnTo>
                    <a:cubicBezTo>
                      <a:pt x="204326" y="31053"/>
                      <a:pt x="201405" y="39414"/>
                      <a:pt x="196041" y="46155"/>
                    </a:cubicBezTo>
                    <a:cubicBezTo>
                      <a:pt x="190529" y="52726"/>
                      <a:pt x="183157" y="57474"/>
                      <a:pt x="174895" y="59776"/>
                    </a:cubicBezTo>
                    <a:cubicBezTo>
                      <a:pt x="174028" y="66061"/>
                      <a:pt x="170956" y="71833"/>
                      <a:pt x="166227" y="76064"/>
                    </a:cubicBezTo>
                    <a:cubicBezTo>
                      <a:pt x="160724" y="80113"/>
                      <a:pt x="154004" y="82163"/>
                      <a:pt x="147177" y="81874"/>
                    </a:cubicBezTo>
                    <a:cubicBezTo>
                      <a:pt x="144258" y="87061"/>
                      <a:pt x="139446" y="90918"/>
                      <a:pt x="133747" y="92637"/>
                    </a:cubicBezTo>
                    <a:cubicBezTo>
                      <a:pt x="131428" y="93324"/>
                      <a:pt x="129022" y="93677"/>
                      <a:pt x="126603" y="93685"/>
                    </a:cubicBezTo>
                    <a:cubicBezTo>
                      <a:pt x="124521" y="93699"/>
                      <a:pt x="122444" y="93475"/>
                      <a:pt x="120412" y="93018"/>
                    </a:cubicBezTo>
                    <a:close/>
                    <a:moveTo>
                      <a:pt x="82598" y="111783"/>
                    </a:moveTo>
                    <a:lnTo>
                      <a:pt x="121651" y="111783"/>
                    </a:lnTo>
                    <a:lnTo>
                      <a:pt x="115745" y="87589"/>
                    </a:lnTo>
                    <a:lnTo>
                      <a:pt x="118888" y="88923"/>
                    </a:lnTo>
                    <a:cubicBezTo>
                      <a:pt x="121417" y="89866"/>
                      <a:pt x="124095" y="90350"/>
                      <a:pt x="126794" y="90352"/>
                    </a:cubicBezTo>
                    <a:cubicBezTo>
                      <a:pt x="128861" y="90330"/>
                      <a:pt x="130915" y="90009"/>
                      <a:pt x="132890" y="89399"/>
                    </a:cubicBezTo>
                    <a:cubicBezTo>
                      <a:pt x="138012" y="88020"/>
                      <a:pt x="142327" y="84568"/>
                      <a:pt x="144796" y="79874"/>
                    </a:cubicBezTo>
                    <a:lnTo>
                      <a:pt x="145273" y="78636"/>
                    </a:lnTo>
                    <a:lnTo>
                      <a:pt x="148702" y="78636"/>
                    </a:lnTo>
                    <a:cubicBezTo>
                      <a:pt x="154379" y="78811"/>
                      <a:pt x="159950" y="77066"/>
                      <a:pt x="164513" y="73683"/>
                    </a:cubicBezTo>
                    <a:cubicBezTo>
                      <a:pt x="168817" y="69695"/>
                      <a:pt x="171525" y="64279"/>
                      <a:pt x="172133" y="58443"/>
                    </a:cubicBezTo>
                    <a:lnTo>
                      <a:pt x="172133" y="57205"/>
                    </a:lnTo>
                    <a:lnTo>
                      <a:pt x="173371" y="57205"/>
                    </a:lnTo>
                    <a:cubicBezTo>
                      <a:pt x="181350" y="55225"/>
                      <a:pt x="188489" y="50754"/>
                      <a:pt x="193755" y="44441"/>
                    </a:cubicBezTo>
                    <a:cubicBezTo>
                      <a:pt x="198109" y="38985"/>
                      <a:pt x="200730" y="32350"/>
                      <a:pt x="201280" y="25391"/>
                    </a:cubicBezTo>
                    <a:cubicBezTo>
                      <a:pt x="173736" y="33738"/>
                      <a:pt x="145097" y="37911"/>
                      <a:pt x="116317" y="37774"/>
                    </a:cubicBezTo>
                    <a:lnTo>
                      <a:pt x="113364" y="37774"/>
                    </a:lnTo>
                    <a:lnTo>
                      <a:pt x="113364" y="36345"/>
                    </a:lnTo>
                    <a:lnTo>
                      <a:pt x="108696" y="12151"/>
                    </a:lnTo>
                    <a:lnTo>
                      <a:pt x="108696" y="12151"/>
                    </a:lnTo>
                    <a:cubicBezTo>
                      <a:pt x="107935" y="8056"/>
                      <a:pt x="106601" y="3865"/>
                      <a:pt x="102601" y="3865"/>
                    </a:cubicBezTo>
                    <a:lnTo>
                      <a:pt x="102601" y="3865"/>
                    </a:lnTo>
                    <a:cubicBezTo>
                      <a:pt x="98695" y="3865"/>
                      <a:pt x="97362" y="8056"/>
                      <a:pt x="96504" y="12151"/>
                    </a:cubicBezTo>
                    <a:lnTo>
                      <a:pt x="96504" y="12151"/>
                    </a:lnTo>
                    <a:lnTo>
                      <a:pt x="91837" y="36345"/>
                    </a:lnTo>
                    <a:lnTo>
                      <a:pt x="91837" y="37774"/>
                    </a:lnTo>
                    <a:lnTo>
                      <a:pt x="88885" y="37774"/>
                    </a:lnTo>
                    <a:cubicBezTo>
                      <a:pt x="60105" y="37901"/>
                      <a:pt x="31468" y="33728"/>
                      <a:pt x="3921" y="25391"/>
                    </a:cubicBezTo>
                    <a:cubicBezTo>
                      <a:pt x="4470" y="32367"/>
                      <a:pt x="7127" y="39012"/>
                      <a:pt x="11541" y="44441"/>
                    </a:cubicBezTo>
                    <a:cubicBezTo>
                      <a:pt x="16755" y="50768"/>
                      <a:pt x="23870" y="55244"/>
                      <a:pt x="31830" y="57205"/>
                    </a:cubicBezTo>
                    <a:lnTo>
                      <a:pt x="33068" y="57205"/>
                    </a:lnTo>
                    <a:lnTo>
                      <a:pt x="33068" y="58443"/>
                    </a:lnTo>
                    <a:cubicBezTo>
                      <a:pt x="33726" y="64264"/>
                      <a:pt x="36425" y="69664"/>
                      <a:pt x="40688" y="73683"/>
                    </a:cubicBezTo>
                    <a:cubicBezTo>
                      <a:pt x="45255" y="77059"/>
                      <a:pt x="50823" y="78803"/>
                      <a:pt x="56500" y="78636"/>
                    </a:cubicBezTo>
                    <a:lnTo>
                      <a:pt x="59928" y="78636"/>
                    </a:lnTo>
                    <a:lnTo>
                      <a:pt x="60405" y="79874"/>
                    </a:lnTo>
                    <a:cubicBezTo>
                      <a:pt x="62896" y="84589"/>
                      <a:pt x="67249" y="88044"/>
                      <a:pt x="72406" y="89399"/>
                    </a:cubicBezTo>
                    <a:cubicBezTo>
                      <a:pt x="74380" y="90016"/>
                      <a:pt x="76435" y="90336"/>
                      <a:pt x="78503" y="90352"/>
                    </a:cubicBezTo>
                    <a:cubicBezTo>
                      <a:pt x="81172" y="90357"/>
                      <a:pt x="83819" y="89873"/>
                      <a:pt x="86313" y="88923"/>
                    </a:cubicBezTo>
                    <a:lnTo>
                      <a:pt x="89456" y="87685"/>
                    </a:lnTo>
                    <a:close/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5" name="任意多边形: 形状 134">
                <a:extLst>
                  <a:ext uri="{FF2B5EF4-FFF2-40B4-BE49-F238E27FC236}">
                    <a16:creationId xmlns:a16="http://schemas.microsoft.com/office/drawing/2014/main" id="{7228C53C-4AD8-4CD9-BCBA-88B18661EF9F}"/>
                  </a:ext>
                </a:extLst>
              </p:cNvPr>
              <p:cNvSpPr/>
              <p:nvPr/>
            </p:nvSpPr>
            <p:spPr>
              <a:xfrm>
                <a:off x="5089901" y="1768141"/>
                <a:ext cx="765536" cy="591631"/>
              </a:xfrm>
              <a:custGeom>
                <a:avLst/>
                <a:gdLst>
                  <a:gd name="connsiteX0" fmla="*/ 235474 w 765536"/>
                  <a:gd name="connsiteY0" fmla="*/ 492940 h 591631"/>
                  <a:gd name="connsiteX1" fmla="*/ 238582 w 765536"/>
                  <a:gd name="connsiteY1" fmla="*/ 497458 h 591631"/>
                  <a:gd name="connsiteX2" fmla="*/ 235474 w 765536"/>
                  <a:gd name="connsiteY2" fmla="*/ 498104 h 591631"/>
                  <a:gd name="connsiteX3" fmla="*/ 294255 w 765536"/>
                  <a:gd name="connsiteY3" fmla="*/ 485883 h 591631"/>
                  <a:gd name="connsiteX4" fmla="*/ 353043 w 765536"/>
                  <a:gd name="connsiteY4" fmla="*/ 498104 h 591631"/>
                  <a:gd name="connsiteX5" fmla="*/ 467503 w 765536"/>
                  <a:gd name="connsiteY5" fmla="*/ 580604 h 591631"/>
                  <a:gd name="connsiteX6" fmla="*/ 332418 w 765536"/>
                  <a:gd name="connsiteY6" fmla="*/ 580604 h 591631"/>
                  <a:gd name="connsiteX7" fmla="*/ 273540 w 765536"/>
                  <a:gd name="connsiteY7" fmla="*/ 548278 h 591631"/>
                  <a:gd name="connsiteX8" fmla="*/ 238582 w 765536"/>
                  <a:gd name="connsiteY8" fmla="*/ 497458 h 591631"/>
                  <a:gd name="connsiteX9" fmla="*/ 454621 w 765536"/>
                  <a:gd name="connsiteY9" fmla="*/ 406943 h 591631"/>
                  <a:gd name="connsiteX10" fmla="*/ 519074 w 765536"/>
                  <a:gd name="connsiteY10" fmla="*/ 417670 h 591631"/>
                  <a:gd name="connsiteX11" fmla="*/ 636644 w 765536"/>
                  <a:gd name="connsiteY11" fmla="*/ 492952 h 591631"/>
                  <a:gd name="connsiteX12" fmla="*/ 497420 w 765536"/>
                  <a:gd name="connsiteY12" fmla="*/ 501202 h 591631"/>
                  <a:gd name="connsiteX13" fmla="*/ 394293 w 765536"/>
                  <a:gd name="connsiteY13" fmla="*/ 424881 h 591631"/>
                  <a:gd name="connsiteX14" fmla="*/ 390168 w 765536"/>
                  <a:gd name="connsiteY14" fmla="*/ 417670 h 591631"/>
                  <a:gd name="connsiteX15" fmla="*/ 454621 w 765536"/>
                  <a:gd name="connsiteY15" fmla="*/ 406943 h 591631"/>
                  <a:gd name="connsiteX16" fmla="*/ 644882 w 765536"/>
                  <a:gd name="connsiteY16" fmla="*/ 279479 h 591631"/>
                  <a:gd name="connsiteX17" fmla="*/ 765536 w 765536"/>
                  <a:gd name="connsiteY17" fmla="*/ 295979 h 591631"/>
                  <a:gd name="connsiteX18" fmla="*/ 651075 w 765536"/>
                  <a:gd name="connsiteY18" fmla="*/ 359921 h 591631"/>
                  <a:gd name="connsiteX19" fmla="*/ 529380 w 765536"/>
                  <a:gd name="connsiteY19" fmla="*/ 321757 h 591631"/>
                  <a:gd name="connsiteX20" fmla="*/ 644882 w 765536"/>
                  <a:gd name="connsiteY20" fmla="*/ 279479 h 591631"/>
                  <a:gd name="connsiteX21" fmla="*/ 725324 w 765536"/>
                  <a:gd name="connsiteY21" fmla="*/ 0 h 591631"/>
                  <a:gd name="connsiteX22" fmla="*/ 702642 w 765536"/>
                  <a:gd name="connsiteY22" fmla="*/ 135098 h 591631"/>
                  <a:gd name="connsiteX23" fmla="*/ 672700 w 765536"/>
                  <a:gd name="connsiteY23" fmla="*/ 184089 h 591631"/>
                  <a:gd name="connsiteX24" fmla="*/ 622477 w 765536"/>
                  <a:gd name="connsiteY24" fmla="*/ 211255 h 591631"/>
                  <a:gd name="connsiteX25" fmla="*/ 600535 w 765536"/>
                  <a:gd name="connsiteY25" fmla="*/ 244409 h 591631"/>
                  <a:gd name="connsiteX26" fmla="*/ 24068 w 765536"/>
                  <a:gd name="connsiteY26" fmla="*/ 558942 h 591631"/>
                  <a:gd name="connsiteX27" fmla="*/ 520 w 765536"/>
                  <a:gd name="connsiteY27" fmla="*/ 544336 h 591631"/>
                  <a:gd name="connsiteX28" fmla="*/ 15136 w 765536"/>
                  <a:gd name="connsiteY28" fmla="*/ 520788 h 591631"/>
                  <a:gd name="connsiteX29" fmla="*/ 22000 w 765536"/>
                  <a:gd name="connsiteY29" fmla="*/ 520788 h 591631"/>
                  <a:gd name="connsiteX30" fmla="*/ 79751 w 765536"/>
                  <a:gd name="connsiteY30" fmla="*/ 507384 h 591631"/>
                  <a:gd name="connsiteX31" fmla="*/ 222404 w 765536"/>
                  <a:gd name="connsiteY31" fmla="*/ 459271 h 591631"/>
                  <a:gd name="connsiteX32" fmla="*/ 224223 w 765536"/>
                  <a:gd name="connsiteY32" fmla="*/ 458380 h 591631"/>
                  <a:gd name="connsiteX33" fmla="*/ 200027 w 765536"/>
                  <a:gd name="connsiteY33" fmla="*/ 401188 h 591631"/>
                  <a:gd name="connsiteX34" fmla="*/ 196289 w 765536"/>
                  <a:gd name="connsiteY34" fmla="*/ 334133 h 591631"/>
                  <a:gd name="connsiteX35" fmla="*/ 267444 w 765536"/>
                  <a:gd name="connsiteY35" fmla="*/ 210381 h 591631"/>
                  <a:gd name="connsiteX36" fmla="*/ 290126 w 765536"/>
                  <a:gd name="connsiteY36" fmla="*/ 349604 h 591631"/>
                  <a:gd name="connsiteX37" fmla="*/ 258160 w 765536"/>
                  <a:gd name="connsiteY37" fmla="*/ 427978 h 591631"/>
                  <a:gd name="connsiteX38" fmla="*/ 237560 w 765536"/>
                  <a:gd name="connsiteY38" fmla="*/ 451839 h 591631"/>
                  <a:gd name="connsiteX39" fmla="*/ 357006 w 765536"/>
                  <a:gd name="connsiteY39" fmla="*/ 393266 h 591631"/>
                  <a:gd name="connsiteX40" fmla="*/ 374979 w 765536"/>
                  <a:gd name="connsiteY40" fmla="*/ 381329 h 591631"/>
                  <a:gd name="connsiteX41" fmla="*/ 351341 w 765536"/>
                  <a:gd name="connsiteY41" fmla="*/ 323131 h 591631"/>
                  <a:gd name="connsiteX42" fmla="*/ 346848 w 765536"/>
                  <a:gd name="connsiteY42" fmla="*/ 255756 h 591631"/>
                  <a:gd name="connsiteX43" fmla="*/ 411818 w 765536"/>
                  <a:gd name="connsiteY43" fmla="*/ 128907 h 591631"/>
                  <a:gd name="connsiteX44" fmla="*/ 435529 w 765536"/>
                  <a:gd name="connsiteY44" fmla="*/ 269160 h 591631"/>
                  <a:gd name="connsiteX45" fmla="*/ 416846 w 765536"/>
                  <a:gd name="connsiteY45" fmla="*/ 332829 h 591631"/>
                  <a:gd name="connsiteX46" fmla="*/ 385216 w 765536"/>
                  <a:gd name="connsiteY46" fmla="*/ 374530 h 591631"/>
                  <a:gd name="connsiteX47" fmla="*/ 481888 w 765536"/>
                  <a:gd name="connsiteY47" fmla="*/ 310325 h 591631"/>
                  <a:gd name="connsiteX48" fmla="*/ 506039 w 765536"/>
                  <a:gd name="connsiteY48" fmla="*/ 289276 h 591631"/>
                  <a:gd name="connsiteX49" fmla="*/ 484391 w 765536"/>
                  <a:gd name="connsiteY49" fmla="*/ 235880 h 591631"/>
                  <a:gd name="connsiteX50" fmla="*/ 479881 w 765536"/>
                  <a:gd name="connsiteY50" fmla="*/ 171186 h 591631"/>
                  <a:gd name="connsiteX51" fmla="*/ 540727 w 765536"/>
                  <a:gd name="connsiteY51" fmla="*/ 50530 h 591631"/>
                  <a:gd name="connsiteX52" fmla="*/ 563420 w 765536"/>
                  <a:gd name="connsiteY52" fmla="*/ 184590 h 591631"/>
                  <a:gd name="connsiteX53" fmla="*/ 546019 w 765536"/>
                  <a:gd name="connsiteY53" fmla="*/ 245158 h 591631"/>
                  <a:gd name="connsiteX54" fmla="*/ 527169 w 765536"/>
                  <a:gd name="connsiteY54" fmla="*/ 270860 h 591631"/>
                  <a:gd name="connsiteX55" fmla="*/ 595382 w 765536"/>
                  <a:gd name="connsiteY55" fmla="*/ 211408 h 591631"/>
                  <a:gd name="connsiteX56" fmla="*/ 619656 w 765536"/>
                  <a:gd name="connsiteY56" fmla="*/ 180334 h 591631"/>
                  <a:gd name="connsiteX57" fmla="*/ 617073 w 765536"/>
                  <a:gd name="connsiteY57" fmla="*/ 148754 h 591631"/>
                  <a:gd name="connsiteX58" fmla="*/ 635602 w 765536"/>
                  <a:gd name="connsiteY58" fmla="*/ 88684 h 591631"/>
                  <a:gd name="connsiteX59" fmla="*/ 725324 w 765536"/>
                  <a:gd name="connsiteY59" fmla="*/ 0 h 591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765536" h="591631">
                    <a:moveTo>
                      <a:pt x="235474" y="492940"/>
                    </a:moveTo>
                    <a:lnTo>
                      <a:pt x="238582" y="497458"/>
                    </a:lnTo>
                    <a:lnTo>
                      <a:pt x="235474" y="498104"/>
                    </a:lnTo>
                    <a:close/>
                    <a:moveTo>
                      <a:pt x="294255" y="485883"/>
                    </a:moveTo>
                    <a:cubicBezTo>
                      <a:pt x="314272" y="485883"/>
                      <a:pt x="334291" y="489957"/>
                      <a:pt x="353043" y="498104"/>
                    </a:cubicBezTo>
                    <a:cubicBezTo>
                      <a:pt x="395646" y="518827"/>
                      <a:pt x="434373" y="546727"/>
                      <a:pt x="467503" y="580604"/>
                    </a:cubicBezTo>
                    <a:cubicBezTo>
                      <a:pt x="423677" y="595307"/>
                      <a:pt x="376244" y="595307"/>
                      <a:pt x="332418" y="580604"/>
                    </a:cubicBezTo>
                    <a:cubicBezTo>
                      <a:pt x="310234" y="574487"/>
                      <a:pt x="290153" y="563300"/>
                      <a:pt x="273540" y="548278"/>
                    </a:cubicBezTo>
                    <a:lnTo>
                      <a:pt x="238582" y="497458"/>
                    </a:lnTo>
                    <a:close/>
                    <a:moveTo>
                      <a:pt x="454621" y="406943"/>
                    </a:moveTo>
                    <a:cubicBezTo>
                      <a:pt x="476402" y="406943"/>
                      <a:pt x="498183" y="410519"/>
                      <a:pt x="519074" y="417670"/>
                    </a:cubicBezTo>
                    <a:cubicBezTo>
                      <a:pt x="563757" y="432915"/>
                      <a:pt x="604098" y="458749"/>
                      <a:pt x="636644" y="492952"/>
                    </a:cubicBezTo>
                    <a:cubicBezTo>
                      <a:pt x="590998" y="503291"/>
                      <a:pt x="543965" y="506085"/>
                      <a:pt x="497420" y="501202"/>
                    </a:cubicBezTo>
                    <a:cubicBezTo>
                      <a:pt x="454860" y="489249"/>
                      <a:pt x="418167" y="462094"/>
                      <a:pt x="394293" y="424881"/>
                    </a:cubicBezTo>
                    <a:lnTo>
                      <a:pt x="390168" y="417670"/>
                    </a:lnTo>
                    <a:cubicBezTo>
                      <a:pt x="411059" y="410519"/>
                      <a:pt x="432840" y="406943"/>
                      <a:pt x="454621" y="406943"/>
                    </a:cubicBezTo>
                    <a:close/>
                    <a:moveTo>
                      <a:pt x="644882" y="279479"/>
                    </a:moveTo>
                    <a:cubicBezTo>
                      <a:pt x="685537" y="281092"/>
                      <a:pt x="725943" y="286624"/>
                      <a:pt x="765536" y="295979"/>
                    </a:cubicBezTo>
                    <a:cubicBezTo>
                      <a:pt x="734398" y="327950"/>
                      <a:pt x="694620" y="350167"/>
                      <a:pt x="651075" y="359921"/>
                    </a:cubicBezTo>
                    <a:cubicBezTo>
                      <a:pt x="607345" y="361448"/>
                      <a:pt x="564405" y="347990"/>
                      <a:pt x="529380" y="321757"/>
                    </a:cubicBezTo>
                    <a:cubicBezTo>
                      <a:pt x="561699" y="294495"/>
                      <a:pt x="602603" y="279522"/>
                      <a:pt x="644882" y="279479"/>
                    </a:cubicBezTo>
                    <a:close/>
                    <a:moveTo>
                      <a:pt x="725324" y="0"/>
                    </a:moveTo>
                    <a:cubicBezTo>
                      <a:pt x="724642" y="45917"/>
                      <a:pt x="716988" y="91477"/>
                      <a:pt x="702642" y="135098"/>
                    </a:cubicBezTo>
                    <a:cubicBezTo>
                      <a:pt x="697061" y="154116"/>
                      <a:pt x="686594" y="170908"/>
                      <a:pt x="672700" y="184089"/>
                    </a:cubicBezTo>
                    <a:lnTo>
                      <a:pt x="622477" y="211255"/>
                    </a:lnTo>
                    <a:lnTo>
                      <a:pt x="600535" y="244409"/>
                    </a:lnTo>
                    <a:cubicBezTo>
                      <a:pt x="445321" y="406077"/>
                      <a:pt x="244006" y="515916"/>
                      <a:pt x="24068" y="558942"/>
                    </a:cubicBezTo>
                    <a:cubicBezTo>
                      <a:pt x="13523" y="561411"/>
                      <a:pt x="2988" y="554871"/>
                      <a:pt x="520" y="544336"/>
                    </a:cubicBezTo>
                    <a:cubicBezTo>
                      <a:pt x="-1949" y="533802"/>
                      <a:pt x="4601" y="523256"/>
                      <a:pt x="15136" y="520788"/>
                    </a:cubicBezTo>
                    <a:lnTo>
                      <a:pt x="22000" y="520788"/>
                    </a:lnTo>
                    <a:lnTo>
                      <a:pt x="79751" y="507384"/>
                    </a:lnTo>
                    <a:cubicBezTo>
                      <a:pt x="128458" y="494435"/>
                      <a:pt x="176102" y="478344"/>
                      <a:pt x="222404" y="459271"/>
                    </a:cubicBezTo>
                    <a:lnTo>
                      <a:pt x="224223" y="458380"/>
                    </a:lnTo>
                    <a:lnTo>
                      <a:pt x="200027" y="401188"/>
                    </a:lnTo>
                    <a:cubicBezTo>
                      <a:pt x="194968" y="379378"/>
                      <a:pt x="193647" y="356702"/>
                      <a:pt x="196289" y="334133"/>
                    </a:cubicBezTo>
                    <a:cubicBezTo>
                      <a:pt x="206986" y="286657"/>
                      <a:pt x="231791" y="243512"/>
                      <a:pt x="267444" y="210381"/>
                    </a:cubicBezTo>
                    <a:cubicBezTo>
                      <a:pt x="280534" y="255714"/>
                      <a:pt x="288156" y="302453"/>
                      <a:pt x="290126" y="349604"/>
                    </a:cubicBezTo>
                    <a:cubicBezTo>
                      <a:pt x="290126" y="378480"/>
                      <a:pt x="274143" y="406838"/>
                      <a:pt x="258160" y="427978"/>
                    </a:cubicBezTo>
                    <a:lnTo>
                      <a:pt x="237560" y="451839"/>
                    </a:lnTo>
                    <a:lnTo>
                      <a:pt x="357006" y="393266"/>
                    </a:lnTo>
                    <a:lnTo>
                      <a:pt x="374979" y="381329"/>
                    </a:lnTo>
                    <a:lnTo>
                      <a:pt x="351341" y="323131"/>
                    </a:lnTo>
                    <a:cubicBezTo>
                      <a:pt x="346293" y="301194"/>
                      <a:pt x="344731" y="278455"/>
                      <a:pt x="346848" y="255756"/>
                    </a:cubicBezTo>
                    <a:cubicBezTo>
                      <a:pt x="355596" y="208020"/>
                      <a:pt x="378191" y="163911"/>
                      <a:pt x="411818" y="128907"/>
                    </a:cubicBezTo>
                    <a:cubicBezTo>
                      <a:pt x="424897" y="174630"/>
                      <a:pt x="432854" y="221673"/>
                      <a:pt x="435529" y="269160"/>
                    </a:cubicBezTo>
                    <a:cubicBezTo>
                      <a:pt x="433201" y="291529"/>
                      <a:pt x="426808" y="313080"/>
                      <a:pt x="416846" y="332829"/>
                    </a:cubicBezTo>
                    <a:lnTo>
                      <a:pt x="385216" y="374530"/>
                    </a:lnTo>
                    <a:lnTo>
                      <a:pt x="481888" y="310325"/>
                    </a:lnTo>
                    <a:lnTo>
                      <a:pt x="506039" y="289276"/>
                    </a:lnTo>
                    <a:lnTo>
                      <a:pt x="484391" y="235880"/>
                    </a:lnTo>
                    <a:cubicBezTo>
                      <a:pt x="479518" y="214819"/>
                      <a:pt x="477953" y="192991"/>
                      <a:pt x="479881" y="171186"/>
                    </a:cubicBezTo>
                    <a:cubicBezTo>
                      <a:pt x="488629" y="126124"/>
                      <a:pt x="509698" y="84365"/>
                      <a:pt x="540727" y="50530"/>
                    </a:cubicBezTo>
                    <a:cubicBezTo>
                      <a:pt x="553189" y="94250"/>
                      <a:pt x="560800" y="139214"/>
                      <a:pt x="563420" y="184590"/>
                    </a:cubicBezTo>
                    <a:cubicBezTo>
                      <a:pt x="561217" y="205816"/>
                      <a:pt x="555273" y="226301"/>
                      <a:pt x="546019" y="245158"/>
                    </a:cubicBezTo>
                    <a:lnTo>
                      <a:pt x="527169" y="270860"/>
                    </a:lnTo>
                    <a:lnTo>
                      <a:pt x="595382" y="211408"/>
                    </a:lnTo>
                    <a:lnTo>
                      <a:pt x="619656" y="180334"/>
                    </a:lnTo>
                    <a:lnTo>
                      <a:pt x="617073" y="148754"/>
                    </a:lnTo>
                    <a:cubicBezTo>
                      <a:pt x="619348" y="127920"/>
                      <a:pt x="625565" y="107517"/>
                      <a:pt x="635602" y="88684"/>
                    </a:cubicBezTo>
                    <a:cubicBezTo>
                      <a:pt x="655512" y="50486"/>
                      <a:pt x="686889" y="19467"/>
                      <a:pt x="7253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6" name="任意多边形: 形状 135">
                <a:extLst>
                  <a:ext uri="{FF2B5EF4-FFF2-40B4-BE49-F238E27FC236}">
                    <a16:creationId xmlns:a16="http://schemas.microsoft.com/office/drawing/2014/main" id="{40E2C84A-70BE-4138-9F61-2815B8D21D45}"/>
                  </a:ext>
                </a:extLst>
              </p:cNvPr>
              <p:cNvSpPr/>
              <p:nvPr/>
            </p:nvSpPr>
            <p:spPr>
              <a:xfrm>
                <a:off x="2452782" y="1084415"/>
                <a:ext cx="5372199" cy="5390836"/>
              </a:xfrm>
              <a:custGeom>
                <a:avLst/>
                <a:gdLst>
                  <a:gd name="connsiteX0" fmla="*/ 3137621 w 5372199"/>
                  <a:gd name="connsiteY0" fmla="*/ 5098566 h 5390836"/>
                  <a:gd name="connsiteX1" fmla="*/ 3090189 w 5372199"/>
                  <a:gd name="connsiteY1" fmla="*/ 5135680 h 5390836"/>
                  <a:gd name="connsiteX2" fmla="*/ 3090189 w 5372199"/>
                  <a:gd name="connsiteY2" fmla="*/ 5214053 h 5390836"/>
                  <a:gd name="connsiteX3" fmla="*/ 3123189 w 5372199"/>
                  <a:gd name="connsiteY3" fmla="*/ 5282125 h 5390836"/>
                  <a:gd name="connsiteX4" fmla="*/ 3179909 w 5372199"/>
                  <a:gd name="connsiteY4" fmla="*/ 5298625 h 5390836"/>
                  <a:gd name="connsiteX5" fmla="*/ 3227342 w 5372199"/>
                  <a:gd name="connsiteY5" fmla="*/ 5262527 h 5390836"/>
                  <a:gd name="connsiteX6" fmla="*/ 3223219 w 5372199"/>
                  <a:gd name="connsiteY6" fmla="*/ 5262527 h 5390836"/>
                  <a:gd name="connsiteX7" fmla="*/ 3228384 w 5372199"/>
                  <a:gd name="connsiteY7" fmla="*/ 5186218 h 5390836"/>
                  <a:gd name="connsiteX8" fmla="*/ 3195371 w 5372199"/>
                  <a:gd name="connsiteY8" fmla="*/ 5115066 h 5390836"/>
                  <a:gd name="connsiteX9" fmla="*/ 3137621 w 5372199"/>
                  <a:gd name="connsiteY9" fmla="*/ 5098566 h 5390836"/>
                  <a:gd name="connsiteX10" fmla="*/ 2793012 w 5372199"/>
                  <a:gd name="connsiteY10" fmla="*/ 5095901 h 5390836"/>
                  <a:gd name="connsiteX11" fmla="*/ 2794038 w 5372199"/>
                  <a:gd name="connsiteY11" fmla="*/ 5121680 h 5390836"/>
                  <a:gd name="connsiteX12" fmla="*/ 2794038 w 5372199"/>
                  <a:gd name="connsiteY12" fmla="*/ 5147468 h 5390836"/>
                  <a:gd name="connsiteX13" fmla="*/ 2652759 w 5372199"/>
                  <a:gd name="connsiteY13" fmla="*/ 5150557 h 5390836"/>
                  <a:gd name="connsiteX14" fmla="*/ 2654818 w 5372199"/>
                  <a:gd name="connsiteY14" fmla="*/ 5212430 h 5390836"/>
                  <a:gd name="connsiteX15" fmla="*/ 2785788 w 5372199"/>
                  <a:gd name="connsiteY15" fmla="*/ 5210375 h 5390836"/>
                  <a:gd name="connsiteX16" fmla="*/ 2785788 w 5372199"/>
                  <a:gd name="connsiteY16" fmla="*/ 5235125 h 5390836"/>
                  <a:gd name="connsiteX17" fmla="*/ 2785788 w 5372199"/>
                  <a:gd name="connsiteY17" fmla="*/ 5259875 h 5390836"/>
                  <a:gd name="connsiteX18" fmla="*/ 2654818 w 5372199"/>
                  <a:gd name="connsiteY18" fmla="*/ 5261930 h 5390836"/>
                  <a:gd name="connsiteX19" fmla="*/ 2656886 w 5372199"/>
                  <a:gd name="connsiteY19" fmla="*/ 5338252 h 5390836"/>
                  <a:gd name="connsiteX20" fmla="*/ 2803317 w 5372199"/>
                  <a:gd name="connsiteY20" fmla="*/ 5335154 h 5390836"/>
                  <a:gd name="connsiteX21" fmla="*/ 2804347 w 5372199"/>
                  <a:gd name="connsiteY21" fmla="*/ 5360934 h 5390836"/>
                  <a:gd name="connsiteX22" fmla="*/ 2804347 w 5372199"/>
                  <a:gd name="connsiteY22" fmla="*/ 5386722 h 5390836"/>
                  <a:gd name="connsiteX23" fmla="*/ 2601191 w 5372199"/>
                  <a:gd name="connsiteY23" fmla="*/ 5390836 h 5390836"/>
                  <a:gd name="connsiteX24" fmla="*/ 2597068 w 5372199"/>
                  <a:gd name="connsiteY24" fmla="*/ 5100028 h 5390836"/>
                  <a:gd name="connsiteX25" fmla="*/ 2311412 w 5372199"/>
                  <a:gd name="connsiteY25" fmla="*/ 5073218 h 5390836"/>
                  <a:gd name="connsiteX26" fmla="*/ 2527979 w 5372199"/>
                  <a:gd name="connsiteY26" fmla="*/ 5100036 h 5390836"/>
                  <a:gd name="connsiteX27" fmla="*/ 2524886 w 5372199"/>
                  <a:gd name="connsiteY27" fmla="*/ 5124786 h 5390836"/>
                  <a:gd name="connsiteX28" fmla="*/ 2521789 w 5372199"/>
                  <a:gd name="connsiteY28" fmla="*/ 5150566 h 5390836"/>
                  <a:gd name="connsiteX29" fmla="*/ 2441357 w 5372199"/>
                  <a:gd name="connsiteY29" fmla="*/ 5141286 h 5390836"/>
                  <a:gd name="connsiteX30" fmla="*/ 2412480 w 5372199"/>
                  <a:gd name="connsiteY30" fmla="*/ 5378472 h 5390836"/>
                  <a:gd name="connsiteX31" fmla="*/ 2384632 w 5372199"/>
                  <a:gd name="connsiteY31" fmla="*/ 5375374 h 5390836"/>
                  <a:gd name="connsiteX32" fmla="*/ 2356798 w 5372199"/>
                  <a:gd name="connsiteY32" fmla="*/ 5372277 h 5390836"/>
                  <a:gd name="connsiteX33" fmla="*/ 2385662 w 5372199"/>
                  <a:gd name="connsiteY33" fmla="*/ 5134066 h 5390836"/>
                  <a:gd name="connsiteX34" fmla="*/ 2305230 w 5372199"/>
                  <a:gd name="connsiteY34" fmla="*/ 5124786 h 5390836"/>
                  <a:gd name="connsiteX35" fmla="*/ 2308328 w 5372199"/>
                  <a:gd name="connsiteY35" fmla="*/ 5098998 h 5390836"/>
                  <a:gd name="connsiteX36" fmla="*/ 3178501 w 5372199"/>
                  <a:gd name="connsiteY36" fmla="*/ 5049077 h 5390836"/>
                  <a:gd name="connsiteX37" fmla="*/ 3227342 w 5372199"/>
                  <a:gd name="connsiteY37" fmla="*/ 5072774 h 5390836"/>
                  <a:gd name="connsiteX38" fmla="*/ 3283036 w 5372199"/>
                  <a:gd name="connsiteY38" fmla="*/ 5175900 h 5390836"/>
                  <a:gd name="connsiteX39" fmla="*/ 3270659 w 5372199"/>
                  <a:gd name="connsiteY39" fmla="*/ 5291404 h 5390836"/>
                  <a:gd name="connsiteX40" fmla="*/ 3094478 w 5372199"/>
                  <a:gd name="connsiteY40" fmla="*/ 5332188 h 5390836"/>
                  <a:gd name="connsiteX41" fmla="*/ 3086062 w 5372199"/>
                  <a:gd name="connsiteY41" fmla="*/ 5326472 h 5390836"/>
                  <a:gd name="connsiteX42" fmla="*/ 3082978 w 5372199"/>
                  <a:gd name="connsiteY42" fmla="*/ 5329557 h 5390836"/>
                  <a:gd name="connsiteX43" fmla="*/ 3027283 w 5372199"/>
                  <a:gd name="connsiteY43" fmla="*/ 5226430 h 5390836"/>
                  <a:gd name="connsiteX44" fmla="*/ 3040690 w 5372199"/>
                  <a:gd name="connsiteY44" fmla="*/ 5108871 h 5390836"/>
                  <a:gd name="connsiteX45" fmla="*/ 3124219 w 5372199"/>
                  <a:gd name="connsiteY45" fmla="*/ 5050083 h 5390836"/>
                  <a:gd name="connsiteX46" fmla="*/ 3178501 w 5372199"/>
                  <a:gd name="connsiteY46" fmla="*/ 5049077 h 5390836"/>
                  <a:gd name="connsiteX47" fmla="*/ 2038303 w 5372199"/>
                  <a:gd name="connsiteY47" fmla="*/ 5009871 h 5390836"/>
                  <a:gd name="connsiteX48" fmla="*/ 2065121 w 5372199"/>
                  <a:gd name="connsiteY48" fmla="*/ 5017092 h 5390836"/>
                  <a:gd name="connsiteX49" fmla="*/ 2092960 w 5372199"/>
                  <a:gd name="connsiteY49" fmla="*/ 5023274 h 5390836"/>
                  <a:gd name="connsiteX50" fmla="*/ 2048621 w 5372199"/>
                  <a:gd name="connsiteY50" fmla="*/ 5201688 h 5390836"/>
                  <a:gd name="connsiteX51" fmla="*/ 2048621 w 5372199"/>
                  <a:gd name="connsiteY51" fmla="*/ 5250150 h 5390836"/>
                  <a:gd name="connsiteX52" fmla="*/ 2082650 w 5372199"/>
                  <a:gd name="connsiteY52" fmla="*/ 5274900 h 5390836"/>
                  <a:gd name="connsiteX53" fmla="*/ 2124930 w 5372199"/>
                  <a:gd name="connsiteY53" fmla="*/ 5274900 h 5390836"/>
                  <a:gd name="connsiteX54" fmla="*/ 2148650 w 5372199"/>
                  <a:gd name="connsiteY54" fmla="*/ 5230565 h 5390836"/>
                  <a:gd name="connsiteX55" fmla="*/ 2192989 w 5372199"/>
                  <a:gd name="connsiteY55" fmla="*/ 5053189 h 5390836"/>
                  <a:gd name="connsiteX56" fmla="*/ 2219807 w 5372199"/>
                  <a:gd name="connsiteY56" fmla="*/ 5059371 h 5390836"/>
                  <a:gd name="connsiteX57" fmla="*/ 2247654 w 5372199"/>
                  <a:gd name="connsiteY57" fmla="*/ 5066591 h 5390836"/>
                  <a:gd name="connsiteX58" fmla="*/ 2200209 w 5372199"/>
                  <a:gd name="connsiteY58" fmla="*/ 5237773 h 5390836"/>
                  <a:gd name="connsiteX59" fmla="*/ 2153807 w 5372199"/>
                  <a:gd name="connsiteY59" fmla="*/ 5319247 h 5390836"/>
                  <a:gd name="connsiteX60" fmla="*/ 2067180 w 5372199"/>
                  <a:gd name="connsiteY60" fmla="*/ 5326468 h 5390836"/>
                  <a:gd name="connsiteX61" fmla="*/ 1994985 w 5372199"/>
                  <a:gd name="connsiteY61" fmla="*/ 5279023 h 5390836"/>
                  <a:gd name="connsiteX62" fmla="*/ 1994985 w 5372199"/>
                  <a:gd name="connsiteY62" fmla="*/ 5186218 h 5390836"/>
                  <a:gd name="connsiteX63" fmla="*/ 3514900 w 5372199"/>
                  <a:gd name="connsiteY63" fmla="*/ 4952554 h 5390836"/>
                  <a:gd name="connsiteX64" fmla="*/ 3523150 w 5372199"/>
                  <a:gd name="connsiteY64" fmla="*/ 4977304 h 5390836"/>
                  <a:gd name="connsiteX65" fmla="*/ 3531400 w 5372199"/>
                  <a:gd name="connsiteY65" fmla="*/ 5002053 h 5390836"/>
                  <a:gd name="connsiteX66" fmla="*/ 3403523 w 5372199"/>
                  <a:gd name="connsiteY66" fmla="*/ 5043303 h 5390836"/>
                  <a:gd name="connsiteX67" fmla="*/ 3424146 w 5372199"/>
                  <a:gd name="connsiteY67" fmla="*/ 5106210 h 5390836"/>
                  <a:gd name="connsiteX68" fmla="*/ 3535523 w 5372199"/>
                  <a:gd name="connsiteY68" fmla="*/ 5070125 h 5390836"/>
                  <a:gd name="connsiteX69" fmla="*/ 3542743 w 5372199"/>
                  <a:gd name="connsiteY69" fmla="*/ 5093833 h 5390836"/>
                  <a:gd name="connsiteX70" fmla="*/ 3550993 w 5372199"/>
                  <a:gd name="connsiteY70" fmla="*/ 5117557 h 5390836"/>
                  <a:gd name="connsiteX71" fmla="*/ 3439621 w 5372199"/>
                  <a:gd name="connsiteY71" fmla="*/ 5153655 h 5390836"/>
                  <a:gd name="connsiteX72" fmla="*/ 3477773 w 5372199"/>
                  <a:gd name="connsiteY72" fmla="*/ 5271222 h 5390836"/>
                  <a:gd name="connsiteX73" fmla="*/ 3450955 w 5372199"/>
                  <a:gd name="connsiteY73" fmla="*/ 5279459 h 5390836"/>
                  <a:gd name="connsiteX74" fmla="*/ 3424146 w 5372199"/>
                  <a:gd name="connsiteY74" fmla="*/ 5288752 h 5390836"/>
                  <a:gd name="connsiteX75" fmla="*/ 3334426 w 5372199"/>
                  <a:gd name="connsiteY75" fmla="*/ 5012371 h 5390836"/>
                  <a:gd name="connsiteX76" fmla="*/ 1772071 w 5372199"/>
                  <a:gd name="connsiteY76" fmla="*/ 4919562 h 5390836"/>
                  <a:gd name="connsiteX77" fmla="*/ 1978320 w 5372199"/>
                  <a:gd name="connsiteY77" fmla="*/ 4990719 h 5390836"/>
                  <a:gd name="connsiteX78" fmla="*/ 1970070 w 5372199"/>
                  <a:gd name="connsiteY78" fmla="*/ 5014439 h 5390836"/>
                  <a:gd name="connsiteX79" fmla="*/ 1960782 w 5372199"/>
                  <a:gd name="connsiteY79" fmla="*/ 5039189 h 5390836"/>
                  <a:gd name="connsiteX80" fmla="*/ 1884473 w 5372199"/>
                  <a:gd name="connsiteY80" fmla="*/ 5013409 h 5390836"/>
                  <a:gd name="connsiteX81" fmla="*/ 1807130 w 5372199"/>
                  <a:gd name="connsiteY81" fmla="*/ 5239260 h 5390836"/>
                  <a:gd name="connsiteX82" fmla="*/ 1780321 w 5372199"/>
                  <a:gd name="connsiteY82" fmla="*/ 5229968 h 5390836"/>
                  <a:gd name="connsiteX83" fmla="*/ 1753503 w 5372199"/>
                  <a:gd name="connsiteY83" fmla="*/ 5220693 h 5390836"/>
                  <a:gd name="connsiteX84" fmla="*/ 1831880 w 5372199"/>
                  <a:gd name="connsiteY84" fmla="*/ 4994842 h 5390836"/>
                  <a:gd name="connsiteX85" fmla="*/ 1755571 w 5372199"/>
                  <a:gd name="connsiteY85" fmla="*/ 4969062 h 5390836"/>
                  <a:gd name="connsiteX86" fmla="*/ 1763821 w 5372199"/>
                  <a:gd name="connsiteY86" fmla="*/ 4944312 h 5390836"/>
                  <a:gd name="connsiteX87" fmla="*/ 1666876 w 5372199"/>
                  <a:gd name="connsiteY87" fmla="*/ 4867995 h 5390836"/>
                  <a:gd name="connsiteX88" fmla="*/ 1691626 w 5372199"/>
                  <a:gd name="connsiteY88" fmla="*/ 4879342 h 5390836"/>
                  <a:gd name="connsiteX89" fmla="*/ 1717406 w 5372199"/>
                  <a:gd name="connsiteY89" fmla="*/ 4891715 h 5390836"/>
                  <a:gd name="connsiteX90" fmla="*/ 1594694 w 5372199"/>
                  <a:gd name="connsiteY90" fmla="*/ 5154680 h 5390836"/>
                  <a:gd name="connsiteX91" fmla="*/ 1568906 w 5372199"/>
                  <a:gd name="connsiteY91" fmla="*/ 5143345 h 5390836"/>
                  <a:gd name="connsiteX92" fmla="*/ 1543127 w 5372199"/>
                  <a:gd name="connsiteY92" fmla="*/ 5130968 h 5390836"/>
                  <a:gd name="connsiteX93" fmla="*/ 3872751 w 5372199"/>
                  <a:gd name="connsiteY93" fmla="*/ 4780342 h 5390836"/>
                  <a:gd name="connsiteX94" fmla="*/ 3884085 w 5372199"/>
                  <a:gd name="connsiteY94" fmla="*/ 4803037 h 5390836"/>
                  <a:gd name="connsiteX95" fmla="*/ 3896462 w 5372199"/>
                  <a:gd name="connsiteY95" fmla="*/ 4825719 h 5390836"/>
                  <a:gd name="connsiteX96" fmla="*/ 3825306 w 5372199"/>
                  <a:gd name="connsiteY96" fmla="*/ 4863872 h 5390836"/>
                  <a:gd name="connsiteX97" fmla="*/ 3937712 w 5372199"/>
                  <a:gd name="connsiteY97" fmla="*/ 5075278 h 5390836"/>
                  <a:gd name="connsiteX98" fmla="*/ 3912962 w 5372199"/>
                  <a:gd name="connsiteY98" fmla="*/ 5088689 h 5390836"/>
                  <a:gd name="connsiteX99" fmla="*/ 3888212 w 5372199"/>
                  <a:gd name="connsiteY99" fmla="*/ 5102096 h 5390836"/>
                  <a:gd name="connsiteX100" fmla="*/ 3775806 w 5372199"/>
                  <a:gd name="connsiteY100" fmla="*/ 4890689 h 5390836"/>
                  <a:gd name="connsiteX101" fmla="*/ 3704649 w 5372199"/>
                  <a:gd name="connsiteY101" fmla="*/ 4927816 h 5390836"/>
                  <a:gd name="connsiteX102" fmla="*/ 3692277 w 5372199"/>
                  <a:gd name="connsiteY102" fmla="*/ 4905122 h 5390836"/>
                  <a:gd name="connsiteX103" fmla="*/ 3680929 w 5372199"/>
                  <a:gd name="connsiteY103" fmla="*/ 4882439 h 5390836"/>
                  <a:gd name="connsiteX104" fmla="*/ 1417309 w 5372199"/>
                  <a:gd name="connsiteY104" fmla="*/ 4732898 h 5390836"/>
                  <a:gd name="connsiteX105" fmla="*/ 1607059 w 5372199"/>
                  <a:gd name="connsiteY105" fmla="*/ 4839122 h 5390836"/>
                  <a:gd name="connsiteX106" fmla="*/ 1594682 w 5372199"/>
                  <a:gd name="connsiteY106" fmla="*/ 4861804 h 5390836"/>
                  <a:gd name="connsiteX107" fmla="*/ 1582309 w 5372199"/>
                  <a:gd name="connsiteY107" fmla="*/ 4883456 h 5390836"/>
                  <a:gd name="connsiteX108" fmla="*/ 1512182 w 5372199"/>
                  <a:gd name="connsiteY108" fmla="*/ 4844274 h 5390836"/>
                  <a:gd name="connsiteX109" fmla="*/ 1395653 w 5372199"/>
                  <a:gd name="connsiteY109" fmla="*/ 5053625 h 5390836"/>
                  <a:gd name="connsiteX110" fmla="*/ 1370903 w 5372199"/>
                  <a:gd name="connsiteY110" fmla="*/ 5040210 h 5390836"/>
                  <a:gd name="connsiteX111" fmla="*/ 1347182 w 5372199"/>
                  <a:gd name="connsiteY111" fmla="*/ 5026808 h 5390836"/>
                  <a:gd name="connsiteX112" fmla="*/ 1462682 w 5372199"/>
                  <a:gd name="connsiteY112" fmla="*/ 4817457 h 5390836"/>
                  <a:gd name="connsiteX113" fmla="*/ 1392555 w 5372199"/>
                  <a:gd name="connsiteY113" fmla="*/ 4778274 h 5390836"/>
                  <a:gd name="connsiteX114" fmla="*/ 1404932 w 5372199"/>
                  <a:gd name="connsiteY114" fmla="*/ 4755592 h 5390836"/>
                  <a:gd name="connsiteX115" fmla="*/ 4097559 w 5372199"/>
                  <a:gd name="connsiteY115" fmla="*/ 4639059 h 5390836"/>
                  <a:gd name="connsiteX116" fmla="*/ 4110962 w 5372199"/>
                  <a:gd name="connsiteY116" fmla="*/ 4660711 h 5390836"/>
                  <a:gd name="connsiteX117" fmla="*/ 4125402 w 5372199"/>
                  <a:gd name="connsiteY117" fmla="*/ 4682368 h 5390836"/>
                  <a:gd name="connsiteX118" fmla="*/ 4006805 w 5372199"/>
                  <a:gd name="connsiteY118" fmla="*/ 4759715 h 5390836"/>
                  <a:gd name="connsiteX119" fmla="*/ 4040835 w 5372199"/>
                  <a:gd name="connsiteY119" fmla="*/ 4811283 h 5390836"/>
                  <a:gd name="connsiteX120" fmla="*/ 4150152 w 5372199"/>
                  <a:gd name="connsiteY120" fmla="*/ 4740118 h 5390836"/>
                  <a:gd name="connsiteX121" fmla="*/ 4164589 w 5372199"/>
                  <a:gd name="connsiteY121" fmla="*/ 4760741 h 5390836"/>
                  <a:gd name="connsiteX122" fmla="*/ 4177991 w 5372199"/>
                  <a:gd name="connsiteY122" fmla="*/ 4782406 h 5390836"/>
                  <a:gd name="connsiteX123" fmla="*/ 4067652 w 5372199"/>
                  <a:gd name="connsiteY123" fmla="*/ 4853562 h 5390836"/>
                  <a:gd name="connsiteX124" fmla="*/ 4108902 w 5372199"/>
                  <a:gd name="connsiteY124" fmla="*/ 4916465 h 5390836"/>
                  <a:gd name="connsiteX125" fmla="*/ 4232656 w 5372199"/>
                  <a:gd name="connsiteY125" fmla="*/ 4837062 h 5390836"/>
                  <a:gd name="connsiteX126" fmla="*/ 4247088 w 5372199"/>
                  <a:gd name="connsiteY126" fmla="*/ 4858715 h 5390836"/>
                  <a:gd name="connsiteX127" fmla="*/ 4261529 w 5372199"/>
                  <a:gd name="connsiteY127" fmla="*/ 4880367 h 5390836"/>
                  <a:gd name="connsiteX128" fmla="*/ 4090335 w 5372199"/>
                  <a:gd name="connsiteY128" fmla="*/ 4990714 h 5390836"/>
                  <a:gd name="connsiteX129" fmla="*/ 3932555 w 5372199"/>
                  <a:gd name="connsiteY129" fmla="*/ 4746308 h 5390836"/>
                  <a:gd name="connsiteX130" fmla="*/ 1204009 w 5372199"/>
                  <a:gd name="connsiteY130" fmla="*/ 4608716 h 5390836"/>
                  <a:gd name="connsiteX131" fmla="*/ 1280327 w 5372199"/>
                  <a:gd name="connsiteY131" fmla="*/ 4633466 h 5390836"/>
                  <a:gd name="connsiteX132" fmla="*/ 1323636 w 5372199"/>
                  <a:gd name="connsiteY132" fmla="*/ 4697398 h 5390836"/>
                  <a:gd name="connsiteX133" fmla="*/ 1308174 w 5372199"/>
                  <a:gd name="connsiteY133" fmla="*/ 4771647 h 5390836"/>
                  <a:gd name="connsiteX134" fmla="*/ 1268992 w 5372199"/>
                  <a:gd name="connsiteY134" fmla="*/ 4739686 h 5390836"/>
                  <a:gd name="connsiteX135" fmla="*/ 1274144 w 5372199"/>
                  <a:gd name="connsiteY135" fmla="*/ 4703593 h 5390836"/>
                  <a:gd name="connsiteX136" fmla="*/ 1249395 w 5372199"/>
                  <a:gd name="connsiteY136" fmla="*/ 4670588 h 5390836"/>
                  <a:gd name="connsiteX137" fmla="*/ 1216395 w 5372199"/>
                  <a:gd name="connsiteY137" fmla="*/ 4659245 h 5390836"/>
                  <a:gd name="connsiteX138" fmla="*/ 1189577 w 5372199"/>
                  <a:gd name="connsiteY138" fmla="*/ 4674715 h 5390836"/>
                  <a:gd name="connsiteX139" fmla="*/ 1189577 w 5372199"/>
                  <a:gd name="connsiteY139" fmla="*/ 4698436 h 5390836"/>
                  <a:gd name="connsiteX140" fmla="*/ 1221547 w 5372199"/>
                  <a:gd name="connsiteY140" fmla="*/ 4742775 h 5390836"/>
                  <a:gd name="connsiteX141" fmla="*/ 1265894 w 5372199"/>
                  <a:gd name="connsiteY141" fmla="*/ 4815995 h 5390836"/>
                  <a:gd name="connsiteX142" fmla="*/ 1247327 w 5372199"/>
                  <a:gd name="connsiteY142" fmla="*/ 4874774 h 5390836"/>
                  <a:gd name="connsiteX143" fmla="*/ 1184424 w 5372199"/>
                  <a:gd name="connsiteY143" fmla="*/ 4909842 h 5390836"/>
                  <a:gd name="connsiteX144" fmla="*/ 1106048 w 5372199"/>
                  <a:gd name="connsiteY144" fmla="*/ 4881999 h 5390836"/>
                  <a:gd name="connsiteX145" fmla="*/ 1056548 w 5372199"/>
                  <a:gd name="connsiteY145" fmla="*/ 4814965 h 5390836"/>
                  <a:gd name="connsiteX146" fmla="*/ 1074073 w 5372199"/>
                  <a:gd name="connsiteY146" fmla="*/ 4738660 h 5390836"/>
                  <a:gd name="connsiteX147" fmla="*/ 1118420 w 5372199"/>
                  <a:gd name="connsiteY147" fmla="*/ 4769592 h 5390836"/>
                  <a:gd name="connsiteX148" fmla="*/ 1109145 w 5372199"/>
                  <a:gd name="connsiteY148" fmla="*/ 4807745 h 5390836"/>
                  <a:gd name="connsiteX149" fmla="*/ 1134920 w 5372199"/>
                  <a:gd name="connsiteY149" fmla="*/ 4841774 h 5390836"/>
                  <a:gd name="connsiteX150" fmla="*/ 1174115 w 5372199"/>
                  <a:gd name="connsiteY150" fmla="*/ 4859312 h 5390836"/>
                  <a:gd name="connsiteX151" fmla="*/ 1201954 w 5372199"/>
                  <a:gd name="connsiteY151" fmla="*/ 4846940 h 5390836"/>
                  <a:gd name="connsiteX152" fmla="*/ 1201954 w 5372199"/>
                  <a:gd name="connsiteY152" fmla="*/ 4821160 h 5390836"/>
                  <a:gd name="connsiteX153" fmla="*/ 1175145 w 5372199"/>
                  <a:gd name="connsiteY153" fmla="*/ 4780940 h 5390836"/>
                  <a:gd name="connsiteX154" fmla="*/ 1125645 w 5372199"/>
                  <a:gd name="connsiteY154" fmla="*/ 4703593 h 5390836"/>
                  <a:gd name="connsiteX155" fmla="*/ 1141102 w 5372199"/>
                  <a:gd name="connsiteY155" fmla="*/ 4646868 h 5390836"/>
                  <a:gd name="connsiteX156" fmla="*/ 1204009 w 5372199"/>
                  <a:gd name="connsiteY156" fmla="*/ 4608716 h 5390836"/>
                  <a:gd name="connsiteX157" fmla="*/ 4318414 w 5372199"/>
                  <a:gd name="connsiteY157" fmla="*/ 4479809 h 5390836"/>
                  <a:gd name="connsiteX158" fmla="*/ 4394732 w 5372199"/>
                  <a:gd name="connsiteY158" fmla="*/ 4513839 h 5390836"/>
                  <a:gd name="connsiteX159" fmla="*/ 4352444 w 5372199"/>
                  <a:gd name="connsiteY159" fmla="*/ 4549936 h 5390836"/>
                  <a:gd name="connsiteX160" fmla="*/ 4314287 w 5372199"/>
                  <a:gd name="connsiteY160" fmla="*/ 4533436 h 5390836"/>
                  <a:gd name="connsiteX161" fmla="*/ 4274067 w 5372199"/>
                  <a:gd name="connsiteY161" fmla="*/ 4548894 h 5390836"/>
                  <a:gd name="connsiteX162" fmla="*/ 4253440 w 5372199"/>
                  <a:gd name="connsiteY162" fmla="*/ 4600466 h 5390836"/>
                  <a:gd name="connsiteX163" fmla="*/ 4288508 w 5372199"/>
                  <a:gd name="connsiteY163" fmla="*/ 4669563 h 5390836"/>
                  <a:gd name="connsiteX164" fmla="*/ 4349347 w 5372199"/>
                  <a:gd name="connsiteY164" fmla="*/ 4714936 h 5390836"/>
                  <a:gd name="connsiteX165" fmla="*/ 4402974 w 5372199"/>
                  <a:gd name="connsiteY165" fmla="*/ 4703593 h 5390836"/>
                  <a:gd name="connsiteX166" fmla="*/ 4424626 w 5372199"/>
                  <a:gd name="connsiteY166" fmla="*/ 4665436 h 5390836"/>
                  <a:gd name="connsiteX167" fmla="*/ 4412262 w 5372199"/>
                  <a:gd name="connsiteY167" fmla="*/ 4621089 h 5390836"/>
                  <a:gd name="connsiteX168" fmla="*/ 4454541 w 5372199"/>
                  <a:gd name="connsiteY168" fmla="*/ 4581898 h 5390836"/>
                  <a:gd name="connsiteX169" fmla="*/ 4478261 w 5372199"/>
                  <a:gd name="connsiteY169" fmla="*/ 4667495 h 5390836"/>
                  <a:gd name="connsiteX170" fmla="*/ 4344389 w 5372199"/>
                  <a:gd name="connsiteY170" fmla="*/ 4770936 h 5390836"/>
                  <a:gd name="connsiteX171" fmla="*/ 4342135 w 5372199"/>
                  <a:gd name="connsiteY171" fmla="*/ 4770622 h 5390836"/>
                  <a:gd name="connsiteX172" fmla="*/ 4245203 w 5372199"/>
                  <a:gd name="connsiteY172" fmla="*/ 4706686 h 5390836"/>
                  <a:gd name="connsiteX173" fmla="*/ 4197758 w 5372199"/>
                  <a:gd name="connsiteY173" fmla="*/ 4598398 h 5390836"/>
                  <a:gd name="connsiteX174" fmla="*/ 4239008 w 5372199"/>
                  <a:gd name="connsiteY174" fmla="*/ 4508686 h 5390836"/>
                  <a:gd name="connsiteX175" fmla="*/ 4318414 w 5372199"/>
                  <a:gd name="connsiteY175" fmla="*/ 4479809 h 5390836"/>
                  <a:gd name="connsiteX176" fmla="*/ 976955 w 5372199"/>
                  <a:gd name="connsiteY176" fmla="*/ 4384335 h 5390836"/>
                  <a:gd name="connsiteX177" fmla="*/ 998607 w 5372199"/>
                  <a:gd name="connsiteY177" fmla="*/ 4403932 h 5390836"/>
                  <a:gd name="connsiteX178" fmla="*/ 1019243 w 5372199"/>
                  <a:gd name="connsiteY178" fmla="*/ 4424560 h 5390836"/>
                  <a:gd name="connsiteX179" fmla="*/ 958400 w 5372199"/>
                  <a:gd name="connsiteY179" fmla="*/ 4647309 h 5390836"/>
                  <a:gd name="connsiteX180" fmla="*/ 1097611 w 5372199"/>
                  <a:gd name="connsiteY180" fmla="*/ 4497780 h 5390836"/>
                  <a:gd name="connsiteX181" fmla="*/ 1117204 w 5372199"/>
                  <a:gd name="connsiteY181" fmla="*/ 4515309 h 5390836"/>
                  <a:gd name="connsiteX182" fmla="*/ 1135772 w 5372199"/>
                  <a:gd name="connsiteY182" fmla="*/ 4532839 h 5390836"/>
                  <a:gd name="connsiteX183" fmla="*/ 937773 w 5372199"/>
                  <a:gd name="connsiteY183" fmla="*/ 4746313 h 5390836"/>
                  <a:gd name="connsiteX184" fmla="*/ 917146 w 5372199"/>
                  <a:gd name="connsiteY184" fmla="*/ 4726715 h 5390836"/>
                  <a:gd name="connsiteX185" fmla="*/ 897552 w 5372199"/>
                  <a:gd name="connsiteY185" fmla="*/ 4708148 h 5390836"/>
                  <a:gd name="connsiteX186" fmla="*/ 959425 w 5372199"/>
                  <a:gd name="connsiteY186" fmla="*/ 4479212 h 5390836"/>
                  <a:gd name="connsiteX187" fmla="*/ 816078 w 5372199"/>
                  <a:gd name="connsiteY187" fmla="*/ 4632868 h 5390836"/>
                  <a:gd name="connsiteX188" fmla="*/ 797523 w 5372199"/>
                  <a:gd name="connsiteY188" fmla="*/ 4615339 h 5390836"/>
                  <a:gd name="connsiteX189" fmla="*/ 777926 w 5372199"/>
                  <a:gd name="connsiteY189" fmla="*/ 4596771 h 5390836"/>
                  <a:gd name="connsiteX190" fmla="*/ 883108 w 5372199"/>
                  <a:gd name="connsiteY190" fmla="*/ 4280170 h 5390836"/>
                  <a:gd name="connsiteX191" fmla="*/ 901675 w 5372199"/>
                  <a:gd name="connsiteY191" fmla="*/ 4301823 h 5390836"/>
                  <a:gd name="connsiteX192" fmla="*/ 920235 w 5372199"/>
                  <a:gd name="connsiteY192" fmla="*/ 4322450 h 5390836"/>
                  <a:gd name="connsiteX193" fmla="*/ 703676 w 5372199"/>
                  <a:gd name="connsiteY193" fmla="*/ 4516326 h 5390836"/>
                  <a:gd name="connsiteX194" fmla="*/ 685104 w 5372199"/>
                  <a:gd name="connsiteY194" fmla="*/ 4495703 h 5390836"/>
                  <a:gd name="connsiteX195" fmla="*/ 666549 w 5372199"/>
                  <a:gd name="connsiteY195" fmla="*/ 4475076 h 5390836"/>
                  <a:gd name="connsiteX196" fmla="*/ 4535842 w 5372199"/>
                  <a:gd name="connsiteY196" fmla="*/ 4224488 h 5390836"/>
                  <a:gd name="connsiteX197" fmla="*/ 4751379 w 5372199"/>
                  <a:gd name="connsiteY197" fmla="*/ 4419394 h 5390836"/>
                  <a:gd name="connsiteX198" fmla="*/ 4732811 w 5372199"/>
                  <a:gd name="connsiteY198" fmla="*/ 4440030 h 5390836"/>
                  <a:gd name="connsiteX199" fmla="*/ 4714244 w 5372199"/>
                  <a:gd name="connsiteY199" fmla="*/ 4460644 h 5390836"/>
                  <a:gd name="connsiteX200" fmla="*/ 4616282 w 5372199"/>
                  <a:gd name="connsiteY200" fmla="*/ 4372992 h 5390836"/>
                  <a:gd name="connsiteX201" fmla="*/ 4546160 w 5372199"/>
                  <a:gd name="connsiteY201" fmla="*/ 4450339 h 5390836"/>
                  <a:gd name="connsiteX202" fmla="*/ 4644121 w 5372199"/>
                  <a:gd name="connsiteY202" fmla="*/ 4539021 h 5390836"/>
                  <a:gd name="connsiteX203" fmla="*/ 4625562 w 5372199"/>
                  <a:gd name="connsiteY203" fmla="*/ 4559648 h 5390836"/>
                  <a:gd name="connsiteX204" fmla="*/ 4606994 w 5372199"/>
                  <a:gd name="connsiteY204" fmla="*/ 4580271 h 5390836"/>
                  <a:gd name="connsiteX205" fmla="*/ 4390435 w 5372199"/>
                  <a:gd name="connsiteY205" fmla="*/ 4385365 h 5390836"/>
                  <a:gd name="connsiteX206" fmla="*/ 4409003 w 5372199"/>
                  <a:gd name="connsiteY206" fmla="*/ 4364742 h 5390836"/>
                  <a:gd name="connsiteX207" fmla="*/ 4428588 w 5372199"/>
                  <a:gd name="connsiteY207" fmla="*/ 4344115 h 5390836"/>
                  <a:gd name="connsiteX208" fmla="*/ 4509033 w 5372199"/>
                  <a:gd name="connsiteY208" fmla="*/ 4417339 h 5390836"/>
                  <a:gd name="connsiteX209" fmla="*/ 4579159 w 5372199"/>
                  <a:gd name="connsiteY209" fmla="*/ 4338962 h 5390836"/>
                  <a:gd name="connsiteX210" fmla="*/ 4497685 w 5372199"/>
                  <a:gd name="connsiteY210" fmla="*/ 4265738 h 5390836"/>
                  <a:gd name="connsiteX211" fmla="*/ 4517282 w 5372199"/>
                  <a:gd name="connsiteY211" fmla="*/ 4245115 h 5390836"/>
                  <a:gd name="connsiteX212" fmla="*/ 4714244 w 5372199"/>
                  <a:gd name="connsiteY212" fmla="*/ 3980082 h 5390836"/>
                  <a:gd name="connsiteX213" fmla="*/ 4952468 w 5372199"/>
                  <a:gd name="connsiteY213" fmla="*/ 4147141 h 5390836"/>
                  <a:gd name="connsiteX214" fmla="*/ 4936997 w 5372199"/>
                  <a:gd name="connsiteY214" fmla="*/ 4169836 h 5390836"/>
                  <a:gd name="connsiteX215" fmla="*/ 4920497 w 5372199"/>
                  <a:gd name="connsiteY215" fmla="*/ 4193556 h 5390836"/>
                  <a:gd name="connsiteX216" fmla="*/ 4685371 w 5372199"/>
                  <a:gd name="connsiteY216" fmla="*/ 4162611 h 5390836"/>
                  <a:gd name="connsiteX217" fmla="*/ 4857595 w 5372199"/>
                  <a:gd name="connsiteY217" fmla="*/ 4283280 h 5390836"/>
                  <a:gd name="connsiteX218" fmla="*/ 4843150 w 5372199"/>
                  <a:gd name="connsiteY218" fmla="*/ 4304933 h 5390836"/>
                  <a:gd name="connsiteX219" fmla="*/ 4827688 w 5372199"/>
                  <a:gd name="connsiteY219" fmla="*/ 4326585 h 5390836"/>
                  <a:gd name="connsiteX220" fmla="*/ 4589464 w 5372199"/>
                  <a:gd name="connsiteY220" fmla="*/ 4159526 h 5390836"/>
                  <a:gd name="connsiteX221" fmla="*/ 4605964 w 5372199"/>
                  <a:gd name="connsiteY221" fmla="*/ 4135806 h 5390836"/>
                  <a:gd name="connsiteX222" fmla="*/ 4622464 w 5372199"/>
                  <a:gd name="connsiteY222" fmla="*/ 4111056 h 5390836"/>
                  <a:gd name="connsiteX223" fmla="*/ 4852438 w 5372199"/>
                  <a:gd name="connsiteY223" fmla="*/ 4140959 h 5390836"/>
                  <a:gd name="connsiteX224" fmla="*/ 4684341 w 5372199"/>
                  <a:gd name="connsiteY224" fmla="*/ 4023400 h 5390836"/>
                  <a:gd name="connsiteX225" fmla="*/ 4699812 w 5372199"/>
                  <a:gd name="connsiteY225" fmla="*/ 4001735 h 5390836"/>
                  <a:gd name="connsiteX226" fmla="*/ 597638 w 5372199"/>
                  <a:gd name="connsiteY226" fmla="*/ 3950764 h 5390836"/>
                  <a:gd name="connsiteX227" fmla="*/ 685290 w 5372199"/>
                  <a:gd name="connsiteY227" fmla="*/ 4008514 h 5390836"/>
                  <a:gd name="connsiteX228" fmla="*/ 706947 w 5372199"/>
                  <a:gd name="connsiteY228" fmla="*/ 4089984 h 5390836"/>
                  <a:gd name="connsiteX229" fmla="*/ 666723 w 5372199"/>
                  <a:gd name="connsiteY229" fmla="*/ 4160111 h 5390836"/>
                  <a:gd name="connsiteX230" fmla="*/ 636820 w 5372199"/>
                  <a:gd name="connsiteY230" fmla="*/ 4113709 h 5390836"/>
                  <a:gd name="connsiteX231" fmla="*/ 653320 w 5372199"/>
                  <a:gd name="connsiteY231" fmla="*/ 4078637 h 5390836"/>
                  <a:gd name="connsiteX232" fmla="*/ 645083 w 5372199"/>
                  <a:gd name="connsiteY232" fmla="*/ 4038417 h 5390836"/>
                  <a:gd name="connsiteX233" fmla="*/ 590418 w 5372199"/>
                  <a:gd name="connsiteY233" fmla="*/ 4005417 h 5390836"/>
                  <a:gd name="connsiteX234" fmla="*/ 516164 w 5372199"/>
                  <a:gd name="connsiteY234" fmla="*/ 4030167 h 5390836"/>
                  <a:gd name="connsiteX235" fmla="*/ 463579 w 5372199"/>
                  <a:gd name="connsiteY235" fmla="*/ 4087917 h 5390836"/>
                  <a:gd name="connsiteX236" fmla="*/ 472859 w 5372199"/>
                  <a:gd name="connsiteY236" fmla="*/ 4149793 h 5390836"/>
                  <a:gd name="connsiteX237" fmla="*/ 523388 w 5372199"/>
                  <a:gd name="connsiteY237" fmla="*/ 4177641 h 5390836"/>
                  <a:gd name="connsiteX238" fmla="*/ 561537 w 5372199"/>
                  <a:gd name="connsiteY238" fmla="*/ 4170421 h 5390836"/>
                  <a:gd name="connsiteX239" fmla="*/ 561541 w 5372199"/>
                  <a:gd name="connsiteY239" fmla="*/ 4170429 h 5390836"/>
                  <a:gd name="connsiteX240" fmla="*/ 561541 w 5372199"/>
                  <a:gd name="connsiteY240" fmla="*/ 4170416 h 5390836"/>
                  <a:gd name="connsiteX241" fmla="*/ 561537 w 5372199"/>
                  <a:gd name="connsiteY241" fmla="*/ 4170421 h 5390836"/>
                  <a:gd name="connsiteX242" fmla="*/ 527511 w 5372199"/>
                  <a:gd name="connsiteY242" fmla="*/ 4117832 h 5390836"/>
                  <a:gd name="connsiteX243" fmla="*/ 569791 w 5372199"/>
                  <a:gd name="connsiteY243" fmla="*/ 4089984 h 5390836"/>
                  <a:gd name="connsiteX244" fmla="*/ 630638 w 5372199"/>
                  <a:gd name="connsiteY244" fmla="*/ 4183831 h 5390836"/>
                  <a:gd name="connsiteX245" fmla="*/ 498638 w 5372199"/>
                  <a:gd name="connsiteY245" fmla="*/ 4269420 h 5390836"/>
                  <a:gd name="connsiteX246" fmla="*/ 478011 w 5372199"/>
                  <a:gd name="connsiteY246" fmla="*/ 4238488 h 5390836"/>
                  <a:gd name="connsiteX247" fmla="*/ 506888 w 5372199"/>
                  <a:gd name="connsiteY247" fmla="*/ 4212709 h 5390836"/>
                  <a:gd name="connsiteX248" fmla="*/ 501732 w 5372199"/>
                  <a:gd name="connsiteY248" fmla="*/ 4212709 h 5390836"/>
                  <a:gd name="connsiteX249" fmla="*/ 425414 w 5372199"/>
                  <a:gd name="connsiteY249" fmla="*/ 4171459 h 5390836"/>
                  <a:gd name="connsiteX250" fmla="*/ 425414 w 5372199"/>
                  <a:gd name="connsiteY250" fmla="*/ 4174543 h 5390836"/>
                  <a:gd name="connsiteX251" fmla="*/ 408914 w 5372199"/>
                  <a:gd name="connsiteY251" fmla="*/ 4071417 h 5390836"/>
                  <a:gd name="connsiteX252" fmla="*/ 597638 w 5372199"/>
                  <a:gd name="connsiteY252" fmla="*/ 3950764 h 5390836"/>
                  <a:gd name="connsiteX253" fmla="*/ 4896947 w 5372199"/>
                  <a:gd name="connsiteY253" fmla="*/ 3786790 h 5390836"/>
                  <a:gd name="connsiteX254" fmla="*/ 4848489 w 5372199"/>
                  <a:gd name="connsiteY254" fmla="*/ 3820820 h 5390836"/>
                  <a:gd name="connsiteX255" fmla="*/ 4848489 w 5372199"/>
                  <a:gd name="connsiteY255" fmla="*/ 3880625 h 5390836"/>
                  <a:gd name="connsiteX256" fmla="*/ 4906239 w 5372199"/>
                  <a:gd name="connsiteY256" fmla="*/ 3933222 h 5390836"/>
                  <a:gd name="connsiteX257" fmla="*/ 4980489 w 5372199"/>
                  <a:gd name="connsiteY257" fmla="*/ 3950764 h 5390836"/>
                  <a:gd name="connsiteX258" fmla="*/ 5028950 w 5372199"/>
                  <a:gd name="connsiteY258" fmla="*/ 3916722 h 5390836"/>
                  <a:gd name="connsiteX259" fmla="*/ 5028950 w 5372199"/>
                  <a:gd name="connsiteY259" fmla="*/ 3856917 h 5390836"/>
                  <a:gd name="connsiteX260" fmla="*/ 4973268 w 5372199"/>
                  <a:gd name="connsiteY260" fmla="*/ 3805345 h 5390836"/>
                  <a:gd name="connsiteX261" fmla="*/ 4896947 w 5372199"/>
                  <a:gd name="connsiteY261" fmla="*/ 3786790 h 5390836"/>
                  <a:gd name="connsiteX262" fmla="*/ 4883544 w 5372199"/>
                  <a:gd name="connsiteY262" fmla="*/ 3732138 h 5390836"/>
                  <a:gd name="connsiteX263" fmla="*/ 5000073 w 5372199"/>
                  <a:gd name="connsiteY263" fmla="*/ 3754820 h 5390836"/>
                  <a:gd name="connsiteX264" fmla="*/ 5081548 w 5372199"/>
                  <a:gd name="connsiteY264" fmla="*/ 3837320 h 5390836"/>
                  <a:gd name="connsiteX265" fmla="*/ 5073298 w 5372199"/>
                  <a:gd name="connsiteY265" fmla="*/ 3940447 h 5390836"/>
                  <a:gd name="connsiteX266" fmla="*/ 4992866 w 5372199"/>
                  <a:gd name="connsiteY266" fmla="*/ 4004387 h 5390836"/>
                  <a:gd name="connsiteX267" fmla="*/ 4992853 w 5372199"/>
                  <a:gd name="connsiteY267" fmla="*/ 4002319 h 5390836"/>
                  <a:gd name="connsiteX268" fmla="*/ 4795892 w 5372199"/>
                  <a:gd name="connsiteY268" fmla="*/ 3899193 h 5390836"/>
                  <a:gd name="connsiteX269" fmla="*/ 4802074 w 5372199"/>
                  <a:gd name="connsiteY269" fmla="*/ 3796070 h 5390836"/>
                  <a:gd name="connsiteX270" fmla="*/ 4883544 w 5372199"/>
                  <a:gd name="connsiteY270" fmla="*/ 3732138 h 5390836"/>
                  <a:gd name="connsiteX271" fmla="*/ 484020 w 5372199"/>
                  <a:gd name="connsiteY271" fmla="*/ 3640799 h 5390836"/>
                  <a:gd name="connsiteX272" fmla="*/ 496393 w 5372199"/>
                  <a:gd name="connsiteY272" fmla="*/ 3667609 h 5390836"/>
                  <a:gd name="connsiteX273" fmla="*/ 508770 w 5372199"/>
                  <a:gd name="connsiteY273" fmla="*/ 3693397 h 5390836"/>
                  <a:gd name="connsiteX274" fmla="*/ 368516 w 5372199"/>
                  <a:gd name="connsiteY274" fmla="*/ 3877985 h 5390836"/>
                  <a:gd name="connsiteX275" fmla="*/ 554147 w 5372199"/>
                  <a:gd name="connsiteY275" fmla="*/ 3791358 h 5390836"/>
                  <a:gd name="connsiteX276" fmla="*/ 564464 w 5372199"/>
                  <a:gd name="connsiteY276" fmla="*/ 3815083 h 5390836"/>
                  <a:gd name="connsiteX277" fmla="*/ 575799 w 5372199"/>
                  <a:gd name="connsiteY277" fmla="*/ 3838803 h 5390836"/>
                  <a:gd name="connsiteX278" fmla="*/ 311796 w 5372199"/>
                  <a:gd name="connsiteY278" fmla="*/ 3961527 h 5390836"/>
                  <a:gd name="connsiteX279" fmla="*/ 300448 w 5372199"/>
                  <a:gd name="connsiteY279" fmla="*/ 3936777 h 5390836"/>
                  <a:gd name="connsiteX280" fmla="*/ 289114 w 5372199"/>
                  <a:gd name="connsiteY280" fmla="*/ 3910985 h 5390836"/>
                  <a:gd name="connsiteX281" fmla="*/ 432461 w 5372199"/>
                  <a:gd name="connsiteY281" fmla="*/ 3722274 h 5390836"/>
                  <a:gd name="connsiteX282" fmla="*/ 241669 w 5372199"/>
                  <a:gd name="connsiteY282" fmla="*/ 3810956 h 5390836"/>
                  <a:gd name="connsiteX283" fmla="*/ 231364 w 5372199"/>
                  <a:gd name="connsiteY283" fmla="*/ 3787235 h 5390836"/>
                  <a:gd name="connsiteX284" fmla="*/ 220016 w 5372199"/>
                  <a:gd name="connsiteY284" fmla="*/ 3763511 h 5390836"/>
                  <a:gd name="connsiteX285" fmla="*/ 5190696 w 5372199"/>
                  <a:gd name="connsiteY285" fmla="*/ 3522202 h 5390836"/>
                  <a:gd name="connsiteX286" fmla="*/ 5214407 w 5372199"/>
                  <a:gd name="connsiteY286" fmla="*/ 3530452 h 5390836"/>
                  <a:gd name="connsiteX287" fmla="*/ 5238128 w 5372199"/>
                  <a:gd name="connsiteY287" fmla="*/ 3540770 h 5390836"/>
                  <a:gd name="connsiteX288" fmla="*/ 5171098 w 5372199"/>
                  <a:gd name="connsiteY288" fmla="*/ 3717108 h 5390836"/>
                  <a:gd name="connsiteX289" fmla="*/ 4898845 w 5372199"/>
                  <a:gd name="connsiteY289" fmla="*/ 3612952 h 5390836"/>
                  <a:gd name="connsiteX290" fmla="*/ 4909150 w 5372199"/>
                  <a:gd name="connsiteY290" fmla="*/ 3586134 h 5390836"/>
                  <a:gd name="connsiteX291" fmla="*/ 4919468 w 5372199"/>
                  <a:gd name="connsiteY291" fmla="*/ 3560359 h 5390836"/>
                  <a:gd name="connsiteX292" fmla="*/ 5142225 w 5372199"/>
                  <a:gd name="connsiteY292" fmla="*/ 3645956 h 5390836"/>
                  <a:gd name="connsiteX293" fmla="*/ 432461 w 5372199"/>
                  <a:gd name="connsiteY293" fmla="*/ 3510855 h 5390836"/>
                  <a:gd name="connsiteX294" fmla="*/ 442766 w 5372199"/>
                  <a:gd name="connsiteY294" fmla="*/ 3537673 h 5390836"/>
                  <a:gd name="connsiteX295" fmla="*/ 453083 w 5372199"/>
                  <a:gd name="connsiteY295" fmla="*/ 3563452 h 5390836"/>
                  <a:gd name="connsiteX296" fmla="*/ 180834 w 5372199"/>
                  <a:gd name="connsiteY296" fmla="*/ 3667609 h 5390836"/>
                  <a:gd name="connsiteX297" fmla="*/ 170517 w 5372199"/>
                  <a:gd name="connsiteY297" fmla="*/ 3641829 h 5390836"/>
                  <a:gd name="connsiteX298" fmla="*/ 161237 w 5372199"/>
                  <a:gd name="connsiteY298" fmla="*/ 3616037 h 5390836"/>
                  <a:gd name="connsiteX299" fmla="*/ 175851 w 5372199"/>
                  <a:gd name="connsiteY299" fmla="*/ 3314478 h 5390836"/>
                  <a:gd name="connsiteX300" fmla="*/ 189254 w 5372199"/>
                  <a:gd name="connsiteY300" fmla="*/ 3366046 h 5390836"/>
                  <a:gd name="connsiteX301" fmla="*/ 172754 w 5372199"/>
                  <a:gd name="connsiteY301" fmla="*/ 3371198 h 5390836"/>
                  <a:gd name="connsiteX302" fmla="*/ 136656 w 5372199"/>
                  <a:gd name="connsiteY302" fmla="*/ 3387698 h 5390836"/>
                  <a:gd name="connsiteX303" fmla="*/ 130474 w 5372199"/>
                  <a:gd name="connsiteY303" fmla="*/ 3415546 h 5390836"/>
                  <a:gd name="connsiteX304" fmla="*/ 145936 w 5372199"/>
                  <a:gd name="connsiteY304" fmla="*/ 3436169 h 5390836"/>
                  <a:gd name="connsiteX305" fmla="*/ 176881 w 5372199"/>
                  <a:gd name="connsiteY305" fmla="*/ 3436169 h 5390836"/>
                  <a:gd name="connsiteX306" fmla="*/ 383130 w 5372199"/>
                  <a:gd name="connsiteY306" fmla="*/ 3378410 h 5390836"/>
                  <a:gd name="connsiteX307" fmla="*/ 390342 w 5372199"/>
                  <a:gd name="connsiteY307" fmla="*/ 3405228 h 5390836"/>
                  <a:gd name="connsiteX308" fmla="*/ 397562 w 5372199"/>
                  <a:gd name="connsiteY308" fmla="*/ 3432046 h 5390836"/>
                  <a:gd name="connsiteX309" fmla="*/ 191313 w 5372199"/>
                  <a:gd name="connsiteY309" fmla="*/ 3485668 h 5390836"/>
                  <a:gd name="connsiteX310" fmla="*/ 121186 w 5372199"/>
                  <a:gd name="connsiteY310" fmla="*/ 3485668 h 5390836"/>
                  <a:gd name="connsiteX311" fmla="*/ 83034 w 5372199"/>
                  <a:gd name="connsiteY311" fmla="*/ 3428948 h 5390836"/>
                  <a:gd name="connsiteX312" fmla="*/ 89224 w 5372199"/>
                  <a:gd name="connsiteY312" fmla="*/ 3358821 h 5390836"/>
                  <a:gd name="connsiteX313" fmla="*/ 159351 w 5372199"/>
                  <a:gd name="connsiteY313" fmla="*/ 3319631 h 5390836"/>
                  <a:gd name="connsiteX314" fmla="*/ 5138274 w 5372199"/>
                  <a:gd name="connsiteY314" fmla="*/ 3210244 h 5390836"/>
                  <a:gd name="connsiteX315" fmla="*/ 5099086 w 5372199"/>
                  <a:gd name="connsiteY315" fmla="*/ 3216504 h 5390836"/>
                  <a:gd name="connsiteX316" fmla="*/ 5059891 w 5372199"/>
                  <a:gd name="connsiteY316" fmla="*/ 3261881 h 5390836"/>
                  <a:gd name="connsiteX317" fmla="*/ 5073306 w 5372199"/>
                  <a:gd name="connsiteY317" fmla="*/ 3320669 h 5390836"/>
                  <a:gd name="connsiteX318" fmla="*/ 5142395 w 5372199"/>
                  <a:gd name="connsiteY318" fmla="*/ 3357783 h 5390836"/>
                  <a:gd name="connsiteX319" fmla="*/ 5218712 w 5372199"/>
                  <a:gd name="connsiteY319" fmla="*/ 3357783 h 5390836"/>
                  <a:gd name="connsiteX320" fmla="*/ 5257895 w 5372199"/>
                  <a:gd name="connsiteY320" fmla="*/ 3312406 h 5390836"/>
                  <a:gd name="connsiteX321" fmla="*/ 5244492 w 5372199"/>
                  <a:gd name="connsiteY321" fmla="*/ 3253631 h 5390836"/>
                  <a:gd name="connsiteX322" fmla="*/ 5244492 w 5372199"/>
                  <a:gd name="connsiteY322" fmla="*/ 3252601 h 5390836"/>
                  <a:gd name="connsiteX323" fmla="*/ 5177463 w 5372199"/>
                  <a:gd name="connsiteY323" fmla="*/ 3216504 h 5390836"/>
                  <a:gd name="connsiteX324" fmla="*/ 5138274 w 5372199"/>
                  <a:gd name="connsiteY324" fmla="*/ 3210244 h 5390836"/>
                  <a:gd name="connsiteX325" fmla="*/ 5126906 w 5372199"/>
                  <a:gd name="connsiteY325" fmla="*/ 3154598 h 5390836"/>
                  <a:gd name="connsiteX326" fmla="*/ 5186742 w 5372199"/>
                  <a:gd name="connsiteY326" fmla="*/ 3161852 h 5390836"/>
                  <a:gd name="connsiteX327" fmla="*/ 5289865 w 5372199"/>
                  <a:gd name="connsiteY327" fmla="*/ 3222699 h 5390836"/>
                  <a:gd name="connsiteX328" fmla="*/ 5249797 w 5372199"/>
                  <a:gd name="connsiteY328" fmla="*/ 3402033 h 5390836"/>
                  <a:gd name="connsiteX329" fmla="*/ 5244492 w 5372199"/>
                  <a:gd name="connsiteY329" fmla="*/ 3405228 h 5390836"/>
                  <a:gd name="connsiteX330" fmla="*/ 5240365 w 5372199"/>
                  <a:gd name="connsiteY330" fmla="*/ 3407296 h 5390836"/>
                  <a:gd name="connsiteX331" fmla="*/ 5022768 w 5372199"/>
                  <a:gd name="connsiteY331" fmla="*/ 3352631 h 5390836"/>
                  <a:gd name="connsiteX332" fmla="*/ 5004209 w 5372199"/>
                  <a:gd name="connsiteY332" fmla="*/ 3249504 h 5390836"/>
                  <a:gd name="connsiteX333" fmla="*/ 5068141 w 5372199"/>
                  <a:gd name="connsiteY333" fmla="*/ 3168042 h 5390836"/>
                  <a:gd name="connsiteX334" fmla="*/ 5126906 w 5372199"/>
                  <a:gd name="connsiteY334" fmla="*/ 3154598 h 5390836"/>
                  <a:gd name="connsiteX335" fmla="*/ 332419 w 5372199"/>
                  <a:gd name="connsiteY335" fmla="*/ 3145784 h 5390836"/>
                  <a:gd name="connsiteX336" fmla="*/ 337575 w 5372199"/>
                  <a:gd name="connsiteY336" fmla="*/ 3173631 h 5390836"/>
                  <a:gd name="connsiteX337" fmla="*/ 342736 w 5372199"/>
                  <a:gd name="connsiteY337" fmla="*/ 3201479 h 5390836"/>
                  <a:gd name="connsiteX338" fmla="*/ 57080 w 5372199"/>
                  <a:gd name="connsiteY338" fmla="*/ 3256135 h 5390836"/>
                  <a:gd name="connsiteX339" fmla="*/ 51915 w 5372199"/>
                  <a:gd name="connsiteY339" fmla="*/ 3229313 h 5390836"/>
                  <a:gd name="connsiteX340" fmla="*/ 46763 w 5372199"/>
                  <a:gd name="connsiteY340" fmla="*/ 3201479 h 5390836"/>
                  <a:gd name="connsiteX341" fmla="*/ 298393 w 5372199"/>
                  <a:gd name="connsiteY341" fmla="*/ 2871475 h 5390836"/>
                  <a:gd name="connsiteX342" fmla="*/ 322114 w 5372199"/>
                  <a:gd name="connsiteY342" fmla="*/ 3066382 h 5390836"/>
                  <a:gd name="connsiteX343" fmla="*/ 296334 w 5372199"/>
                  <a:gd name="connsiteY343" fmla="*/ 3069479 h 5390836"/>
                  <a:gd name="connsiteX344" fmla="*/ 270554 w 5372199"/>
                  <a:gd name="connsiteY344" fmla="*/ 3072576 h 5390836"/>
                  <a:gd name="connsiteX345" fmla="*/ 253016 w 5372199"/>
                  <a:gd name="connsiteY345" fmla="*/ 2933352 h 5390836"/>
                  <a:gd name="connsiteX346" fmla="*/ 192169 w 5372199"/>
                  <a:gd name="connsiteY346" fmla="*/ 2940573 h 5390836"/>
                  <a:gd name="connsiteX347" fmla="*/ 207639 w 5372199"/>
                  <a:gd name="connsiteY347" fmla="*/ 3070509 h 5390836"/>
                  <a:gd name="connsiteX348" fmla="*/ 183932 w 5372199"/>
                  <a:gd name="connsiteY348" fmla="*/ 3073606 h 5390836"/>
                  <a:gd name="connsiteX349" fmla="*/ 158139 w 5372199"/>
                  <a:gd name="connsiteY349" fmla="*/ 3076699 h 5390836"/>
                  <a:gd name="connsiteX350" fmla="*/ 142669 w 5372199"/>
                  <a:gd name="connsiteY350" fmla="*/ 2946755 h 5390836"/>
                  <a:gd name="connsiteX351" fmla="*/ 67390 w 5372199"/>
                  <a:gd name="connsiteY351" fmla="*/ 2956047 h 5390836"/>
                  <a:gd name="connsiteX352" fmla="*/ 84919 w 5372199"/>
                  <a:gd name="connsiteY352" fmla="*/ 3102479 h 5390836"/>
                  <a:gd name="connsiteX353" fmla="*/ 60178 w 5372199"/>
                  <a:gd name="connsiteY353" fmla="*/ 3105576 h 5390836"/>
                  <a:gd name="connsiteX354" fmla="*/ 34390 w 5372199"/>
                  <a:gd name="connsiteY354" fmla="*/ 3108674 h 5390836"/>
                  <a:gd name="connsiteX355" fmla="*/ 8610 w 5372199"/>
                  <a:gd name="connsiteY355" fmla="*/ 2906535 h 5390836"/>
                  <a:gd name="connsiteX356" fmla="*/ 5165090 w 5372199"/>
                  <a:gd name="connsiteY356" fmla="*/ 2814306 h 5390836"/>
                  <a:gd name="connsiteX357" fmla="*/ 5159933 w 5372199"/>
                  <a:gd name="connsiteY357" fmla="*/ 2870001 h 5390836"/>
                  <a:gd name="connsiteX358" fmla="*/ 5124865 w 5372199"/>
                  <a:gd name="connsiteY358" fmla="*/ 2886501 h 5390836"/>
                  <a:gd name="connsiteX359" fmla="*/ 5107340 w 5372199"/>
                  <a:gd name="connsiteY359" fmla="*/ 2924653 h 5390836"/>
                  <a:gd name="connsiteX360" fmla="*/ 5130022 w 5372199"/>
                  <a:gd name="connsiteY360" fmla="*/ 2983433 h 5390836"/>
                  <a:gd name="connsiteX361" fmla="*/ 5203242 w 5372199"/>
                  <a:gd name="connsiteY361" fmla="*/ 3010250 h 5390836"/>
                  <a:gd name="connsiteX362" fmla="*/ 5280589 w 5372199"/>
                  <a:gd name="connsiteY362" fmla="*/ 2997878 h 5390836"/>
                  <a:gd name="connsiteX363" fmla="*/ 5311521 w 5372199"/>
                  <a:gd name="connsiteY363" fmla="*/ 2942183 h 5390836"/>
                  <a:gd name="connsiteX364" fmla="*/ 5311534 w 5372199"/>
                  <a:gd name="connsiteY364" fmla="*/ 2942183 h 5390836"/>
                  <a:gd name="connsiteX365" fmla="*/ 5288839 w 5372199"/>
                  <a:gd name="connsiteY365" fmla="*/ 2889598 h 5390836"/>
                  <a:gd name="connsiteX366" fmla="*/ 5254810 w 5372199"/>
                  <a:gd name="connsiteY366" fmla="*/ 2872056 h 5390836"/>
                  <a:gd name="connsiteX367" fmla="*/ 5254810 w 5372199"/>
                  <a:gd name="connsiteY367" fmla="*/ 2933933 h 5390836"/>
                  <a:gd name="connsiteX368" fmla="*/ 5204272 w 5372199"/>
                  <a:gd name="connsiteY368" fmla="*/ 2933933 h 5390836"/>
                  <a:gd name="connsiteX369" fmla="*/ 5214590 w 5372199"/>
                  <a:gd name="connsiteY369" fmla="*/ 2822556 h 5390836"/>
                  <a:gd name="connsiteX370" fmla="*/ 5370309 w 5372199"/>
                  <a:gd name="connsiteY370" fmla="*/ 2835971 h 5390836"/>
                  <a:gd name="connsiteX371" fmla="*/ 5370309 w 5372199"/>
                  <a:gd name="connsiteY371" fmla="*/ 2873098 h 5390836"/>
                  <a:gd name="connsiteX372" fmla="*/ 5337310 w 5372199"/>
                  <a:gd name="connsiteY372" fmla="*/ 2873098 h 5390836"/>
                  <a:gd name="connsiteX373" fmla="*/ 5371339 w 5372199"/>
                  <a:gd name="connsiteY373" fmla="*/ 2952501 h 5390836"/>
                  <a:gd name="connsiteX374" fmla="*/ 5362059 w 5372199"/>
                  <a:gd name="connsiteY374" fmla="*/ 2957653 h 5390836"/>
                  <a:gd name="connsiteX375" fmla="*/ 5312560 w 5372199"/>
                  <a:gd name="connsiteY375" fmla="*/ 3046335 h 5390836"/>
                  <a:gd name="connsiteX376" fmla="*/ 5199115 w 5372199"/>
                  <a:gd name="connsiteY376" fmla="*/ 3071085 h 5390836"/>
                  <a:gd name="connsiteX377" fmla="*/ 5089810 w 5372199"/>
                  <a:gd name="connsiteY377" fmla="*/ 3025712 h 5390836"/>
                  <a:gd name="connsiteX378" fmla="*/ 5056806 w 5372199"/>
                  <a:gd name="connsiteY378" fmla="*/ 2922585 h 5390836"/>
                  <a:gd name="connsiteX379" fmla="*/ 5089810 w 5372199"/>
                  <a:gd name="connsiteY379" fmla="*/ 2845251 h 5390836"/>
                  <a:gd name="connsiteX380" fmla="*/ 5165090 w 5372199"/>
                  <a:gd name="connsiteY380" fmla="*/ 2814306 h 5390836"/>
                  <a:gd name="connsiteX381" fmla="*/ 176868 w 5372199"/>
                  <a:gd name="connsiteY381" fmla="*/ 2618374 h 5390836"/>
                  <a:gd name="connsiteX382" fmla="*/ 176868 w 5372199"/>
                  <a:gd name="connsiteY382" fmla="*/ 2682319 h 5390836"/>
                  <a:gd name="connsiteX383" fmla="*/ 184089 w 5372199"/>
                  <a:gd name="connsiteY383" fmla="*/ 2713251 h 5390836"/>
                  <a:gd name="connsiteX384" fmla="*/ 209868 w 5372199"/>
                  <a:gd name="connsiteY384" fmla="*/ 2724599 h 5390836"/>
                  <a:gd name="connsiteX385" fmla="*/ 232550 w 5372199"/>
                  <a:gd name="connsiteY385" fmla="*/ 2714281 h 5390836"/>
                  <a:gd name="connsiteX386" fmla="*/ 240800 w 5372199"/>
                  <a:gd name="connsiteY386" fmla="*/ 2681281 h 5390836"/>
                  <a:gd name="connsiteX387" fmla="*/ 240813 w 5372199"/>
                  <a:gd name="connsiteY387" fmla="*/ 2619413 h 5390836"/>
                  <a:gd name="connsiteX388" fmla="*/ 50021 w 5372199"/>
                  <a:gd name="connsiteY388" fmla="*/ 2618374 h 5390836"/>
                  <a:gd name="connsiteX389" fmla="*/ 50021 w 5372199"/>
                  <a:gd name="connsiteY389" fmla="*/ 2686442 h 5390836"/>
                  <a:gd name="connsiteX390" fmla="*/ 59309 w 5372199"/>
                  <a:gd name="connsiteY390" fmla="*/ 2719446 h 5390836"/>
                  <a:gd name="connsiteX391" fmla="*/ 90241 w 5372199"/>
                  <a:gd name="connsiteY391" fmla="*/ 2730781 h 5390836"/>
                  <a:gd name="connsiteX392" fmla="*/ 118089 w 5372199"/>
                  <a:gd name="connsiteY392" fmla="*/ 2719446 h 5390836"/>
                  <a:gd name="connsiteX393" fmla="*/ 127368 w 5372199"/>
                  <a:gd name="connsiteY393" fmla="*/ 2686442 h 5390836"/>
                  <a:gd name="connsiteX394" fmla="*/ 127368 w 5372199"/>
                  <a:gd name="connsiteY394" fmla="*/ 2619413 h 5390836"/>
                  <a:gd name="connsiteX395" fmla="*/ 521 w 5372199"/>
                  <a:gd name="connsiteY395" fmla="*/ 2563722 h 5390836"/>
                  <a:gd name="connsiteX396" fmla="*/ 291342 w 5372199"/>
                  <a:gd name="connsiteY396" fmla="*/ 2568875 h 5390836"/>
                  <a:gd name="connsiteX397" fmla="*/ 291342 w 5372199"/>
                  <a:gd name="connsiteY397" fmla="*/ 2595692 h 5390836"/>
                  <a:gd name="connsiteX398" fmla="*/ 291342 w 5372199"/>
                  <a:gd name="connsiteY398" fmla="*/ 2698819 h 5390836"/>
                  <a:gd name="connsiteX399" fmla="*/ 270715 w 5372199"/>
                  <a:gd name="connsiteY399" fmla="*/ 2758628 h 5390836"/>
                  <a:gd name="connsiteX400" fmla="*/ 216050 w 5372199"/>
                  <a:gd name="connsiteY400" fmla="*/ 2779251 h 5390836"/>
                  <a:gd name="connsiteX401" fmla="*/ 161398 w 5372199"/>
                  <a:gd name="connsiteY401" fmla="*/ 2754501 h 5390836"/>
                  <a:gd name="connsiteX402" fmla="*/ 156245 w 5372199"/>
                  <a:gd name="connsiteY402" fmla="*/ 2745222 h 5390836"/>
                  <a:gd name="connsiteX403" fmla="*/ 145928 w 5372199"/>
                  <a:gd name="connsiteY403" fmla="*/ 2761721 h 5390836"/>
                  <a:gd name="connsiteX404" fmla="*/ 90241 w 5372199"/>
                  <a:gd name="connsiteY404" fmla="*/ 2786476 h 5390836"/>
                  <a:gd name="connsiteX405" fmla="*/ 22174 w 5372199"/>
                  <a:gd name="connsiteY405" fmla="*/ 2759654 h 5390836"/>
                  <a:gd name="connsiteX406" fmla="*/ 521 w 5372199"/>
                  <a:gd name="connsiteY406" fmla="*/ 2685404 h 5390836"/>
                  <a:gd name="connsiteX407" fmla="*/ 521 w 5372199"/>
                  <a:gd name="connsiteY407" fmla="*/ 2590540 h 5390836"/>
                  <a:gd name="connsiteX408" fmla="*/ 5076221 w 5372199"/>
                  <a:gd name="connsiteY408" fmla="*/ 2512595 h 5390836"/>
                  <a:gd name="connsiteX409" fmla="*/ 5259793 w 5372199"/>
                  <a:gd name="connsiteY409" fmla="*/ 2594069 h 5390836"/>
                  <a:gd name="connsiteX410" fmla="*/ 5370131 w 5372199"/>
                  <a:gd name="connsiteY410" fmla="*/ 2589942 h 5390836"/>
                  <a:gd name="connsiteX411" fmla="*/ 5371170 w 5372199"/>
                  <a:gd name="connsiteY411" fmla="*/ 2618819 h 5390836"/>
                  <a:gd name="connsiteX412" fmla="*/ 5372199 w 5372199"/>
                  <a:gd name="connsiteY412" fmla="*/ 2646654 h 5390836"/>
                  <a:gd name="connsiteX413" fmla="*/ 5262878 w 5372199"/>
                  <a:gd name="connsiteY413" fmla="*/ 2649751 h 5390836"/>
                  <a:gd name="connsiteX414" fmla="*/ 5084471 w 5372199"/>
                  <a:gd name="connsiteY414" fmla="*/ 2749781 h 5390836"/>
                  <a:gd name="connsiteX415" fmla="*/ 5083442 w 5372199"/>
                  <a:gd name="connsiteY415" fmla="*/ 2716781 h 5390836"/>
                  <a:gd name="connsiteX416" fmla="*/ 5082416 w 5372199"/>
                  <a:gd name="connsiteY416" fmla="*/ 2683781 h 5390836"/>
                  <a:gd name="connsiteX417" fmla="*/ 5206166 w 5372199"/>
                  <a:gd name="connsiteY417" fmla="*/ 2622942 h 5390836"/>
                  <a:gd name="connsiteX418" fmla="*/ 5207196 w 5372199"/>
                  <a:gd name="connsiteY418" fmla="*/ 2622942 h 5390836"/>
                  <a:gd name="connsiteX419" fmla="*/ 5078289 w 5372199"/>
                  <a:gd name="connsiteY419" fmla="*/ 2575502 h 5390836"/>
                  <a:gd name="connsiteX420" fmla="*/ 5077251 w 5372199"/>
                  <a:gd name="connsiteY420" fmla="*/ 2543527 h 5390836"/>
                  <a:gd name="connsiteX421" fmla="*/ 605887 w 5372199"/>
                  <a:gd name="connsiteY421" fmla="*/ 985886 h 5390836"/>
                  <a:gd name="connsiteX422" fmla="*/ 605887 w 5372199"/>
                  <a:gd name="connsiteY422" fmla="*/ 994136 h 5390836"/>
                  <a:gd name="connsiteX423" fmla="*/ 605887 w 5372199"/>
                  <a:gd name="connsiteY423" fmla="*/ 998261 h 5390836"/>
                  <a:gd name="connsiteX424" fmla="*/ 601762 w 5372199"/>
                  <a:gd name="connsiteY424" fmla="*/ 998261 h 5390836"/>
                  <a:gd name="connsiteX425" fmla="*/ 667763 w 5372199"/>
                  <a:gd name="connsiteY425" fmla="*/ 958039 h 5390836"/>
                  <a:gd name="connsiteX426" fmla="*/ 690446 w 5372199"/>
                  <a:gd name="connsiteY426" fmla="*/ 958039 h 5390836"/>
                  <a:gd name="connsiteX427" fmla="*/ 699735 w 5372199"/>
                  <a:gd name="connsiteY427" fmla="*/ 967329 h 5390836"/>
                  <a:gd name="connsiteX428" fmla="*/ 713139 w 5372199"/>
                  <a:gd name="connsiteY428" fmla="*/ 981761 h 5390836"/>
                  <a:gd name="connsiteX429" fmla="*/ 721389 w 5372199"/>
                  <a:gd name="connsiteY429" fmla="*/ 1003414 h 5390836"/>
                  <a:gd name="connsiteX430" fmla="*/ 735821 w 5372199"/>
                  <a:gd name="connsiteY430" fmla="*/ 1020943 h 5390836"/>
                  <a:gd name="connsiteX431" fmla="*/ 763668 w 5372199"/>
                  <a:gd name="connsiteY431" fmla="*/ 1049818 h 5390836"/>
                  <a:gd name="connsiteX432" fmla="*/ 779140 w 5372199"/>
                  <a:gd name="connsiteY432" fmla="*/ 1068386 h 5390836"/>
                  <a:gd name="connsiteX433" fmla="*/ 793572 w 5372199"/>
                  <a:gd name="connsiteY433" fmla="*/ 1083858 h 5390836"/>
                  <a:gd name="connsiteX434" fmla="*/ 806987 w 5372199"/>
                  <a:gd name="connsiteY434" fmla="*/ 1090040 h 5390836"/>
                  <a:gd name="connsiteX435" fmla="*/ 813169 w 5372199"/>
                  <a:gd name="connsiteY435" fmla="*/ 1090040 h 5390836"/>
                  <a:gd name="connsiteX436" fmla="*/ 824515 w 5372199"/>
                  <a:gd name="connsiteY436" fmla="*/ 1097261 h 5390836"/>
                  <a:gd name="connsiteX437" fmla="*/ 838948 w 5372199"/>
                  <a:gd name="connsiteY437" fmla="*/ 1120983 h 5390836"/>
                  <a:gd name="connsiteX438" fmla="*/ 844112 w 5372199"/>
                  <a:gd name="connsiteY438" fmla="*/ 1138512 h 5390836"/>
                  <a:gd name="connsiteX439" fmla="*/ 836890 w 5372199"/>
                  <a:gd name="connsiteY439" fmla="*/ 1171512 h 5390836"/>
                  <a:gd name="connsiteX440" fmla="*/ 836890 w 5372199"/>
                  <a:gd name="connsiteY440" fmla="*/ 1206570 h 5390836"/>
                  <a:gd name="connsiteX441" fmla="*/ 827612 w 5372199"/>
                  <a:gd name="connsiteY441" fmla="*/ 1233388 h 5390836"/>
                  <a:gd name="connsiteX442" fmla="*/ 819362 w 5372199"/>
                  <a:gd name="connsiteY442" fmla="*/ 1272570 h 5390836"/>
                  <a:gd name="connsiteX443" fmla="*/ 811112 w 5372199"/>
                  <a:gd name="connsiteY443" fmla="*/ 1294235 h 5390836"/>
                  <a:gd name="connsiteX444" fmla="*/ 811112 w 5372199"/>
                  <a:gd name="connsiteY444" fmla="*/ 1333418 h 5390836"/>
                  <a:gd name="connsiteX445" fmla="*/ 782236 w 5372199"/>
                  <a:gd name="connsiteY445" fmla="*/ 1333418 h 5390836"/>
                  <a:gd name="connsiteX446" fmla="*/ 765736 w 5372199"/>
                  <a:gd name="connsiteY446" fmla="*/ 1333418 h 5390836"/>
                  <a:gd name="connsiteX447" fmla="*/ 751293 w 5372199"/>
                  <a:gd name="connsiteY447" fmla="*/ 1325168 h 5390836"/>
                  <a:gd name="connsiteX448" fmla="*/ 736861 w 5372199"/>
                  <a:gd name="connsiteY448" fmla="*/ 1317946 h 5390836"/>
                  <a:gd name="connsiteX449" fmla="*/ 736861 w 5372199"/>
                  <a:gd name="connsiteY449" fmla="*/ 1304542 h 5390836"/>
                  <a:gd name="connsiteX450" fmla="*/ 744071 w 5372199"/>
                  <a:gd name="connsiteY450" fmla="*/ 1294235 h 5390836"/>
                  <a:gd name="connsiteX451" fmla="*/ 749225 w 5372199"/>
                  <a:gd name="connsiteY451" fmla="*/ 1272570 h 5390836"/>
                  <a:gd name="connsiteX452" fmla="*/ 757475 w 5372199"/>
                  <a:gd name="connsiteY452" fmla="*/ 1251945 h 5390836"/>
                  <a:gd name="connsiteX453" fmla="*/ 767793 w 5372199"/>
                  <a:gd name="connsiteY453" fmla="*/ 1211723 h 5390836"/>
                  <a:gd name="connsiteX454" fmla="*/ 767793 w 5372199"/>
                  <a:gd name="connsiteY454" fmla="*/ 1188012 h 5390836"/>
                  <a:gd name="connsiteX455" fmla="*/ 738918 w 5372199"/>
                  <a:gd name="connsiteY455" fmla="*/ 1163262 h 5390836"/>
                  <a:gd name="connsiteX456" fmla="*/ 728610 w 5372199"/>
                  <a:gd name="connsiteY456" fmla="*/ 1163262 h 5390836"/>
                  <a:gd name="connsiteX457" fmla="*/ 719321 w 5372199"/>
                  <a:gd name="connsiteY457" fmla="*/ 1177705 h 5390836"/>
                  <a:gd name="connsiteX458" fmla="*/ 712110 w 5372199"/>
                  <a:gd name="connsiteY458" fmla="*/ 1193166 h 5390836"/>
                  <a:gd name="connsiteX459" fmla="*/ 704889 w 5372199"/>
                  <a:gd name="connsiteY459" fmla="*/ 1203484 h 5390836"/>
                  <a:gd name="connsiteX460" fmla="*/ 695610 w 5372199"/>
                  <a:gd name="connsiteY460" fmla="*/ 1203484 h 5390836"/>
                  <a:gd name="connsiteX461" fmla="*/ 678070 w 5372199"/>
                  <a:gd name="connsiteY461" fmla="*/ 1192138 h 5390836"/>
                  <a:gd name="connsiteX462" fmla="*/ 665695 w 5372199"/>
                  <a:gd name="connsiteY462" fmla="*/ 1185945 h 5390836"/>
                  <a:gd name="connsiteX463" fmla="*/ 647138 w 5372199"/>
                  <a:gd name="connsiteY463" fmla="*/ 1165319 h 5390836"/>
                  <a:gd name="connsiteX464" fmla="*/ 647138 w 5372199"/>
                  <a:gd name="connsiteY464" fmla="*/ 1142637 h 5390836"/>
                  <a:gd name="connsiteX465" fmla="*/ 657445 w 5372199"/>
                  <a:gd name="connsiteY465" fmla="*/ 1120983 h 5390836"/>
                  <a:gd name="connsiteX466" fmla="*/ 667763 w 5372199"/>
                  <a:gd name="connsiteY466" fmla="*/ 1108608 h 5390836"/>
                  <a:gd name="connsiteX467" fmla="*/ 676013 w 5372199"/>
                  <a:gd name="connsiteY467" fmla="*/ 1084886 h 5390836"/>
                  <a:gd name="connsiteX468" fmla="*/ 667763 w 5372199"/>
                  <a:gd name="connsiteY468" fmla="*/ 1063233 h 5390836"/>
                  <a:gd name="connsiteX469" fmla="*/ 639916 w 5372199"/>
                  <a:gd name="connsiteY469" fmla="*/ 1027136 h 5390836"/>
                  <a:gd name="connsiteX470" fmla="*/ 612080 w 5372199"/>
                  <a:gd name="connsiteY470" fmla="*/ 1015789 h 5390836"/>
                  <a:gd name="connsiteX471" fmla="*/ 605887 w 5372199"/>
                  <a:gd name="connsiteY471" fmla="*/ 1010636 h 5390836"/>
                  <a:gd name="connsiteX472" fmla="*/ 605887 w 5372199"/>
                  <a:gd name="connsiteY472" fmla="*/ 998261 h 5390836"/>
                  <a:gd name="connsiteX473" fmla="*/ 607303 w 5372199"/>
                  <a:gd name="connsiteY473" fmla="*/ 998261 h 5390836"/>
                  <a:gd name="connsiteX474" fmla="*/ 615166 w 5372199"/>
                  <a:gd name="connsiteY474" fmla="*/ 998261 h 5390836"/>
                  <a:gd name="connsiteX475" fmla="*/ 630638 w 5372199"/>
                  <a:gd name="connsiteY475" fmla="*/ 984858 h 5390836"/>
                  <a:gd name="connsiteX476" fmla="*/ 644041 w 5372199"/>
                  <a:gd name="connsiteY476" fmla="*/ 970415 h 5390836"/>
                  <a:gd name="connsiteX477" fmla="*/ 655388 w 5372199"/>
                  <a:gd name="connsiteY477" fmla="*/ 963193 h 5390836"/>
                  <a:gd name="connsiteX478" fmla="*/ 667763 w 5372199"/>
                  <a:gd name="connsiteY478" fmla="*/ 958039 h 5390836"/>
                  <a:gd name="connsiteX479" fmla="*/ 4670338 w 5372199"/>
                  <a:gd name="connsiteY479" fmla="*/ 809159 h 5390836"/>
                  <a:gd name="connsiteX480" fmla="*/ 4680391 w 5372199"/>
                  <a:gd name="connsiteY480" fmla="*/ 812634 h 5390836"/>
                  <a:gd name="connsiteX481" fmla="*/ 4688641 w 5372199"/>
                  <a:gd name="connsiteY481" fmla="*/ 820884 h 5390836"/>
                  <a:gd name="connsiteX482" fmla="*/ 4695863 w 5372199"/>
                  <a:gd name="connsiteY482" fmla="*/ 820884 h 5390836"/>
                  <a:gd name="connsiteX483" fmla="*/ 4695863 w 5372199"/>
                  <a:gd name="connsiteY483" fmla="*/ 830174 h 5390836"/>
                  <a:gd name="connsiteX484" fmla="*/ 4687613 w 5372199"/>
                  <a:gd name="connsiteY484" fmla="*/ 841510 h 5390836"/>
                  <a:gd name="connsiteX485" fmla="*/ 4675238 w 5372199"/>
                  <a:gd name="connsiteY485" fmla="*/ 853885 h 5390836"/>
                  <a:gd name="connsiteX486" fmla="*/ 4668016 w 5372199"/>
                  <a:gd name="connsiteY486" fmla="*/ 861106 h 5390836"/>
                  <a:gd name="connsiteX487" fmla="*/ 4658737 w 5372199"/>
                  <a:gd name="connsiteY487" fmla="*/ 868328 h 5390836"/>
                  <a:gd name="connsiteX488" fmla="*/ 4647391 w 5372199"/>
                  <a:gd name="connsiteY488" fmla="*/ 878635 h 5390836"/>
                  <a:gd name="connsiteX489" fmla="*/ 4627794 w 5372199"/>
                  <a:gd name="connsiteY489" fmla="*/ 899260 h 5390836"/>
                  <a:gd name="connsiteX490" fmla="*/ 4616459 w 5372199"/>
                  <a:gd name="connsiteY490" fmla="*/ 914732 h 5390836"/>
                  <a:gd name="connsiteX491" fmla="*/ 4606141 w 5372199"/>
                  <a:gd name="connsiteY491" fmla="*/ 924011 h 5390836"/>
                  <a:gd name="connsiteX492" fmla="*/ 4589640 w 5372199"/>
                  <a:gd name="connsiteY492" fmla="*/ 932261 h 5390836"/>
                  <a:gd name="connsiteX493" fmla="*/ 4589640 w 5372199"/>
                  <a:gd name="connsiteY493" fmla="*/ 943608 h 5390836"/>
                  <a:gd name="connsiteX494" fmla="*/ 4604083 w 5372199"/>
                  <a:gd name="connsiteY494" fmla="*/ 951858 h 5390836"/>
                  <a:gd name="connsiteX495" fmla="*/ 4614391 w 5372199"/>
                  <a:gd name="connsiteY495" fmla="*/ 962176 h 5390836"/>
                  <a:gd name="connsiteX496" fmla="*/ 4632959 w 5372199"/>
                  <a:gd name="connsiteY496" fmla="*/ 975579 h 5390836"/>
                  <a:gd name="connsiteX497" fmla="*/ 4644294 w 5372199"/>
                  <a:gd name="connsiteY497" fmla="*/ 981762 h 5390836"/>
                  <a:gd name="connsiteX498" fmla="*/ 4655641 w 5372199"/>
                  <a:gd name="connsiteY498" fmla="*/ 981762 h 5390836"/>
                  <a:gd name="connsiteX499" fmla="*/ 4661834 w 5372199"/>
                  <a:gd name="connsiteY499" fmla="*/ 981762 h 5390836"/>
                  <a:gd name="connsiteX500" fmla="*/ 4653584 w 5372199"/>
                  <a:gd name="connsiteY500" fmla="*/ 970426 h 5390836"/>
                  <a:gd name="connsiteX501" fmla="*/ 4641209 w 5372199"/>
                  <a:gd name="connsiteY501" fmla="*/ 965261 h 5390836"/>
                  <a:gd name="connsiteX502" fmla="*/ 4647391 w 5372199"/>
                  <a:gd name="connsiteY502" fmla="*/ 954954 h 5390836"/>
                  <a:gd name="connsiteX503" fmla="*/ 4647391 w 5372199"/>
                  <a:gd name="connsiteY503" fmla="*/ 942579 h 5390836"/>
                  <a:gd name="connsiteX504" fmla="*/ 4633987 w 5372199"/>
                  <a:gd name="connsiteY504" fmla="*/ 948761 h 5390836"/>
                  <a:gd name="connsiteX505" fmla="*/ 4625250 w 5372199"/>
                  <a:gd name="connsiteY505" fmla="*/ 949313 h 5390836"/>
                  <a:gd name="connsiteX506" fmla="*/ 4624709 w 5372199"/>
                  <a:gd name="connsiteY506" fmla="*/ 948761 h 5390836"/>
                  <a:gd name="connsiteX507" fmla="*/ 4615419 w 5372199"/>
                  <a:gd name="connsiteY507" fmla="*/ 948761 h 5390836"/>
                  <a:gd name="connsiteX508" fmla="*/ 4621612 w 5372199"/>
                  <a:gd name="connsiteY508" fmla="*/ 932261 h 5390836"/>
                  <a:gd name="connsiteX509" fmla="*/ 4646362 w 5372199"/>
                  <a:gd name="connsiteY509" fmla="*/ 910607 h 5390836"/>
                  <a:gd name="connsiteX510" fmla="*/ 4659766 w 5372199"/>
                  <a:gd name="connsiteY510" fmla="*/ 893078 h 5390836"/>
                  <a:gd name="connsiteX511" fmla="*/ 4682459 w 5372199"/>
                  <a:gd name="connsiteY511" fmla="*/ 870385 h 5390836"/>
                  <a:gd name="connsiteX512" fmla="*/ 4688641 w 5372199"/>
                  <a:gd name="connsiteY512" fmla="*/ 862146 h 5390836"/>
                  <a:gd name="connsiteX513" fmla="*/ 4705141 w 5372199"/>
                  <a:gd name="connsiteY513" fmla="*/ 855953 h 5390836"/>
                  <a:gd name="connsiteX514" fmla="*/ 4716488 w 5372199"/>
                  <a:gd name="connsiteY514" fmla="*/ 855953 h 5390836"/>
                  <a:gd name="connsiteX515" fmla="*/ 4707209 w 5372199"/>
                  <a:gd name="connsiteY515" fmla="*/ 871424 h 5390836"/>
                  <a:gd name="connsiteX516" fmla="*/ 4702056 w 5372199"/>
                  <a:gd name="connsiteY516" fmla="*/ 881732 h 5390836"/>
                  <a:gd name="connsiteX517" fmla="*/ 4679363 w 5372199"/>
                  <a:gd name="connsiteY517" fmla="*/ 909579 h 5390836"/>
                  <a:gd name="connsiteX518" fmla="*/ 4679363 w 5372199"/>
                  <a:gd name="connsiteY518" fmla="*/ 918857 h 5390836"/>
                  <a:gd name="connsiteX519" fmla="*/ 4691738 w 5372199"/>
                  <a:gd name="connsiteY519" fmla="*/ 932261 h 5390836"/>
                  <a:gd name="connsiteX520" fmla="*/ 4691738 w 5372199"/>
                  <a:gd name="connsiteY520" fmla="*/ 943608 h 5390836"/>
                  <a:gd name="connsiteX521" fmla="*/ 4714420 w 5372199"/>
                  <a:gd name="connsiteY521" fmla="*/ 943608 h 5390836"/>
                  <a:gd name="connsiteX522" fmla="*/ 4723709 w 5372199"/>
                  <a:gd name="connsiteY522" fmla="*/ 922982 h 5390836"/>
                  <a:gd name="connsiteX523" fmla="*/ 4709266 w 5372199"/>
                  <a:gd name="connsiteY523" fmla="*/ 915761 h 5390836"/>
                  <a:gd name="connsiteX524" fmla="*/ 4698959 w 5372199"/>
                  <a:gd name="connsiteY524" fmla="*/ 915761 h 5390836"/>
                  <a:gd name="connsiteX525" fmla="*/ 4714420 w 5372199"/>
                  <a:gd name="connsiteY525" fmla="*/ 901328 h 5390836"/>
                  <a:gd name="connsiteX526" fmla="*/ 4731959 w 5372199"/>
                  <a:gd name="connsiteY526" fmla="*/ 893078 h 5390836"/>
                  <a:gd name="connsiteX527" fmla="*/ 4740209 w 5372199"/>
                  <a:gd name="connsiteY527" fmla="*/ 875549 h 5390836"/>
                  <a:gd name="connsiteX528" fmla="*/ 4757738 w 5372199"/>
                  <a:gd name="connsiteY528" fmla="*/ 875549 h 5390836"/>
                  <a:gd name="connsiteX529" fmla="*/ 4757738 w 5372199"/>
                  <a:gd name="connsiteY529" fmla="*/ 893078 h 5390836"/>
                  <a:gd name="connsiteX530" fmla="*/ 4783517 w 5372199"/>
                  <a:gd name="connsiteY530" fmla="*/ 893078 h 5390836"/>
                  <a:gd name="connsiteX531" fmla="*/ 4807239 w 5372199"/>
                  <a:gd name="connsiteY531" fmla="*/ 886885 h 5390836"/>
                  <a:gd name="connsiteX532" fmla="*/ 4814460 w 5372199"/>
                  <a:gd name="connsiteY532" fmla="*/ 893078 h 5390836"/>
                  <a:gd name="connsiteX533" fmla="*/ 4822710 w 5372199"/>
                  <a:gd name="connsiteY533" fmla="*/ 899260 h 5390836"/>
                  <a:gd name="connsiteX534" fmla="*/ 4815489 w 5372199"/>
                  <a:gd name="connsiteY534" fmla="*/ 903386 h 5390836"/>
                  <a:gd name="connsiteX535" fmla="*/ 4815489 w 5372199"/>
                  <a:gd name="connsiteY535" fmla="*/ 926079 h 5390836"/>
                  <a:gd name="connsiteX536" fmla="*/ 4793835 w 5372199"/>
                  <a:gd name="connsiteY536" fmla="*/ 935357 h 5390836"/>
                  <a:gd name="connsiteX537" fmla="*/ 4770113 w 5372199"/>
                  <a:gd name="connsiteY537" fmla="*/ 935357 h 5390836"/>
                  <a:gd name="connsiteX538" fmla="*/ 4756710 w 5372199"/>
                  <a:gd name="connsiteY538" fmla="*/ 946704 h 5390836"/>
                  <a:gd name="connsiteX539" fmla="*/ 4756710 w 5372199"/>
                  <a:gd name="connsiteY539" fmla="*/ 963204 h 5390836"/>
                  <a:gd name="connsiteX540" fmla="*/ 4713391 w 5372199"/>
                  <a:gd name="connsiteY540" fmla="*/ 976608 h 5390836"/>
                  <a:gd name="connsiteX541" fmla="*/ 4686584 w 5372199"/>
                  <a:gd name="connsiteY541" fmla="*/ 976608 h 5390836"/>
                  <a:gd name="connsiteX542" fmla="*/ 4692766 w 5372199"/>
                  <a:gd name="connsiteY542" fmla="*/ 997233 h 5390836"/>
                  <a:gd name="connsiteX543" fmla="*/ 4687613 w 5372199"/>
                  <a:gd name="connsiteY543" fmla="*/ 1013733 h 5390836"/>
                  <a:gd name="connsiteX544" fmla="*/ 4711334 w 5372199"/>
                  <a:gd name="connsiteY544" fmla="*/ 1013733 h 5390836"/>
                  <a:gd name="connsiteX545" fmla="*/ 4705141 w 5372199"/>
                  <a:gd name="connsiteY545" fmla="*/ 999301 h 5390836"/>
                  <a:gd name="connsiteX546" fmla="*/ 4714420 w 5372199"/>
                  <a:gd name="connsiteY546" fmla="*/ 985887 h 5390836"/>
                  <a:gd name="connsiteX547" fmla="*/ 4726795 w 5372199"/>
                  <a:gd name="connsiteY547" fmla="*/ 985887 h 5390836"/>
                  <a:gd name="connsiteX548" fmla="*/ 4739181 w 5372199"/>
                  <a:gd name="connsiteY548" fmla="*/ 985887 h 5390836"/>
                  <a:gd name="connsiteX549" fmla="*/ 4749488 w 5372199"/>
                  <a:gd name="connsiteY549" fmla="*/ 974551 h 5390836"/>
                  <a:gd name="connsiteX550" fmla="*/ 4763920 w 5372199"/>
                  <a:gd name="connsiteY550" fmla="*/ 979704 h 5390836"/>
                  <a:gd name="connsiteX551" fmla="*/ 4778363 w 5372199"/>
                  <a:gd name="connsiteY551" fmla="*/ 979704 h 5390836"/>
                  <a:gd name="connsiteX552" fmla="*/ 4789710 w 5372199"/>
                  <a:gd name="connsiteY552" fmla="*/ 973511 h 5390836"/>
                  <a:gd name="connsiteX553" fmla="*/ 4800017 w 5372199"/>
                  <a:gd name="connsiteY553" fmla="*/ 949800 h 5390836"/>
                  <a:gd name="connsiteX554" fmla="*/ 4852614 w 5372199"/>
                  <a:gd name="connsiteY554" fmla="*/ 968358 h 5390836"/>
                  <a:gd name="connsiteX555" fmla="*/ 4860864 w 5372199"/>
                  <a:gd name="connsiteY555" fmla="*/ 968358 h 5390836"/>
                  <a:gd name="connsiteX556" fmla="*/ 4872210 w 5372199"/>
                  <a:gd name="connsiteY556" fmla="*/ 977637 h 5390836"/>
                  <a:gd name="connsiteX557" fmla="*/ 4872210 w 5372199"/>
                  <a:gd name="connsiteY557" fmla="*/ 996205 h 5390836"/>
                  <a:gd name="connsiteX558" fmla="*/ 4866017 w 5372199"/>
                  <a:gd name="connsiteY558" fmla="*/ 1006512 h 5390836"/>
                  <a:gd name="connsiteX559" fmla="*/ 4850546 w 5372199"/>
                  <a:gd name="connsiteY559" fmla="*/ 1019926 h 5390836"/>
                  <a:gd name="connsiteX560" fmla="*/ 4822710 w 5372199"/>
                  <a:gd name="connsiteY560" fmla="*/ 1019926 h 5390836"/>
                  <a:gd name="connsiteX561" fmla="*/ 4781460 w 5372199"/>
                  <a:gd name="connsiteY561" fmla="*/ 1035387 h 5390836"/>
                  <a:gd name="connsiteX562" fmla="*/ 4767017 w 5372199"/>
                  <a:gd name="connsiteY562" fmla="*/ 1041580 h 5390836"/>
                  <a:gd name="connsiteX563" fmla="*/ 4752585 w 5372199"/>
                  <a:gd name="connsiteY563" fmla="*/ 1049830 h 5390836"/>
                  <a:gd name="connsiteX564" fmla="*/ 4734016 w 5372199"/>
                  <a:gd name="connsiteY564" fmla="*/ 1062205 h 5390836"/>
                  <a:gd name="connsiteX565" fmla="*/ 4739181 w 5372199"/>
                  <a:gd name="connsiteY565" fmla="*/ 1071484 h 5390836"/>
                  <a:gd name="connsiteX566" fmla="*/ 4759806 w 5372199"/>
                  <a:gd name="connsiteY566" fmla="*/ 1077677 h 5390836"/>
                  <a:gd name="connsiteX567" fmla="*/ 4769085 w 5372199"/>
                  <a:gd name="connsiteY567" fmla="*/ 1086956 h 5390836"/>
                  <a:gd name="connsiteX568" fmla="*/ 4769085 w 5372199"/>
                  <a:gd name="connsiteY568" fmla="*/ 1100359 h 5390836"/>
                  <a:gd name="connsiteX569" fmla="*/ 4775267 w 5372199"/>
                  <a:gd name="connsiteY569" fmla="*/ 1111706 h 5390836"/>
                  <a:gd name="connsiteX570" fmla="*/ 4775267 w 5372199"/>
                  <a:gd name="connsiteY570" fmla="*/ 1125110 h 5390836"/>
                  <a:gd name="connsiteX571" fmla="*/ 4757738 w 5372199"/>
                  <a:gd name="connsiteY571" fmla="*/ 1151928 h 5390836"/>
                  <a:gd name="connsiteX572" fmla="*/ 4731959 w 5372199"/>
                  <a:gd name="connsiteY572" fmla="*/ 1165332 h 5390836"/>
                  <a:gd name="connsiteX573" fmla="*/ 4694834 w 5372199"/>
                  <a:gd name="connsiteY573" fmla="*/ 1141610 h 5390836"/>
                  <a:gd name="connsiteX574" fmla="*/ 4681430 w 5372199"/>
                  <a:gd name="connsiteY574" fmla="*/ 1135428 h 5390836"/>
                  <a:gd name="connsiteX575" fmla="*/ 4671112 w 5372199"/>
                  <a:gd name="connsiteY575" fmla="*/ 1123053 h 5390836"/>
                  <a:gd name="connsiteX576" fmla="*/ 4656669 w 5372199"/>
                  <a:gd name="connsiteY576" fmla="*/ 1107581 h 5390836"/>
                  <a:gd name="connsiteX577" fmla="*/ 4612333 w 5372199"/>
                  <a:gd name="connsiteY577" fmla="*/ 1098302 h 5390836"/>
                  <a:gd name="connsiteX578" fmla="*/ 4592737 w 5372199"/>
                  <a:gd name="connsiteY578" fmla="*/ 1098302 h 5390836"/>
                  <a:gd name="connsiteX579" fmla="*/ 4567987 w 5372199"/>
                  <a:gd name="connsiteY579" fmla="*/ 1098302 h 5390836"/>
                  <a:gd name="connsiteX580" fmla="*/ 4550458 w 5372199"/>
                  <a:gd name="connsiteY580" fmla="*/ 1109638 h 5390836"/>
                  <a:gd name="connsiteX581" fmla="*/ 4550458 w 5372199"/>
                  <a:gd name="connsiteY581" fmla="*/ 1118928 h 5390836"/>
                  <a:gd name="connsiteX582" fmla="*/ 4569015 w 5372199"/>
                  <a:gd name="connsiteY582" fmla="*/ 1127178 h 5390836"/>
                  <a:gd name="connsiteX583" fmla="*/ 4581390 w 5372199"/>
                  <a:gd name="connsiteY583" fmla="*/ 1127178 h 5390836"/>
                  <a:gd name="connsiteX584" fmla="*/ 4587583 w 5372199"/>
                  <a:gd name="connsiteY584" fmla="*/ 1149860 h 5390836"/>
                  <a:gd name="connsiteX585" fmla="*/ 4595833 w 5372199"/>
                  <a:gd name="connsiteY585" fmla="*/ 1170485 h 5390836"/>
                  <a:gd name="connsiteX586" fmla="*/ 4595833 w 5372199"/>
                  <a:gd name="connsiteY586" fmla="*/ 1181832 h 5390836"/>
                  <a:gd name="connsiteX587" fmla="*/ 4577265 w 5372199"/>
                  <a:gd name="connsiteY587" fmla="*/ 1192139 h 5390836"/>
                  <a:gd name="connsiteX588" fmla="*/ 4560765 w 5372199"/>
                  <a:gd name="connsiteY588" fmla="*/ 1192139 h 5390836"/>
                  <a:gd name="connsiteX589" fmla="*/ 4543237 w 5372199"/>
                  <a:gd name="connsiteY589" fmla="*/ 1178736 h 5390836"/>
                  <a:gd name="connsiteX590" fmla="*/ 4529833 w 5372199"/>
                  <a:gd name="connsiteY590" fmla="*/ 1171514 h 5390836"/>
                  <a:gd name="connsiteX591" fmla="*/ 4495793 w 5372199"/>
                  <a:gd name="connsiteY591" fmla="*/ 1157082 h 5390836"/>
                  <a:gd name="connsiteX592" fmla="*/ 4480332 w 5372199"/>
                  <a:gd name="connsiteY592" fmla="*/ 1174611 h 5390836"/>
                  <a:gd name="connsiteX593" fmla="*/ 4463832 w 5372199"/>
                  <a:gd name="connsiteY593" fmla="*/ 1185957 h 5390836"/>
                  <a:gd name="connsiteX594" fmla="*/ 4443207 w 5372199"/>
                  <a:gd name="connsiteY594" fmla="*/ 1198332 h 5390836"/>
                  <a:gd name="connsiteX595" fmla="*/ 4426707 w 5372199"/>
                  <a:gd name="connsiteY595" fmla="*/ 1198332 h 5390836"/>
                  <a:gd name="connsiteX596" fmla="*/ 4390610 w 5372199"/>
                  <a:gd name="connsiteY596" fmla="*/ 1208640 h 5390836"/>
                  <a:gd name="connsiteX597" fmla="*/ 4367928 w 5372199"/>
                  <a:gd name="connsiteY597" fmla="*/ 1196264 h 5390836"/>
                  <a:gd name="connsiteX598" fmla="*/ 4350389 w 5372199"/>
                  <a:gd name="connsiteY598" fmla="*/ 1184929 h 5390836"/>
                  <a:gd name="connsiteX599" fmla="*/ 4329763 w 5372199"/>
                  <a:gd name="connsiteY599" fmla="*/ 1163275 h 5390836"/>
                  <a:gd name="connsiteX600" fmla="*/ 4342139 w 5372199"/>
                  <a:gd name="connsiteY600" fmla="*/ 1149860 h 5390836"/>
                  <a:gd name="connsiteX601" fmla="*/ 4342139 w 5372199"/>
                  <a:gd name="connsiteY601" fmla="*/ 1110678 h 5390836"/>
                  <a:gd name="connsiteX602" fmla="*/ 4358639 w 5372199"/>
                  <a:gd name="connsiteY602" fmla="*/ 1116860 h 5390836"/>
                  <a:gd name="connsiteX603" fmla="*/ 4388553 w 5372199"/>
                  <a:gd name="connsiteY603" fmla="*/ 1138514 h 5390836"/>
                  <a:gd name="connsiteX604" fmla="*/ 4445264 w 5372199"/>
                  <a:gd name="connsiteY604" fmla="*/ 1126138 h 5390836"/>
                  <a:gd name="connsiteX605" fmla="*/ 4445264 w 5372199"/>
                  <a:gd name="connsiteY605" fmla="*/ 1112735 h 5390836"/>
                  <a:gd name="connsiteX606" fmla="*/ 4422582 w 5372199"/>
                  <a:gd name="connsiteY606" fmla="*/ 1095206 h 5390836"/>
                  <a:gd name="connsiteX607" fmla="*/ 4399889 w 5372199"/>
                  <a:gd name="connsiteY607" fmla="*/ 1078706 h 5390836"/>
                  <a:gd name="connsiteX608" fmla="*/ 4378235 w 5372199"/>
                  <a:gd name="connsiteY608" fmla="*/ 1067359 h 5390836"/>
                  <a:gd name="connsiteX609" fmla="*/ 4367928 w 5372199"/>
                  <a:gd name="connsiteY609" fmla="*/ 1048802 h 5390836"/>
                  <a:gd name="connsiteX610" fmla="*/ 4367928 w 5372199"/>
                  <a:gd name="connsiteY610" fmla="*/ 1038484 h 5390836"/>
                  <a:gd name="connsiteX611" fmla="*/ 4378235 w 5372199"/>
                  <a:gd name="connsiteY611" fmla="*/ 1026108 h 5390836"/>
                  <a:gd name="connsiteX612" fmla="*/ 4395764 w 5372199"/>
                  <a:gd name="connsiteY612" fmla="*/ 1015790 h 5390836"/>
                  <a:gd name="connsiteX613" fmla="*/ 4424639 w 5372199"/>
                  <a:gd name="connsiteY613" fmla="*/ 1023012 h 5390836"/>
                  <a:gd name="connsiteX614" fmla="*/ 4433929 w 5372199"/>
                  <a:gd name="connsiteY614" fmla="*/ 1039512 h 5390836"/>
                  <a:gd name="connsiteX615" fmla="*/ 4454543 w 5372199"/>
                  <a:gd name="connsiteY615" fmla="*/ 1045705 h 5390836"/>
                  <a:gd name="connsiteX616" fmla="*/ 4474140 w 5372199"/>
                  <a:gd name="connsiteY616" fmla="*/ 1057041 h 5390836"/>
                  <a:gd name="connsiteX617" fmla="*/ 4488583 w 5372199"/>
                  <a:gd name="connsiteY617" fmla="*/ 1062205 h 5390836"/>
                  <a:gd name="connsiteX618" fmla="*/ 4496833 w 5372199"/>
                  <a:gd name="connsiteY618" fmla="*/ 1062205 h 5390836"/>
                  <a:gd name="connsiteX619" fmla="*/ 4510236 w 5372199"/>
                  <a:gd name="connsiteY619" fmla="*/ 1052927 h 5390836"/>
                  <a:gd name="connsiteX620" fmla="*/ 4526736 w 5372199"/>
                  <a:gd name="connsiteY620" fmla="*/ 1045705 h 5390836"/>
                  <a:gd name="connsiteX621" fmla="*/ 4518486 w 5372199"/>
                  <a:gd name="connsiteY621" fmla="*/ 1035387 h 5390836"/>
                  <a:gd name="connsiteX622" fmla="*/ 4501986 w 5372199"/>
                  <a:gd name="connsiteY622" fmla="*/ 1035387 h 5390836"/>
                  <a:gd name="connsiteX623" fmla="*/ 4485486 w 5372199"/>
                  <a:gd name="connsiteY623" fmla="*/ 1030234 h 5390836"/>
                  <a:gd name="connsiteX624" fmla="*/ 4476207 w 5372199"/>
                  <a:gd name="connsiteY624" fmla="*/ 1019926 h 5390836"/>
                  <a:gd name="connsiteX625" fmla="*/ 4476207 w 5372199"/>
                  <a:gd name="connsiteY625" fmla="*/ 1007551 h 5390836"/>
                  <a:gd name="connsiteX626" fmla="*/ 4492708 w 5372199"/>
                  <a:gd name="connsiteY626" fmla="*/ 998262 h 5390836"/>
                  <a:gd name="connsiteX627" fmla="*/ 4526736 w 5372199"/>
                  <a:gd name="connsiteY627" fmla="*/ 984858 h 5390836"/>
                  <a:gd name="connsiteX628" fmla="*/ 4541169 w 5372199"/>
                  <a:gd name="connsiteY628" fmla="*/ 999301 h 5390836"/>
                  <a:gd name="connsiteX629" fmla="*/ 4550458 w 5372199"/>
                  <a:gd name="connsiteY629" fmla="*/ 999301 h 5390836"/>
                  <a:gd name="connsiteX630" fmla="*/ 4563862 w 5372199"/>
                  <a:gd name="connsiteY630" fmla="*/ 1011676 h 5390836"/>
                  <a:gd name="connsiteX631" fmla="*/ 4582419 w 5372199"/>
                  <a:gd name="connsiteY631" fmla="*/ 1023012 h 5390836"/>
                  <a:gd name="connsiteX632" fmla="*/ 4594805 w 5372199"/>
                  <a:gd name="connsiteY632" fmla="*/ 1032291 h 5390836"/>
                  <a:gd name="connsiteX633" fmla="*/ 4607180 w 5372199"/>
                  <a:gd name="connsiteY633" fmla="*/ 1039512 h 5390836"/>
                  <a:gd name="connsiteX634" fmla="*/ 4616459 w 5372199"/>
                  <a:gd name="connsiteY634" fmla="*/ 1039512 h 5390836"/>
                  <a:gd name="connsiteX635" fmla="*/ 4628834 w 5372199"/>
                  <a:gd name="connsiteY635" fmla="*/ 1052927 h 5390836"/>
                  <a:gd name="connsiteX636" fmla="*/ 4640169 w 5372199"/>
                  <a:gd name="connsiteY636" fmla="*/ 1063234 h 5390836"/>
                  <a:gd name="connsiteX637" fmla="*/ 4647391 w 5372199"/>
                  <a:gd name="connsiteY637" fmla="*/ 1076638 h 5390836"/>
                  <a:gd name="connsiteX638" fmla="*/ 4665959 w 5372199"/>
                  <a:gd name="connsiteY638" fmla="*/ 1083859 h 5390836"/>
                  <a:gd name="connsiteX639" fmla="*/ 4685545 w 5372199"/>
                  <a:gd name="connsiteY639" fmla="*/ 1078706 h 5390836"/>
                  <a:gd name="connsiteX640" fmla="*/ 4668016 w 5372199"/>
                  <a:gd name="connsiteY640" fmla="*/ 1064263 h 5390836"/>
                  <a:gd name="connsiteX641" fmla="*/ 4649459 w 5372199"/>
                  <a:gd name="connsiteY641" fmla="*/ 1048802 h 5390836"/>
                  <a:gd name="connsiteX642" fmla="*/ 4620584 w 5372199"/>
                  <a:gd name="connsiteY642" fmla="*/ 1024051 h 5390836"/>
                  <a:gd name="connsiteX643" fmla="*/ 4605112 w 5372199"/>
                  <a:gd name="connsiteY643" fmla="*/ 1013733 h 5390836"/>
                  <a:gd name="connsiteX644" fmla="*/ 4589640 w 5372199"/>
                  <a:gd name="connsiteY644" fmla="*/ 1002387 h 5390836"/>
                  <a:gd name="connsiteX645" fmla="*/ 4565930 w 5372199"/>
                  <a:gd name="connsiteY645" fmla="*/ 982801 h 5390836"/>
                  <a:gd name="connsiteX646" fmla="*/ 4519515 w 5372199"/>
                  <a:gd name="connsiteY646" fmla="*/ 955983 h 5390836"/>
                  <a:gd name="connsiteX647" fmla="*/ 4496833 w 5372199"/>
                  <a:gd name="connsiteY647" fmla="*/ 955983 h 5390836"/>
                  <a:gd name="connsiteX648" fmla="*/ 4453514 w 5372199"/>
                  <a:gd name="connsiteY648" fmla="*/ 947732 h 5390836"/>
                  <a:gd name="connsiteX649" fmla="*/ 4448361 w 5372199"/>
                  <a:gd name="connsiteY649" fmla="*/ 934329 h 5390836"/>
                  <a:gd name="connsiteX650" fmla="*/ 4464861 w 5372199"/>
                  <a:gd name="connsiteY650" fmla="*/ 904425 h 5390836"/>
                  <a:gd name="connsiteX651" fmla="*/ 4488583 w 5372199"/>
                  <a:gd name="connsiteY651" fmla="*/ 882760 h 5390836"/>
                  <a:gd name="connsiteX652" fmla="*/ 4501986 w 5372199"/>
                  <a:gd name="connsiteY652" fmla="*/ 882760 h 5390836"/>
                  <a:gd name="connsiteX653" fmla="*/ 4512304 w 5372199"/>
                  <a:gd name="connsiteY653" fmla="*/ 882760 h 5390836"/>
                  <a:gd name="connsiteX654" fmla="*/ 4555612 w 5372199"/>
                  <a:gd name="connsiteY654" fmla="*/ 873482 h 5390836"/>
                  <a:gd name="connsiteX655" fmla="*/ 4560765 w 5372199"/>
                  <a:gd name="connsiteY655" fmla="*/ 873482 h 5390836"/>
                  <a:gd name="connsiteX656" fmla="*/ 4542208 w 5372199"/>
                  <a:gd name="connsiteY656" fmla="*/ 897203 h 5390836"/>
                  <a:gd name="connsiteX657" fmla="*/ 4541472 w 5372199"/>
                  <a:gd name="connsiteY657" fmla="*/ 908853 h 5390836"/>
                  <a:gd name="connsiteX658" fmla="*/ 4542208 w 5372199"/>
                  <a:gd name="connsiteY658" fmla="*/ 909579 h 5390836"/>
                  <a:gd name="connsiteX659" fmla="*/ 4561805 w 5372199"/>
                  <a:gd name="connsiteY659" fmla="*/ 917829 h 5390836"/>
                  <a:gd name="connsiteX660" fmla="*/ 4571083 w 5372199"/>
                  <a:gd name="connsiteY660" fmla="*/ 917829 h 5390836"/>
                  <a:gd name="connsiteX661" fmla="*/ 4577265 w 5372199"/>
                  <a:gd name="connsiteY661" fmla="*/ 904425 h 5390836"/>
                  <a:gd name="connsiteX662" fmla="*/ 4589640 w 5372199"/>
                  <a:gd name="connsiteY662" fmla="*/ 888953 h 5390836"/>
                  <a:gd name="connsiteX663" fmla="*/ 4620584 w 5372199"/>
                  <a:gd name="connsiteY663" fmla="*/ 863174 h 5390836"/>
                  <a:gd name="connsiteX664" fmla="*/ 4649459 w 5372199"/>
                  <a:gd name="connsiteY664" fmla="*/ 832231 h 5390836"/>
                  <a:gd name="connsiteX665" fmla="*/ 4664930 w 5372199"/>
                  <a:gd name="connsiteY665" fmla="*/ 812634 h 5390836"/>
                  <a:gd name="connsiteX666" fmla="*/ 4670338 w 5372199"/>
                  <a:gd name="connsiteY666" fmla="*/ 809159 h 5390836"/>
                  <a:gd name="connsiteX667" fmla="*/ 770888 w 5372199"/>
                  <a:gd name="connsiteY667" fmla="*/ 804383 h 5390836"/>
                  <a:gd name="connsiteX668" fmla="*/ 782234 w 5372199"/>
                  <a:gd name="connsiteY668" fmla="*/ 804383 h 5390836"/>
                  <a:gd name="connsiteX669" fmla="*/ 804917 w 5372199"/>
                  <a:gd name="connsiteY669" fmla="*/ 816759 h 5390836"/>
                  <a:gd name="connsiteX670" fmla="*/ 817292 w 5372199"/>
                  <a:gd name="connsiteY670" fmla="*/ 853884 h 5390836"/>
                  <a:gd name="connsiteX671" fmla="*/ 827610 w 5372199"/>
                  <a:gd name="connsiteY671" fmla="*/ 868327 h 5390836"/>
                  <a:gd name="connsiteX672" fmla="*/ 842042 w 5372199"/>
                  <a:gd name="connsiteY672" fmla="*/ 861105 h 5390836"/>
                  <a:gd name="connsiteX673" fmla="*/ 842042 w 5372199"/>
                  <a:gd name="connsiteY673" fmla="*/ 843576 h 5390836"/>
                  <a:gd name="connsiteX674" fmla="*/ 864735 w 5372199"/>
                  <a:gd name="connsiteY674" fmla="*/ 832230 h 5390836"/>
                  <a:gd name="connsiteX675" fmla="*/ 893610 w 5372199"/>
                  <a:gd name="connsiteY675" fmla="*/ 839441 h 5390836"/>
                  <a:gd name="connsiteX676" fmla="*/ 909071 w 5372199"/>
                  <a:gd name="connsiteY676" fmla="*/ 849759 h 5390836"/>
                  <a:gd name="connsiteX677" fmla="*/ 909071 w 5372199"/>
                  <a:gd name="connsiteY677" fmla="*/ 862134 h 5390836"/>
                  <a:gd name="connsiteX678" fmla="*/ 899793 w 5372199"/>
                  <a:gd name="connsiteY678" fmla="*/ 877606 h 5390836"/>
                  <a:gd name="connsiteX679" fmla="*/ 899793 w 5372199"/>
                  <a:gd name="connsiteY679" fmla="*/ 895134 h 5390836"/>
                  <a:gd name="connsiteX680" fmla="*/ 899793 w 5372199"/>
                  <a:gd name="connsiteY680" fmla="*/ 918856 h 5390836"/>
                  <a:gd name="connsiteX681" fmla="*/ 888457 w 5372199"/>
                  <a:gd name="connsiteY681" fmla="*/ 952885 h 5390836"/>
                  <a:gd name="connsiteX682" fmla="*/ 907014 w 5372199"/>
                  <a:gd name="connsiteY682" fmla="*/ 985885 h 5390836"/>
                  <a:gd name="connsiteX683" fmla="*/ 920418 w 5372199"/>
                  <a:gd name="connsiteY683" fmla="*/ 997232 h 5390836"/>
                  <a:gd name="connsiteX684" fmla="*/ 949293 w 5372199"/>
                  <a:gd name="connsiteY684" fmla="*/ 1010636 h 5390836"/>
                  <a:gd name="connsiteX685" fmla="*/ 974043 w 5372199"/>
                  <a:gd name="connsiteY685" fmla="*/ 1000318 h 5390836"/>
                  <a:gd name="connsiteX686" fmla="*/ 988486 w 5372199"/>
                  <a:gd name="connsiteY686" fmla="*/ 988982 h 5390836"/>
                  <a:gd name="connsiteX687" fmla="*/ 998794 w 5372199"/>
                  <a:gd name="connsiteY687" fmla="*/ 981760 h 5390836"/>
                  <a:gd name="connsiteX688" fmla="*/ 1011169 w 5372199"/>
                  <a:gd name="connsiteY688" fmla="*/ 975578 h 5390836"/>
                  <a:gd name="connsiteX689" fmla="*/ 1025612 w 5372199"/>
                  <a:gd name="connsiteY689" fmla="*/ 962164 h 5390836"/>
                  <a:gd name="connsiteX690" fmla="*/ 1051391 w 5372199"/>
                  <a:gd name="connsiteY690" fmla="*/ 971442 h 5390836"/>
                  <a:gd name="connsiteX691" fmla="*/ 1065834 w 5372199"/>
                  <a:gd name="connsiteY691" fmla="*/ 998260 h 5390836"/>
                  <a:gd name="connsiteX692" fmla="*/ 1073044 w 5372199"/>
                  <a:gd name="connsiteY692" fmla="*/ 1016828 h 5390836"/>
                  <a:gd name="connsiteX693" fmla="*/ 1061698 w 5372199"/>
                  <a:gd name="connsiteY693" fmla="*/ 1034357 h 5390836"/>
                  <a:gd name="connsiteX694" fmla="*/ 1051391 w 5372199"/>
                  <a:gd name="connsiteY694" fmla="*/ 1052914 h 5390836"/>
                  <a:gd name="connsiteX695" fmla="*/ 1035919 w 5372199"/>
                  <a:gd name="connsiteY695" fmla="*/ 1059107 h 5390836"/>
                  <a:gd name="connsiteX696" fmla="*/ 1019419 w 5372199"/>
                  <a:gd name="connsiteY696" fmla="*/ 1074568 h 5390836"/>
                  <a:gd name="connsiteX697" fmla="*/ 1003947 w 5372199"/>
                  <a:gd name="connsiteY697" fmla="*/ 1090039 h 5390836"/>
                  <a:gd name="connsiteX698" fmla="*/ 987447 w 5372199"/>
                  <a:gd name="connsiteY698" fmla="*/ 1100357 h 5390836"/>
                  <a:gd name="connsiteX699" fmla="*/ 967861 w 5372199"/>
                  <a:gd name="connsiteY699" fmla="*/ 1118915 h 5390836"/>
                  <a:gd name="connsiteX700" fmla="*/ 952390 w 5372199"/>
                  <a:gd name="connsiteY700" fmla="*/ 1124079 h 5390836"/>
                  <a:gd name="connsiteX701" fmla="*/ 928668 w 5372199"/>
                  <a:gd name="connsiteY701" fmla="*/ 1124079 h 5390836"/>
                  <a:gd name="connsiteX702" fmla="*/ 910111 w 5372199"/>
                  <a:gd name="connsiteY702" fmla="*/ 1108607 h 5390836"/>
                  <a:gd name="connsiteX703" fmla="*/ 885360 w 5372199"/>
                  <a:gd name="connsiteY703" fmla="*/ 1093136 h 5390836"/>
                  <a:gd name="connsiteX704" fmla="*/ 870917 w 5372199"/>
                  <a:gd name="connsiteY704" fmla="*/ 1081789 h 5390836"/>
                  <a:gd name="connsiteX705" fmla="*/ 856485 w 5372199"/>
                  <a:gd name="connsiteY705" fmla="*/ 1071482 h 5390836"/>
                  <a:gd name="connsiteX706" fmla="*/ 835849 w 5372199"/>
                  <a:gd name="connsiteY706" fmla="*/ 1056010 h 5390836"/>
                  <a:gd name="connsiteX707" fmla="*/ 809042 w 5372199"/>
                  <a:gd name="connsiteY707" fmla="*/ 1020953 h 5390836"/>
                  <a:gd name="connsiteX708" fmla="*/ 803888 w 5372199"/>
                  <a:gd name="connsiteY708" fmla="*/ 1007539 h 5390836"/>
                  <a:gd name="connsiteX709" fmla="*/ 790484 w 5372199"/>
                  <a:gd name="connsiteY709" fmla="*/ 988982 h 5390836"/>
                  <a:gd name="connsiteX710" fmla="*/ 778109 w 5372199"/>
                  <a:gd name="connsiteY710" fmla="*/ 970414 h 5390836"/>
                  <a:gd name="connsiteX711" fmla="*/ 753359 w 5372199"/>
                  <a:gd name="connsiteY711" fmla="*/ 944635 h 5390836"/>
                  <a:gd name="connsiteX712" fmla="*/ 740984 w 5372199"/>
                  <a:gd name="connsiteY712" fmla="*/ 927106 h 5390836"/>
                  <a:gd name="connsiteX713" fmla="*/ 721387 w 5372199"/>
                  <a:gd name="connsiteY713" fmla="*/ 898231 h 5390836"/>
                  <a:gd name="connsiteX714" fmla="*/ 704887 w 5372199"/>
                  <a:gd name="connsiteY714" fmla="*/ 881731 h 5390836"/>
                  <a:gd name="connsiteX715" fmla="*/ 704887 w 5372199"/>
                  <a:gd name="connsiteY715" fmla="*/ 865230 h 5390836"/>
                  <a:gd name="connsiteX716" fmla="*/ 719319 w 5372199"/>
                  <a:gd name="connsiteY716" fmla="*/ 854912 h 5390836"/>
                  <a:gd name="connsiteX717" fmla="*/ 727580 w 5372199"/>
                  <a:gd name="connsiteY717" fmla="*/ 841508 h 5390836"/>
                  <a:gd name="connsiteX718" fmla="*/ 738916 w 5372199"/>
                  <a:gd name="connsiteY718" fmla="*/ 833259 h 5390836"/>
                  <a:gd name="connsiteX719" fmla="*/ 748194 w 5372199"/>
                  <a:gd name="connsiteY719" fmla="*/ 818815 h 5390836"/>
                  <a:gd name="connsiteX720" fmla="*/ 748194 w 5372199"/>
                  <a:gd name="connsiteY720" fmla="*/ 810576 h 5390836"/>
                  <a:gd name="connsiteX721" fmla="*/ 761609 w 5372199"/>
                  <a:gd name="connsiteY721" fmla="*/ 810576 h 5390836"/>
                  <a:gd name="connsiteX722" fmla="*/ 770888 w 5372199"/>
                  <a:gd name="connsiteY722" fmla="*/ 804383 h 5390836"/>
                  <a:gd name="connsiteX723" fmla="*/ 1449455 w 5372199"/>
                  <a:gd name="connsiteY723" fmla="*/ 662074 h 5390836"/>
                  <a:gd name="connsiteX724" fmla="*/ 1457705 w 5372199"/>
                  <a:gd name="connsiteY724" fmla="*/ 662074 h 5390836"/>
                  <a:gd name="connsiteX725" fmla="*/ 1457705 w 5372199"/>
                  <a:gd name="connsiteY725" fmla="*/ 673421 h 5390836"/>
                  <a:gd name="connsiteX726" fmla="*/ 1462859 w 5372199"/>
                  <a:gd name="connsiteY726" fmla="*/ 685795 h 5390836"/>
                  <a:gd name="connsiteX727" fmla="*/ 1462859 w 5372199"/>
                  <a:gd name="connsiteY727" fmla="*/ 698171 h 5390836"/>
                  <a:gd name="connsiteX728" fmla="*/ 1457705 w 5372199"/>
                  <a:gd name="connsiteY728" fmla="*/ 709517 h 5390836"/>
                  <a:gd name="connsiteX729" fmla="*/ 1457705 w 5372199"/>
                  <a:gd name="connsiteY729" fmla="*/ 729114 h 5390836"/>
                  <a:gd name="connsiteX730" fmla="*/ 1451512 w 5372199"/>
                  <a:gd name="connsiteY730" fmla="*/ 743546 h 5390836"/>
                  <a:gd name="connsiteX731" fmla="*/ 1439137 w 5372199"/>
                  <a:gd name="connsiteY731" fmla="*/ 752825 h 5390836"/>
                  <a:gd name="connsiteX732" fmla="*/ 1425733 w 5372199"/>
                  <a:gd name="connsiteY732" fmla="*/ 770353 h 5390836"/>
                  <a:gd name="connsiteX733" fmla="*/ 1396619 w 5372199"/>
                  <a:gd name="connsiteY733" fmla="*/ 772182 h 5390836"/>
                  <a:gd name="connsiteX734" fmla="*/ 1394800 w 5372199"/>
                  <a:gd name="connsiteY734" fmla="*/ 770353 h 5390836"/>
                  <a:gd name="connsiteX735" fmla="*/ 1389646 w 5372199"/>
                  <a:gd name="connsiteY735" fmla="*/ 755921 h 5390836"/>
                  <a:gd name="connsiteX736" fmla="*/ 1380357 w 5372199"/>
                  <a:gd name="connsiteY736" fmla="*/ 747671 h 5390836"/>
                  <a:gd name="connsiteX737" fmla="*/ 1380357 w 5372199"/>
                  <a:gd name="connsiteY737" fmla="*/ 732199 h 5390836"/>
                  <a:gd name="connsiteX738" fmla="*/ 1380357 w 5372199"/>
                  <a:gd name="connsiteY738" fmla="*/ 696103 h 5390836"/>
                  <a:gd name="connsiteX739" fmla="*/ 1387578 w 5372199"/>
                  <a:gd name="connsiteY739" fmla="*/ 682699 h 5390836"/>
                  <a:gd name="connsiteX740" fmla="*/ 1392732 w 5372199"/>
                  <a:gd name="connsiteY740" fmla="*/ 676517 h 5390836"/>
                  <a:gd name="connsiteX741" fmla="*/ 1418511 w 5372199"/>
                  <a:gd name="connsiteY741" fmla="*/ 685795 h 5390836"/>
                  <a:gd name="connsiteX742" fmla="*/ 1431926 w 5372199"/>
                  <a:gd name="connsiteY742" fmla="*/ 672392 h 5390836"/>
                  <a:gd name="connsiteX743" fmla="*/ 1646166 w 5372199"/>
                  <a:gd name="connsiteY743" fmla="*/ 509318 h 5390836"/>
                  <a:gd name="connsiteX744" fmla="*/ 1664986 w 5372199"/>
                  <a:gd name="connsiteY744" fmla="*/ 516660 h 5390836"/>
                  <a:gd name="connsiteX745" fmla="*/ 1677361 w 5372199"/>
                  <a:gd name="connsiteY745" fmla="*/ 521825 h 5390836"/>
                  <a:gd name="connsiteX746" fmla="*/ 1683554 w 5372199"/>
                  <a:gd name="connsiteY746" fmla="*/ 534200 h 5390836"/>
                  <a:gd name="connsiteX747" fmla="*/ 1683554 w 5372199"/>
                  <a:gd name="connsiteY747" fmla="*/ 550701 h 5390836"/>
                  <a:gd name="connsiteX748" fmla="*/ 1683554 w 5372199"/>
                  <a:gd name="connsiteY748" fmla="*/ 568229 h 5390836"/>
                  <a:gd name="connsiteX749" fmla="*/ 1683554 w 5372199"/>
                  <a:gd name="connsiteY749" fmla="*/ 581633 h 5390836"/>
                  <a:gd name="connsiteX750" fmla="*/ 1674265 w 5372199"/>
                  <a:gd name="connsiteY750" fmla="*/ 595036 h 5390836"/>
                  <a:gd name="connsiteX751" fmla="*/ 1662929 w 5372199"/>
                  <a:gd name="connsiteY751" fmla="*/ 602258 h 5390836"/>
                  <a:gd name="connsiteX752" fmla="*/ 1654678 w 5372199"/>
                  <a:gd name="connsiteY752" fmla="*/ 614633 h 5390836"/>
                  <a:gd name="connsiteX753" fmla="*/ 1639206 w 5372199"/>
                  <a:gd name="connsiteY753" fmla="*/ 614633 h 5390836"/>
                  <a:gd name="connsiteX754" fmla="*/ 1630956 w 5372199"/>
                  <a:gd name="connsiteY754" fmla="*/ 602258 h 5390836"/>
                  <a:gd name="connsiteX755" fmla="*/ 1610331 w 5372199"/>
                  <a:gd name="connsiteY755" fmla="*/ 589883 h 5390836"/>
                  <a:gd name="connsiteX756" fmla="*/ 1593830 w 5372199"/>
                  <a:gd name="connsiteY756" fmla="*/ 579576 h 5390836"/>
                  <a:gd name="connsiteX757" fmla="*/ 1579387 w 5372199"/>
                  <a:gd name="connsiteY757" fmla="*/ 565133 h 5390836"/>
                  <a:gd name="connsiteX758" fmla="*/ 1573204 w 5372199"/>
                  <a:gd name="connsiteY758" fmla="*/ 553797 h 5390836"/>
                  <a:gd name="connsiteX759" fmla="*/ 1568051 w 5372199"/>
                  <a:gd name="connsiteY759" fmla="*/ 536257 h 5390836"/>
                  <a:gd name="connsiteX760" fmla="*/ 1564954 w 5372199"/>
                  <a:gd name="connsiteY760" fmla="*/ 523882 h 5390836"/>
                  <a:gd name="connsiteX761" fmla="*/ 1578358 w 5372199"/>
                  <a:gd name="connsiteY761" fmla="*/ 523882 h 5390836"/>
                  <a:gd name="connsiteX762" fmla="*/ 1593830 w 5372199"/>
                  <a:gd name="connsiteY762" fmla="*/ 523882 h 5390836"/>
                  <a:gd name="connsiteX763" fmla="*/ 1606205 w 5372199"/>
                  <a:gd name="connsiteY763" fmla="*/ 517700 h 5390836"/>
                  <a:gd name="connsiteX764" fmla="*/ 1619609 w 5372199"/>
                  <a:gd name="connsiteY764" fmla="*/ 517700 h 5390836"/>
                  <a:gd name="connsiteX765" fmla="*/ 1628888 w 5372199"/>
                  <a:gd name="connsiteY765" fmla="*/ 510479 h 5390836"/>
                  <a:gd name="connsiteX766" fmla="*/ 1646166 w 5372199"/>
                  <a:gd name="connsiteY766" fmla="*/ 509318 h 5390836"/>
                  <a:gd name="connsiteX767" fmla="*/ 1473177 w 5372199"/>
                  <a:gd name="connsiteY767" fmla="*/ 465101 h 5390836"/>
                  <a:gd name="connsiteX768" fmla="*/ 1463898 w 5372199"/>
                  <a:gd name="connsiteY768" fmla="*/ 472322 h 5390836"/>
                  <a:gd name="connsiteX769" fmla="*/ 1460802 w 5372199"/>
                  <a:gd name="connsiteY769" fmla="*/ 476447 h 5390836"/>
                  <a:gd name="connsiteX770" fmla="*/ 1451512 w 5372199"/>
                  <a:gd name="connsiteY770" fmla="*/ 486753 h 5390836"/>
                  <a:gd name="connsiteX771" fmla="*/ 1446358 w 5372199"/>
                  <a:gd name="connsiteY771" fmla="*/ 497071 h 5390836"/>
                  <a:gd name="connsiteX772" fmla="*/ 1430897 w 5372199"/>
                  <a:gd name="connsiteY772" fmla="*/ 519754 h 5390836"/>
                  <a:gd name="connsiteX773" fmla="*/ 1430897 w 5372199"/>
                  <a:gd name="connsiteY773" fmla="*/ 534197 h 5390836"/>
                  <a:gd name="connsiteX774" fmla="*/ 1445330 w 5372199"/>
                  <a:gd name="connsiteY774" fmla="*/ 534197 h 5390836"/>
                  <a:gd name="connsiteX775" fmla="*/ 1458734 w 5372199"/>
                  <a:gd name="connsiteY775" fmla="*/ 518725 h 5390836"/>
                  <a:gd name="connsiteX776" fmla="*/ 1466984 w 5372199"/>
                  <a:gd name="connsiteY776" fmla="*/ 498100 h 5390836"/>
                  <a:gd name="connsiteX777" fmla="*/ 1473177 w 5372199"/>
                  <a:gd name="connsiteY777" fmla="*/ 478503 h 5390836"/>
                  <a:gd name="connsiteX778" fmla="*/ 1473177 w 5372199"/>
                  <a:gd name="connsiteY778" fmla="*/ 465101 h 5390836"/>
                  <a:gd name="connsiteX779" fmla="*/ 1498954 w 5372199"/>
                  <a:gd name="connsiteY779" fmla="*/ 383631 h 5390836"/>
                  <a:gd name="connsiteX780" fmla="*/ 1527830 w 5372199"/>
                  <a:gd name="connsiteY780" fmla="*/ 383631 h 5390836"/>
                  <a:gd name="connsiteX781" fmla="*/ 1543291 w 5372199"/>
                  <a:gd name="connsiteY781" fmla="*/ 398073 h 5390836"/>
                  <a:gd name="connsiteX782" fmla="*/ 1551541 w 5372199"/>
                  <a:gd name="connsiteY782" fmla="*/ 410449 h 5390836"/>
                  <a:gd name="connsiteX783" fmla="*/ 1545359 w 5372199"/>
                  <a:gd name="connsiteY783" fmla="*/ 438295 h 5390836"/>
                  <a:gd name="connsiteX784" fmla="*/ 1545359 w 5372199"/>
                  <a:gd name="connsiteY784" fmla="*/ 456852 h 5390836"/>
                  <a:gd name="connsiteX785" fmla="*/ 1545359 w 5372199"/>
                  <a:gd name="connsiteY785" fmla="*/ 520796 h 5390836"/>
                  <a:gd name="connsiteX786" fmla="*/ 1545359 w 5372199"/>
                  <a:gd name="connsiteY786" fmla="*/ 543478 h 5390836"/>
                  <a:gd name="connsiteX787" fmla="*/ 1538137 w 5372199"/>
                  <a:gd name="connsiteY787" fmla="*/ 549671 h 5390836"/>
                  <a:gd name="connsiteX788" fmla="*/ 1538137 w 5372199"/>
                  <a:gd name="connsiteY788" fmla="*/ 564104 h 5390836"/>
                  <a:gd name="connsiteX789" fmla="*/ 1551552 w 5372199"/>
                  <a:gd name="connsiteY789" fmla="*/ 579576 h 5390836"/>
                  <a:gd name="connsiteX790" fmla="*/ 1596927 w 5372199"/>
                  <a:gd name="connsiteY790" fmla="*/ 656923 h 5390836"/>
                  <a:gd name="connsiteX791" fmla="*/ 1596927 w 5372199"/>
                  <a:gd name="connsiteY791" fmla="*/ 686827 h 5390836"/>
                  <a:gd name="connsiteX792" fmla="*/ 1590734 w 5372199"/>
                  <a:gd name="connsiteY792" fmla="*/ 711577 h 5390836"/>
                  <a:gd name="connsiteX793" fmla="*/ 1580427 w 5372199"/>
                  <a:gd name="connsiteY793" fmla="*/ 728078 h 5390836"/>
                  <a:gd name="connsiteX794" fmla="*/ 1571138 w 5372199"/>
                  <a:gd name="connsiteY794" fmla="*/ 728078 h 5390836"/>
                  <a:gd name="connsiteX795" fmla="*/ 1558762 w 5372199"/>
                  <a:gd name="connsiteY795" fmla="*/ 728078 h 5390836"/>
                  <a:gd name="connsiteX796" fmla="*/ 1547427 w 5372199"/>
                  <a:gd name="connsiteY796" fmla="*/ 728078 h 5390836"/>
                  <a:gd name="connsiteX797" fmla="*/ 1529887 w 5372199"/>
                  <a:gd name="connsiteY797" fmla="*/ 728078 h 5390836"/>
                  <a:gd name="connsiteX798" fmla="*/ 1514415 w 5372199"/>
                  <a:gd name="connsiteY798" fmla="*/ 718798 h 5390836"/>
                  <a:gd name="connsiteX799" fmla="*/ 1481415 w 5372199"/>
                  <a:gd name="connsiteY799" fmla="*/ 710548 h 5390836"/>
                  <a:gd name="connsiteX800" fmla="*/ 1490704 w 5372199"/>
                  <a:gd name="connsiteY800" fmla="*/ 697135 h 5390836"/>
                  <a:gd name="connsiteX801" fmla="*/ 1506176 w 5372199"/>
                  <a:gd name="connsiteY801" fmla="*/ 688884 h 5390836"/>
                  <a:gd name="connsiteX802" fmla="*/ 1506176 w 5372199"/>
                  <a:gd name="connsiteY802" fmla="*/ 661048 h 5390836"/>
                  <a:gd name="connsiteX803" fmla="*/ 1498954 w 5372199"/>
                  <a:gd name="connsiteY803" fmla="*/ 648674 h 5390836"/>
                  <a:gd name="connsiteX804" fmla="*/ 1488636 w 5372199"/>
                  <a:gd name="connsiteY804" fmla="*/ 631133 h 5390836"/>
                  <a:gd name="connsiteX805" fmla="*/ 1477300 w 5372199"/>
                  <a:gd name="connsiteY805" fmla="*/ 606383 h 5390836"/>
                  <a:gd name="connsiteX806" fmla="*/ 1469050 w 5372199"/>
                  <a:gd name="connsiteY806" fmla="*/ 601230 h 5390836"/>
                  <a:gd name="connsiteX807" fmla="*/ 1454607 w 5372199"/>
                  <a:gd name="connsiteY807" fmla="*/ 601230 h 5390836"/>
                  <a:gd name="connsiteX808" fmla="*/ 1445328 w 5372199"/>
                  <a:gd name="connsiteY808" fmla="*/ 608451 h 5390836"/>
                  <a:gd name="connsiteX809" fmla="*/ 1428828 w 5372199"/>
                  <a:gd name="connsiteY809" fmla="*/ 616702 h 5390836"/>
                  <a:gd name="connsiteX810" fmla="*/ 1420578 w 5372199"/>
                  <a:gd name="connsiteY810" fmla="*/ 616702 h 5390836"/>
                  <a:gd name="connsiteX811" fmla="*/ 1410260 w 5372199"/>
                  <a:gd name="connsiteY811" fmla="*/ 607411 h 5390836"/>
                  <a:gd name="connsiteX812" fmla="*/ 1404078 w 5372199"/>
                  <a:gd name="connsiteY812" fmla="*/ 607411 h 5390836"/>
                  <a:gd name="connsiteX813" fmla="*/ 1394799 w 5372199"/>
                  <a:gd name="connsiteY813" fmla="*/ 596076 h 5390836"/>
                  <a:gd name="connsiteX814" fmla="*/ 1380356 w 5372199"/>
                  <a:gd name="connsiteY814" fmla="*/ 580605 h 5390836"/>
                  <a:gd name="connsiteX815" fmla="*/ 1362827 w 5372199"/>
                  <a:gd name="connsiteY815" fmla="*/ 559979 h 5390836"/>
                  <a:gd name="connsiteX816" fmla="*/ 1347355 w 5372199"/>
                  <a:gd name="connsiteY816" fmla="*/ 537296 h 5390836"/>
                  <a:gd name="connsiteX817" fmla="*/ 1347355 w 5372199"/>
                  <a:gd name="connsiteY817" fmla="*/ 502228 h 5390836"/>
                  <a:gd name="connsiteX818" fmla="*/ 1357673 w 5372199"/>
                  <a:gd name="connsiteY818" fmla="*/ 488825 h 5390836"/>
                  <a:gd name="connsiteX819" fmla="*/ 1373134 w 5372199"/>
                  <a:gd name="connsiteY819" fmla="*/ 488825 h 5390836"/>
                  <a:gd name="connsiteX820" fmla="*/ 1383452 w 5372199"/>
                  <a:gd name="connsiteY820" fmla="*/ 488825 h 5390836"/>
                  <a:gd name="connsiteX821" fmla="*/ 1404078 w 5372199"/>
                  <a:gd name="connsiteY821" fmla="*/ 467171 h 5390836"/>
                  <a:gd name="connsiteX822" fmla="*/ 1418510 w 5372199"/>
                  <a:gd name="connsiteY822" fmla="*/ 450670 h 5390836"/>
                  <a:gd name="connsiteX823" fmla="*/ 1428828 w 5372199"/>
                  <a:gd name="connsiteY823" fmla="*/ 438295 h 5390836"/>
                  <a:gd name="connsiteX824" fmla="*/ 1438107 w 5372199"/>
                  <a:gd name="connsiteY824" fmla="*/ 429006 h 5390836"/>
                  <a:gd name="connsiteX825" fmla="*/ 1448425 w 5372199"/>
                  <a:gd name="connsiteY825" fmla="*/ 414573 h 5390836"/>
                  <a:gd name="connsiteX826" fmla="*/ 1448425 w 5372199"/>
                  <a:gd name="connsiteY826" fmla="*/ 404255 h 5390836"/>
                  <a:gd name="connsiteX827" fmla="*/ 1453579 w 5372199"/>
                  <a:gd name="connsiteY827" fmla="*/ 396005 h 5390836"/>
                  <a:gd name="connsiteX828" fmla="*/ 1459761 w 5372199"/>
                  <a:gd name="connsiteY828" fmla="*/ 388795 h 5390836"/>
                  <a:gd name="connsiteX829" fmla="*/ 1469050 w 5372199"/>
                  <a:gd name="connsiteY829" fmla="*/ 391881 h 5390836"/>
                  <a:gd name="connsiteX830" fmla="*/ 1484511 w 5372199"/>
                  <a:gd name="connsiteY830" fmla="*/ 391881 h 5390836"/>
                  <a:gd name="connsiteX831" fmla="*/ 1498954 w 5372199"/>
                  <a:gd name="connsiteY831" fmla="*/ 383631 h 5390836"/>
                  <a:gd name="connsiteX832" fmla="*/ 4049260 w 5372199"/>
                  <a:gd name="connsiteY832" fmla="*/ 354753 h 5390836"/>
                  <a:gd name="connsiteX833" fmla="*/ 4069885 w 5372199"/>
                  <a:gd name="connsiteY833" fmla="*/ 368156 h 5390836"/>
                  <a:gd name="connsiteX834" fmla="*/ 4079164 w 5372199"/>
                  <a:gd name="connsiteY834" fmla="*/ 390849 h 5390836"/>
                  <a:gd name="connsiteX835" fmla="*/ 4079164 w 5372199"/>
                  <a:gd name="connsiteY835" fmla="*/ 405282 h 5390836"/>
                  <a:gd name="connsiteX836" fmla="*/ 4074010 w 5372199"/>
                  <a:gd name="connsiteY836" fmla="*/ 418685 h 5390836"/>
                  <a:gd name="connsiteX837" fmla="*/ 4053385 w 5372199"/>
                  <a:gd name="connsiteY837" fmla="*/ 435196 h 5390836"/>
                  <a:gd name="connsiteX838" fmla="*/ 4045135 w 5372199"/>
                  <a:gd name="connsiteY838" fmla="*/ 447561 h 5390836"/>
                  <a:gd name="connsiteX839" fmla="*/ 4055442 w 5372199"/>
                  <a:gd name="connsiteY839" fmla="*/ 447561 h 5390836"/>
                  <a:gd name="connsiteX840" fmla="*/ 4068856 w 5372199"/>
                  <a:gd name="connsiteY840" fmla="*/ 447561 h 5390836"/>
                  <a:gd name="connsiteX841" fmla="*/ 4084317 w 5372199"/>
                  <a:gd name="connsiteY841" fmla="*/ 447561 h 5390836"/>
                  <a:gd name="connsiteX842" fmla="*/ 4105971 w 5372199"/>
                  <a:gd name="connsiteY842" fmla="*/ 447561 h 5390836"/>
                  <a:gd name="connsiteX843" fmla="*/ 4128664 w 5372199"/>
                  <a:gd name="connsiteY843" fmla="*/ 460975 h 5390836"/>
                  <a:gd name="connsiteX844" fmla="*/ 4145164 w 5372199"/>
                  <a:gd name="connsiteY844" fmla="*/ 478504 h 5390836"/>
                  <a:gd name="connsiteX845" fmla="*/ 4145164 w 5372199"/>
                  <a:gd name="connsiteY845" fmla="*/ 512533 h 5390836"/>
                  <a:gd name="connsiteX846" fmla="*/ 4135886 w 5372199"/>
                  <a:gd name="connsiteY846" fmla="*/ 512533 h 5390836"/>
                  <a:gd name="connsiteX847" fmla="*/ 4120414 w 5372199"/>
                  <a:gd name="connsiteY847" fmla="*/ 512533 h 5390836"/>
                  <a:gd name="connsiteX848" fmla="*/ 4088442 w 5372199"/>
                  <a:gd name="connsiteY848" fmla="*/ 512533 h 5390836"/>
                  <a:gd name="connsiteX849" fmla="*/ 4069885 w 5372199"/>
                  <a:gd name="connsiteY849" fmla="*/ 512533 h 5390836"/>
                  <a:gd name="connsiteX850" fmla="*/ 4052356 w 5372199"/>
                  <a:gd name="connsiteY850" fmla="*/ 504283 h 5390836"/>
                  <a:gd name="connsiteX851" fmla="*/ 4020384 w 5372199"/>
                  <a:gd name="connsiteY851" fmla="*/ 499129 h 5390836"/>
                  <a:gd name="connsiteX852" fmla="*/ 4004913 w 5372199"/>
                  <a:gd name="connsiteY852" fmla="*/ 507379 h 5390836"/>
                  <a:gd name="connsiteX853" fmla="*/ 3995634 w 5372199"/>
                  <a:gd name="connsiteY853" fmla="*/ 529033 h 5390836"/>
                  <a:gd name="connsiteX854" fmla="*/ 4013163 w 5372199"/>
                  <a:gd name="connsiteY854" fmla="*/ 598130 h 5390836"/>
                  <a:gd name="connsiteX855" fmla="*/ 4024509 w 5372199"/>
                  <a:gd name="connsiteY855" fmla="*/ 651756 h 5390836"/>
                  <a:gd name="connsiteX856" fmla="*/ 4044106 w 5372199"/>
                  <a:gd name="connsiteY856" fmla="*/ 693006 h 5390836"/>
                  <a:gd name="connsiteX857" fmla="*/ 4058538 w 5372199"/>
                  <a:gd name="connsiteY857" fmla="*/ 711564 h 5390836"/>
                  <a:gd name="connsiteX858" fmla="*/ 4067817 w 5372199"/>
                  <a:gd name="connsiteY858" fmla="*/ 729103 h 5390836"/>
                  <a:gd name="connsiteX859" fmla="*/ 4092567 w 5372199"/>
                  <a:gd name="connsiteY859" fmla="*/ 760036 h 5390836"/>
                  <a:gd name="connsiteX860" fmla="*/ 4100817 w 5372199"/>
                  <a:gd name="connsiteY860" fmla="*/ 771382 h 5390836"/>
                  <a:gd name="connsiteX861" fmla="*/ 4092567 w 5372199"/>
                  <a:gd name="connsiteY861" fmla="*/ 777564 h 5390836"/>
                  <a:gd name="connsiteX862" fmla="*/ 4084317 w 5372199"/>
                  <a:gd name="connsiteY862" fmla="*/ 788911 h 5390836"/>
                  <a:gd name="connsiteX863" fmla="*/ 4059567 w 5372199"/>
                  <a:gd name="connsiteY863" fmla="*/ 788911 h 5390836"/>
                  <a:gd name="connsiteX864" fmla="*/ 4049260 w 5372199"/>
                  <a:gd name="connsiteY864" fmla="*/ 788911 h 5390836"/>
                  <a:gd name="connsiteX865" fmla="*/ 4039981 w 5372199"/>
                  <a:gd name="connsiteY865" fmla="*/ 788911 h 5390836"/>
                  <a:gd name="connsiteX866" fmla="*/ 4023481 w 5372199"/>
                  <a:gd name="connsiteY866" fmla="*/ 777564 h 5390836"/>
                  <a:gd name="connsiteX867" fmla="*/ 4005941 w 5372199"/>
                  <a:gd name="connsiteY867" fmla="*/ 768286 h 5390836"/>
                  <a:gd name="connsiteX868" fmla="*/ 3991509 w 5372199"/>
                  <a:gd name="connsiteY868" fmla="*/ 755910 h 5390836"/>
                  <a:gd name="connsiteX869" fmla="*/ 3969855 w 5372199"/>
                  <a:gd name="connsiteY869" fmla="*/ 738382 h 5390836"/>
                  <a:gd name="connsiteX870" fmla="*/ 3961605 w 5372199"/>
                  <a:gd name="connsiteY870" fmla="*/ 720853 h 5390836"/>
                  <a:gd name="connsiteX871" fmla="*/ 3961605 w 5372199"/>
                  <a:gd name="connsiteY871" fmla="*/ 671352 h 5390836"/>
                  <a:gd name="connsiteX872" fmla="*/ 3955412 w 5372199"/>
                  <a:gd name="connsiteY872" fmla="*/ 627006 h 5390836"/>
                  <a:gd name="connsiteX873" fmla="*/ 3949230 w 5372199"/>
                  <a:gd name="connsiteY873" fmla="*/ 601227 h 5390836"/>
                  <a:gd name="connsiteX874" fmla="*/ 3933758 w 5372199"/>
                  <a:gd name="connsiteY874" fmla="*/ 553783 h 5390836"/>
                  <a:gd name="connsiteX875" fmla="*/ 3890440 w 5372199"/>
                  <a:gd name="connsiteY875" fmla="*/ 575437 h 5390836"/>
                  <a:gd name="connsiteX876" fmla="*/ 3837843 w 5372199"/>
                  <a:gd name="connsiteY876" fmla="*/ 587812 h 5390836"/>
                  <a:gd name="connsiteX877" fmla="*/ 3791439 w 5372199"/>
                  <a:gd name="connsiteY877" fmla="*/ 587812 h 5390836"/>
                  <a:gd name="connsiteX878" fmla="*/ 3758439 w 5372199"/>
                  <a:gd name="connsiteY878" fmla="*/ 587812 h 5390836"/>
                  <a:gd name="connsiteX879" fmla="*/ 3731631 w 5372199"/>
                  <a:gd name="connsiteY879" fmla="*/ 579562 h 5390836"/>
                  <a:gd name="connsiteX880" fmla="*/ 3718228 w 5372199"/>
                  <a:gd name="connsiteY880" fmla="*/ 579562 h 5390836"/>
                  <a:gd name="connsiteX881" fmla="*/ 3718228 w 5372199"/>
                  <a:gd name="connsiteY881" fmla="*/ 567198 h 5390836"/>
                  <a:gd name="connsiteX882" fmla="*/ 3718228 w 5372199"/>
                  <a:gd name="connsiteY882" fmla="*/ 549658 h 5390836"/>
                  <a:gd name="connsiteX883" fmla="*/ 3709977 w 5372199"/>
                  <a:gd name="connsiteY883" fmla="*/ 539351 h 5390836"/>
                  <a:gd name="connsiteX884" fmla="*/ 3721313 w 5372199"/>
                  <a:gd name="connsiteY884" fmla="*/ 539351 h 5390836"/>
                  <a:gd name="connsiteX885" fmla="*/ 3744006 w 5372199"/>
                  <a:gd name="connsiteY885" fmla="*/ 539351 h 5390836"/>
                  <a:gd name="connsiteX886" fmla="*/ 3759478 w 5372199"/>
                  <a:gd name="connsiteY886" fmla="*/ 539351 h 5390836"/>
                  <a:gd name="connsiteX887" fmla="*/ 3769785 w 5372199"/>
                  <a:gd name="connsiteY887" fmla="*/ 539351 h 5390836"/>
                  <a:gd name="connsiteX888" fmla="*/ 3851258 w 5372199"/>
                  <a:gd name="connsiteY888" fmla="*/ 519754 h 5390836"/>
                  <a:gd name="connsiteX889" fmla="*/ 3892508 w 5372199"/>
                  <a:gd name="connsiteY889" fmla="*/ 495004 h 5390836"/>
                  <a:gd name="connsiteX890" fmla="*/ 3905912 w 5372199"/>
                  <a:gd name="connsiteY890" fmla="*/ 482629 h 5390836"/>
                  <a:gd name="connsiteX891" fmla="*/ 3894565 w 5372199"/>
                  <a:gd name="connsiteY891" fmla="*/ 477476 h 5390836"/>
                  <a:gd name="connsiteX892" fmla="*/ 3886315 w 5372199"/>
                  <a:gd name="connsiteY892" fmla="*/ 477476 h 5390836"/>
                  <a:gd name="connsiteX893" fmla="*/ 3873940 w 5372199"/>
                  <a:gd name="connsiteY893" fmla="*/ 477476 h 5390836"/>
                  <a:gd name="connsiteX894" fmla="*/ 3863633 w 5372199"/>
                  <a:gd name="connsiteY894" fmla="*/ 471282 h 5390836"/>
                  <a:gd name="connsiteX895" fmla="*/ 3852286 w 5372199"/>
                  <a:gd name="connsiteY895" fmla="*/ 454782 h 5390836"/>
                  <a:gd name="connsiteX896" fmla="*/ 3847132 w 5372199"/>
                  <a:gd name="connsiteY896" fmla="*/ 420753 h 5390836"/>
                  <a:gd name="connsiteX897" fmla="*/ 3860536 w 5372199"/>
                  <a:gd name="connsiteY897" fmla="*/ 409418 h 5390836"/>
                  <a:gd name="connsiteX898" fmla="*/ 3873951 w 5372199"/>
                  <a:gd name="connsiteY898" fmla="*/ 409418 h 5390836"/>
                  <a:gd name="connsiteX899" fmla="*/ 3887354 w 5372199"/>
                  <a:gd name="connsiteY899" fmla="*/ 409407 h 5390836"/>
                  <a:gd name="connsiteX900" fmla="*/ 3900758 w 5372199"/>
                  <a:gd name="connsiteY900" fmla="*/ 409407 h 5390836"/>
                  <a:gd name="connsiteX901" fmla="*/ 3923440 w 5372199"/>
                  <a:gd name="connsiteY901" fmla="*/ 422821 h 5390836"/>
                  <a:gd name="connsiteX902" fmla="*/ 3968816 w 5372199"/>
                  <a:gd name="connsiteY902" fmla="*/ 431061 h 5390836"/>
                  <a:gd name="connsiteX903" fmla="*/ 3995634 w 5372199"/>
                  <a:gd name="connsiteY903" fmla="*/ 401157 h 5390836"/>
                  <a:gd name="connsiteX904" fmla="*/ 4011106 w 5372199"/>
                  <a:gd name="connsiteY904" fmla="*/ 380532 h 5390836"/>
                  <a:gd name="connsiteX905" fmla="*/ 4020384 w 5372199"/>
                  <a:gd name="connsiteY905" fmla="*/ 360935 h 5390836"/>
                  <a:gd name="connsiteX906" fmla="*/ 4030692 w 5372199"/>
                  <a:gd name="connsiteY906" fmla="*/ 360946 h 5390836"/>
                  <a:gd name="connsiteX907" fmla="*/ 4045135 w 5372199"/>
                  <a:gd name="connsiteY907" fmla="*/ 371253 h 5390836"/>
                  <a:gd name="connsiteX908" fmla="*/ 4058538 w 5372199"/>
                  <a:gd name="connsiteY908" fmla="*/ 371253 h 5390836"/>
                  <a:gd name="connsiteX909" fmla="*/ 1383200 w 5372199"/>
                  <a:gd name="connsiteY909" fmla="*/ 242484 h 5390836"/>
                  <a:gd name="connsiteX910" fmla="*/ 1389646 w 5372199"/>
                  <a:gd name="connsiteY910" fmla="*/ 244417 h 5390836"/>
                  <a:gd name="connsiteX911" fmla="*/ 1403049 w 5372199"/>
                  <a:gd name="connsiteY911" fmla="*/ 256792 h 5390836"/>
                  <a:gd name="connsiteX912" fmla="*/ 1425742 w 5372199"/>
                  <a:gd name="connsiteY912" fmla="*/ 272253 h 5390836"/>
                  <a:gd name="connsiteX913" fmla="*/ 1425742 w 5372199"/>
                  <a:gd name="connsiteY913" fmla="*/ 302168 h 5390836"/>
                  <a:gd name="connsiteX914" fmla="*/ 1432953 w 5372199"/>
                  <a:gd name="connsiteY914" fmla="*/ 308350 h 5390836"/>
                  <a:gd name="connsiteX915" fmla="*/ 1470078 w 5372199"/>
                  <a:gd name="connsiteY915" fmla="*/ 272253 h 5390836"/>
                  <a:gd name="connsiteX916" fmla="*/ 1491732 w 5372199"/>
                  <a:gd name="connsiteY916" fmla="*/ 251628 h 5390836"/>
                  <a:gd name="connsiteX917" fmla="*/ 1505146 w 5372199"/>
                  <a:gd name="connsiteY917" fmla="*/ 251628 h 5390836"/>
                  <a:gd name="connsiteX918" fmla="*/ 1517522 w 5372199"/>
                  <a:gd name="connsiteY918" fmla="*/ 251628 h 5390836"/>
                  <a:gd name="connsiteX919" fmla="*/ 1538147 w 5372199"/>
                  <a:gd name="connsiteY919" fmla="*/ 251628 h 5390836"/>
                  <a:gd name="connsiteX920" fmla="*/ 1547425 w 5372199"/>
                  <a:gd name="connsiteY920" fmla="*/ 251628 h 5390836"/>
                  <a:gd name="connsiteX921" fmla="*/ 1555675 w 5372199"/>
                  <a:gd name="connsiteY921" fmla="*/ 266071 h 5390836"/>
                  <a:gd name="connsiteX922" fmla="*/ 1543300 w 5372199"/>
                  <a:gd name="connsiteY922" fmla="*/ 300100 h 5390836"/>
                  <a:gd name="connsiteX923" fmla="*/ 1528868 w 5372199"/>
                  <a:gd name="connsiteY923" fmla="*/ 300100 h 5390836"/>
                  <a:gd name="connsiteX924" fmla="*/ 1507204 w 5372199"/>
                  <a:gd name="connsiteY924" fmla="*/ 314543 h 5390836"/>
                  <a:gd name="connsiteX925" fmla="*/ 1491732 w 5372199"/>
                  <a:gd name="connsiteY925" fmla="*/ 326918 h 5390836"/>
                  <a:gd name="connsiteX926" fmla="*/ 1478328 w 5372199"/>
                  <a:gd name="connsiteY926" fmla="*/ 341350 h 5390836"/>
                  <a:gd name="connsiteX927" fmla="*/ 1465953 w 5372199"/>
                  <a:gd name="connsiteY927" fmla="*/ 356822 h 5390836"/>
                  <a:gd name="connsiteX928" fmla="*/ 1450493 w 5372199"/>
                  <a:gd name="connsiteY928" fmla="*/ 365072 h 5390836"/>
                  <a:gd name="connsiteX929" fmla="*/ 1433982 w 5372199"/>
                  <a:gd name="connsiteY929" fmla="*/ 387754 h 5390836"/>
                  <a:gd name="connsiteX930" fmla="*/ 1390674 w 5372199"/>
                  <a:gd name="connsiteY930" fmla="*/ 431072 h 5390836"/>
                  <a:gd name="connsiteX931" fmla="*/ 1378299 w 5372199"/>
                  <a:gd name="connsiteY931" fmla="*/ 443448 h 5390836"/>
                  <a:gd name="connsiteX932" fmla="*/ 1366953 w 5372199"/>
                  <a:gd name="connsiteY932" fmla="*/ 455823 h 5390836"/>
                  <a:gd name="connsiteX933" fmla="*/ 1355617 w 5372199"/>
                  <a:gd name="connsiteY933" fmla="*/ 466130 h 5390836"/>
                  <a:gd name="connsiteX934" fmla="*/ 1345299 w 5372199"/>
                  <a:gd name="connsiteY934" fmla="*/ 474391 h 5390836"/>
                  <a:gd name="connsiteX935" fmla="*/ 1336020 w 5372199"/>
                  <a:gd name="connsiteY935" fmla="*/ 484698 h 5390836"/>
                  <a:gd name="connsiteX936" fmla="*/ 1325702 w 5372199"/>
                  <a:gd name="connsiteY936" fmla="*/ 491920 h 5390836"/>
                  <a:gd name="connsiteX937" fmla="*/ 1317452 w 5372199"/>
                  <a:gd name="connsiteY937" fmla="*/ 497073 h 5390836"/>
                  <a:gd name="connsiteX938" fmla="*/ 1306117 w 5372199"/>
                  <a:gd name="connsiteY938" fmla="*/ 508420 h 5390836"/>
                  <a:gd name="connsiteX939" fmla="*/ 1296827 w 5372199"/>
                  <a:gd name="connsiteY939" fmla="*/ 519756 h 5390836"/>
                  <a:gd name="connsiteX940" fmla="*/ 1290645 w 5372199"/>
                  <a:gd name="connsiteY940" fmla="*/ 531102 h 5390836"/>
                  <a:gd name="connsiteX941" fmla="*/ 1279299 w 5372199"/>
                  <a:gd name="connsiteY941" fmla="*/ 531102 h 5390836"/>
                  <a:gd name="connsiteX942" fmla="*/ 1263827 w 5372199"/>
                  <a:gd name="connsiteY942" fmla="*/ 539352 h 5390836"/>
                  <a:gd name="connsiteX943" fmla="*/ 1251452 w 5372199"/>
                  <a:gd name="connsiteY943" fmla="*/ 525949 h 5390836"/>
                  <a:gd name="connsiteX944" fmla="*/ 1242173 w 5372199"/>
                  <a:gd name="connsiteY944" fmla="*/ 513574 h 5390836"/>
                  <a:gd name="connsiteX945" fmla="*/ 1242173 w 5372199"/>
                  <a:gd name="connsiteY945" fmla="*/ 501198 h 5390836"/>
                  <a:gd name="connsiteX946" fmla="*/ 1262798 w 5372199"/>
                  <a:gd name="connsiteY946" fmla="*/ 469227 h 5390836"/>
                  <a:gd name="connsiteX947" fmla="*/ 1273106 w 5372199"/>
                  <a:gd name="connsiteY947" fmla="*/ 469227 h 5390836"/>
                  <a:gd name="connsiteX948" fmla="*/ 1286520 w 5372199"/>
                  <a:gd name="connsiteY948" fmla="*/ 453755 h 5390836"/>
                  <a:gd name="connsiteX949" fmla="*/ 1321577 w 5372199"/>
                  <a:gd name="connsiteY949" fmla="*/ 421794 h 5390836"/>
                  <a:gd name="connsiteX950" fmla="*/ 1337049 w 5372199"/>
                  <a:gd name="connsiteY950" fmla="*/ 408380 h 5390836"/>
                  <a:gd name="connsiteX951" fmla="*/ 1362828 w 5372199"/>
                  <a:gd name="connsiteY951" fmla="*/ 380543 h 5390836"/>
                  <a:gd name="connsiteX952" fmla="*/ 1371078 w 5372199"/>
                  <a:gd name="connsiteY952" fmla="*/ 365072 h 5390836"/>
                  <a:gd name="connsiteX953" fmla="*/ 1363867 w 5372199"/>
                  <a:gd name="connsiteY953" fmla="*/ 357851 h 5390836"/>
                  <a:gd name="connsiteX954" fmla="*/ 1353549 w 5372199"/>
                  <a:gd name="connsiteY954" fmla="*/ 357851 h 5390836"/>
                  <a:gd name="connsiteX955" fmla="*/ 1341174 w 5372199"/>
                  <a:gd name="connsiteY955" fmla="*/ 357851 h 5390836"/>
                  <a:gd name="connsiteX956" fmla="*/ 1341174 w 5372199"/>
                  <a:gd name="connsiteY956" fmla="*/ 347543 h 5390836"/>
                  <a:gd name="connsiteX957" fmla="*/ 1341174 w 5372199"/>
                  <a:gd name="connsiteY957" fmla="*/ 337225 h 5390836"/>
                  <a:gd name="connsiteX958" fmla="*/ 1341174 w 5372199"/>
                  <a:gd name="connsiteY958" fmla="*/ 323822 h 5390836"/>
                  <a:gd name="connsiteX959" fmla="*/ 1313327 w 5372199"/>
                  <a:gd name="connsiteY959" fmla="*/ 304225 h 5390836"/>
                  <a:gd name="connsiteX960" fmla="*/ 1313327 w 5372199"/>
                  <a:gd name="connsiteY960" fmla="*/ 292878 h 5390836"/>
                  <a:gd name="connsiteX961" fmla="*/ 1328799 w 5372199"/>
                  <a:gd name="connsiteY961" fmla="*/ 280503 h 5390836"/>
                  <a:gd name="connsiteX962" fmla="*/ 1336020 w 5372199"/>
                  <a:gd name="connsiteY962" fmla="*/ 270196 h 5390836"/>
                  <a:gd name="connsiteX963" fmla="*/ 1344270 w 5372199"/>
                  <a:gd name="connsiteY963" fmla="*/ 264003 h 5390836"/>
                  <a:gd name="connsiteX964" fmla="*/ 1351492 w 5372199"/>
                  <a:gd name="connsiteY964" fmla="*/ 254724 h 5390836"/>
                  <a:gd name="connsiteX965" fmla="*/ 1339117 w 5372199"/>
                  <a:gd name="connsiteY965" fmla="*/ 257821 h 5390836"/>
                  <a:gd name="connsiteX966" fmla="*/ 1350453 w 5372199"/>
                  <a:gd name="connsiteY966" fmla="*/ 252667 h 5390836"/>
                  <a:gd name="connsiteX967" fmla="*/ 1363867 w 5372199"/>
                  <a:gd name="connsiteY967" fmla="*/ 244417 h 5390836"/>
                  <a:gd name="connsiteX968" fmla="*/ 1375203 w 5372199"/>
                  <a:gd name="connsiteY968" fmla="*/ 244417 h 5390836"/>
                  <a:gd name="connsiteX969" fmla="*/ 1383200 w 5372199"/>
                  <a:gd name="connsiteY969" fmla="*/ 242484 h 5390836"/>
                  <a:gd name="connsiteX970" fmla="*/ 2319836 w 5372199"/>
                  <a:gd name="connsiteY970" fmla="*/ 154694 h 5390836"/>
                  <a:gd name="connsiteX971" fmla="*/ 2301267 w 5372199"/>
                  <a:gd name="connsiteY971" fmla="*/ 159847 h 5390836"/>
                  <a:gd name="connsiteX972" fmla="*/ 2301267 w 5372199"/>
                  <a:gd name="connsiteY972" fmla="*/ 171193 h 5390836"/>
                  <a:gd name="connsiteX973" fmla="*/ 2301267 w 5372199"/>
                  <a:gd name="connsiteY973" fmla="*/ 180472 h 5390836"/>
                  <a:gd name="connsiteX974" fmla="*/ 2318808 w 5372199"/>
                  <a:gd name="connsiteY974" fmla="*/ 180472 h 5390836"/>
                  <a:gd name="connsiteX975" fmla="*/ 2327047 w 5372199"/>
                  <a:gd name="connsiteY975" fmla="*/ 158819 h 5390836"/>
                  <a:gd name="connsiteX976" fmla="*/ 2320865 w 5372199"/>
                  <a:gd name="connsiteY976" fmla="*/ 158819 h 5390836"/>
                  <a:gd name="connsiteX977" fmla="*/ 2375531 w 5372199"/>
                  <a:gd name="connsiteY977" fmla="*/ 130974 h 5390836"/>
                  <a:gd name="connsiteX978" fmla="*/ 2361089 w 5372199"/>
                  <a:gd name="connsiteY978" fmla="*/ 138195 h 5390836"/>
                  <a:gd name="connsiteX979" fmla="*/ 2361089 w 5372199"/>
                  <a:gd name="connsiteY979" fmla="*/ 153665 h 5390836"/>
                  <a:gd name="connsiteX980" fmla="*/ 2371407 w 5372199"/>
                  <a:gd name="connsiteY980" fmla="*/ 160876 h 5390836"/>
                  <a:gd name="connsiteX981" fmla="*/ 2386877 w 5372199"/>
                  <a:gd name="connsiteY981" fmla="*/ 146444 h 5390836"/>
                  <a:gd name="connsiteX982" fmla="*/ 2386877 w 5372199"/>
                  <a:gd name="connsiteY982" fmla="*/ 133031 h 5390836"/>
                  <a:gd name="connsiteX983" fmla="*/ 2376560 w 5372199"/>
                  <a:gd name="connsiteY983" fmla="*/ 133031 h 5390836"/>
                  <a:gd name="connsiteX984" fmla="*/ 2306432 w 5372199"/>
                  <a:gd name="connsiteY984" fmla="*/ 95915 h 5390836"/>
                  <a:gd name="connsiteX985" fmla="*/ 2310546 w 5372199"/>
                  <a:gd name="connsiteY985" fmla="*/ 100039 h 5390836"/>
                  <a:gd name="connsiteX986" fmla="*/ 2296113 w 5372199"/>
                  <a:gd name="connsiteY986" fmla="*/ 113442 h 5390836"/>
                  <a:gd name="connsiteX987" fmla="*/ 2296113 w 5372199"/>
                  <a:gd name="connsiteY987" fmla="*/ 128913 h 5390836"/>
                  <a:gd name="connsiteX988" fmla="*/ 2304364 w 5372199"/>
                  <a:gd name="connsiteY988" fmla="*/ 128913 h 5390836"/>
                  <a:gd name="connsiteX989" fmla="*/ 2320865 w 5372199"/>
                  <a:gd name="connsiteY989" fmla="*/ 108289 h 5390836"/>
                  <a:gd name="connsiteX990" fmla="*/ 2306432 w 5372199"/>
                  <a:gd name="connsiteY990" fmla="*/ 95915 h 5390836"/>
                  <a:gd name="connsiteX991" fmla="*/ 3341817 w 5372199"/>
                  <a:gd name="connsiteY991" fmla="*/ 93847 h 5390836"/>
                  <a:gd name="connsiteX992" fmla="*/ 3351096 w 5372199"/>
                  <a:gd name="connsiteY992" fmla="*/ 103125 h 5390836"/>
                  <a:gd name="connsiteX993" fmla="*/ 3363471 w 5372199"/>
                  <a:gd name="connsiteY993" fmla="*/ 121693 h 5390836"/>
                  <a:gd name="connsiteX994" fmla="*/ 3363471 w 5372199"/>
                  <a:gd name="connsiteY994" fmla="*/ 138193 h 5390836"/>
                  <a:gd name="connsiteX995" fmla="*/ 3363482 w 5372199"/>
                  <a:gd name="connsiteY995" fmla="*/ 150569 h 5390836"/>
                  <a:gd name="connsiteX996" fmla="*/ 3332539 w 5372199"/>
                  <a:gd name="connsiteY996" fmla="*/ 167069 h 5390836"/>
                  <a:gd name="connsiteX997" fmla="*/ 3307789 w 5372199"/>
                  <a:gd name="connsiteY997" fmla="*/ 179444 h 5390836"/>
                  <a:gd name="connsiteX998" fmla="*/ 3290260 w 5372199"/>
                  <a:gd name="connsiteY998" fmla="*/ 185626 h 5390836"/>
                  <a:gd name="connsiteX999" fmla="*/ 3254163 w 5372199"/>
                  <a:gd name="connsiteY999" fmla="*/ 200069 h 5390836"/>
                  <a:gd name="connsiteX1000" fmla="*/ 3254163 w 5372199"/>
                  <a:gd name="connsiteY1000" fmla="*/ 226877 h 5390836"/>
                  <a:gd name="connsiteX1001" fmla="*/ 3245913 w 5372199"/>
                  <a:gd name="connsiteY1001" fmla="*/ 238223 h 5390836"/>
                  <a:gd name="connsiteX1002" fmla="*/ 3238692 w 5372199"/>
                  <a:gd name="connsiteY1002" fmla="*/ 247502 h 5390836"/>
                  <a:gd name="connsiteX1003" fmla="*/ 3232510 w 5372199"/>
                  <a:gd name="connsiteY1003" fmla="*/ 257820 h 5390836"/>
                  <a:gd name="connsiteX1004" fmla="*/ 3227356 w 5372199"/>
                  <a:gd name="connsiteY1004" fmla="*/ 270195 h 5390836"/>
                  <a:gd name="connsiteX1005" fmla="*/ 3221163 w 5372199"/>
                  <a:gd name="connsiteY1005" fmla="*/ 302156 h 5390836"/>
                  <a:gd name="connsiteX1006" fmla="*/ 3278913 w 5372199"/>
                  <a:gd name="connsiteY1006" fmla="*/ 314531 h 5390836"/>
                  <a:gd name="connsiteX1007" fmla="*/ 3294385 w 5372199"/>
                  <a:gd name="connsiteY1007" fmla="*/ 314531 h 5390836"/>
                  <a:gd name="connsiteX1008" fmla="*/ 3309846 w 5372199"/>
                  <a:gd name="connsiteY1008" fmla="*/ 314531 h 5390836"/>
                  <a:gd name="connsiteX1009" fmla="*/ 3323260 w 5372199"/>
                  <a:gd name="connsiteY1009" fmla="*/ 322792 h 5390836"/>
                  <a:gd name="connsiteX1010" fmla="*/ 3336664 w 5372199"/>
                  <a:gd name="connsiteY1010" fmla="*/ 335156 h 5390836"/>
                  <a:gd name="connsiteX1011" fmla="*/ 3352135 w 5372199"/>
                  <a:gd name="connsiteY1011" fmla="*/ 355792 h 5390836"/>
                  <a:gd name="connsiteX1012" fmla="*/ 3352135 w 5372199"/>
                  <a:gd name="connsiteY1012" fmla="*/ 369196 h 5390836"/>
                  <a:gd name="connsiteX1013" fmla="*/ 3352135 w 5372199"/>
                  <a:gd name="connsiteY1013" fmla="*/ 374349 h 5390836"/>
                  <a:gd name="connsiteX1014" fmla="*/ 3352135 w 5372199"/>
                  <a:gd name="connsiteY1014" fmla="*/ 382599 h 5390836"/>
                  <a:gd name="connsiteX1015" fmla="*/ 3344914 w 5372199"/>
                  <a:gd name="connsiteY1015" fmla="*/ 392907 h 5390836"/>
                  <a:gd name="connsiteX1016" fmla="*/ 3332539 w 5372199"/>
                  <a:gd name="connsiteY1016" fmla="*/ 400128 h 5390836"/>
                  <a:gd name="connsiteX1017" fmla="*/ 3312942 w 5372199"/>
                  <a:gd name="connsiteY1017" fmla="*/ 400128 h 5390836"/>
                  <a:gd name="connsiteX1018" fmla="*/ 3292317 w 5372199"/>
                  <a:gd name="connsiteY1018" fmla="*/ 390849 h 5390836"/>
                  <a:gd name="connsiteX1019" fmla="*/ 3270663 w 5372199"/>
                  <a:gd name="connsiteY1019" fmla="*/ 390849 h 5390836"/>
                  <a:gd name="connsiteX1020" fmla="*/ 3236635 w 5372199"/>
                  <a:gd name="connsiteY1020" fmla="*/ 378474 h 5390836"/>
                  <a:gd name="connsiteX1021" fmla="*/ 3203634 w 5372199"/>
                  <a:gd name="connsiteY1021" fmla="*/ 371253 h 5390836"/>
                  <a:gd name="connsiteX1022" fmla="*/ 3170634 w 5372199"/>
                  <a:gd name="connsiteY1022" fmla="*/ 365070 h 5390836"/>
                  <a:gd name="connsiteX1023" fmla="*/ 3138662 w 5372199"/>
                  <a:gd name="connsiteY1023" fmla="*/ 365070 h 5390836"/>
                  <a:gd name="connsiteX1024" fmla="*/ 3102566 w 5372199"/>
                  <a:gd name="connsiteY1024" fmla="*/ 355781 h 5390836"/>
                  <a:gd name="connsiteX1025" fmla="*/ 3036565 w 5372199"/>
                  <a:gd name="connsiteY1025" fmla="*/ 355781 h 5390836"/>
                  <a:gd name="connsiteX1026" fmla="*/ 2952008 w 5372199"/>
                  <a:gd name="connsiteY1026" fmla="*/ 366099 h 5390836"/>
                  <a:gd name="connsiteX1027" fmla="*/ 2929314 w 5372199"/>
                  <a:gd name="connsiteY1027" fmla="*/ 331031 h 5390836"/>
                  <a:gd name="connsiteX1028" fmla="*/ 2929314 w 5372199"/>
                  <a:gd name="connsiteY1028" fmla="*/ 314531 h 5390836"/>
                  <a:gd name="connsiteX1029" fmla="*/ 2929314 w 5372199"/>
                  <a:gd name="connsiteY1029" fmla="*/ 293906 h 5390836"/>
                  <a:gd name="connsiteX1030" fmla="*/ 2965411 w 5372199"/>
                  <a:gd name="connsiteY1030" fmla="*/ 283598 h 5390836"/>
                  <a:gd name="connsiteX1031" fmla="*/ 2983968 w 5372199"/>
                  <a:gd name="connsiteY1031" fmla="*/ 290820 h 5390836"/>
                  <a:gd name="connsiteX1032" fmla="*/ 3027287 w 5372199"/>
                  <a:gd name="connsiteY1032" fmla="*/ 290820 h 5390836"/>
                  <a:gd name="connsiteX1033" fmla="*/ 3043787 w 5372199"/>
                  <a:gd name="connsiteY1033" fmla="*/ 290820 h 5390836"/>
                  <a:gd name="connsiteX1034" fmla="*/ 3092259 w 5372199"/>
                  <a:gd name="connsiteY1034" fmla="*/ 283598 h 5390836"/>
                  <a:gd name="connsiteX1035" fmla="*/ 3139691 w 5372199"/>
                  <a:gd name="connsiteY1035" fmla="*/ 234098 h 5390836"/>
                  <a:gd name="connsiteX1036" fmla="*/ 3147941 w 5372199"/>
                  <a:gd name="connsiteY1036" fmla="*/ 216569 h 5390836"/>
                  <a:gd name="connsiteX1037" fmla="*/ 3147941 w 5372199"/>
                  <a:gd name="connsiteY1037" fmla="*/ 200069 h 5390836"/>
                  <a:gd name="connsiteX1038" fmla="*/ 3130412 w 5372199"/>
                  <a:gd name="connsiteY1038" fmla="*/ 200069 h 5390836"/>
                  <a:gd name="connsiteX1039" fmla="*/ 3108759 w 5372199"/>
                  <a:gd name="connsiteY1039" fmla="*/ 200069 h 5390836"/>
                  <a:gd name="connsiteX1040" fmla="*/ 3108759 w 5372199"/>
                  <a:gd name="connsiteY1040" fmla="*/ 178405 h 5390836"/>
                  <a:gd name="connsiteX1041" fmla="*/ 3101537 w 5372199"/>
                  <a:gd name="connsiteY1041" fmla="*/ 151597 h 5390836"/>
                  <a:gd name="connsiteX1042" fmla="*/ 3101537 w 5372199"/>
                  <a:gd name="connsiteY1042" fmla="*/ 132001 h 5390836"/>
                  <a:gd name="connsiteX1043" fmla="*/ 3101537 w 5372199"/>
                  <a:gd name="connsiteY1043" fmla="*/ 113443 h 5390836"/>
                  <a:gd name="connsiteX1044" fmla="*/ 3121134 w 5372199"/>
                  <a:gd name="connsiteY1044" fmla="*/ 104154 h 5390836"/>
                  <a:gd name="connsiteX1045" fmla="*/ 3147941 w 5372199"/>
                  <a:gd name="connsiteY1045" fmla="*/ 117569 h 5390836"/>
                  <a:gd name="connsiteX1046" fmla="*/ 3220134 w 5372199"/>
                  <a:gd name="connsiteY1046" fmla="*/ 123750 h 5390836"/>
                  <a:gd name="connsiteX1047" fmla="*/ 3259317 w 5372199"/>
                  <a:gd name="connsiteY1047" fmla="*/ 123750 h 5390836"/>
                  <a:gd name="connsiteX1048" fmla="*/ 3316039 w 5372199"/>
                  <a:gd name="connsiteY1048" fmla="*/ 114472 h 5390836"/>
                  <a:gd name="connsiteX1049" fmla="*/ 3331510 w 5372199"/>
                  <a:gd name="connsiteY1049" fmla="*/ 114472 h 5390836"/>
                  <a:gd name="connsiteX1050" fmla="*/ 3343885 w 5372199"/>
                  <a:gd name="connsiteY1050" fmla="*/ 114472 h 5390836"/>
                  <a:gd name="connsiteX1051" fmla="*/ 2198081 w 5372199"/>
                  <a:gd name="connsiteY1051" fmla="*/ 79112 h 5390836"/>
                  <a:gd name="connsiteX1052" fmla="*/ 2212588 w 5372199"/>
                  <a:gd name="connsiteY1052" fmla="*/ 96946 h 5390836"/>
                  <a:gd name="connsiteX1053" fmla="*/ 2218770 w 5372199"/>
                  <a:gd name="connsiteY1053" fmla="*/ 79417 h 5390836"/>
                  <a:gd name="connsiteX1054" fmla="*/ 2218770 w 5372199"/>
                  <a:gd name="connsiteY1054" fmla="*/ 100042 h 5390836"/>
                  <a:gd name="connsiteX1055" fmla="*/ 2218770 w 5372199"/>
                  <a:gd name="connsiteY1055" fmla="*/ 123764 h 5390836"/>
                  <a:gd name="connsiteX1056" fmla="*/ 2208463 w 5372199"/>
                  <a:gd name="connsiteY1056" fmla="*/ 142321 h 5390836"/>
                  <a:gd name="connsiteX1057" fmla="*/ 2191952 w 5372199"/>
                  <a:gd name="connsiteY1057" fmla="*/ 168100 h 5390836"/>
                  <a:gd name="connsiteX1058" fmla="*/ 2191952 w 5372199"/>
                  <a:gd name="connsiteY1058" fmla="*/ 192850 h 5390836"/>
                  <a:gd name="connsiteX1059" fmla="*/ 2191952 w 5372199"/>
                  <a:gd name="connsiteY1059" fmla="*/ 210379 h 5390836"/>
                  <a:gd name="connsiteX1060" fmla="*/ 2205367 w 5372199"/>
                  <a:gd name="connsiteY1060" fmla="*/ 210379 h 5390836"/>
                  <a:gd name="connsiteX1061" fmla="*/ 2211549 w 5372199"/>
                  <a:gd name="connsiteY1061" fmla="*/ 221725 h 5390836"/>
                  <a:gd name="connsiteX1062" fmla="*/ 2221867 w 5372199"/>
                  <a:gd name="connsiteY1062" fmla="*/ 240293 h 5390836"/>
                  <a:gd name="connsiteX1063" fmla="*/ 2221867 w 5372199"/>
                  <a:gd name="connsiteY1063" fmla="*/ 248543 h 5390836"/>
                  <a:gd name="connsiteX1064" fmla="*/ 2186798 w 5372199"/>
                  <a:gd name="connsiteY1064" fmla="*/ 291851 h 5390836"/>
                  <a:gd name="connsiteX1065" fmla="*/ 2186798 w 5372199"/>
                  <a:gd name="connsiteY1065" fmla="*/ 306293 h 5390836"/>
                  <a:gd name="connsiteX1066" fmla="*/ 2202270 w 5372199"/>
                  <a:gd name="connsiteY1066" fmla="*/ 306293 h 5390836"/>
                  <a:gd name="connsiteX1067" fmla="*/ 2216713 w 5372199"/>
                  <a:gd name="connsiteY1067" fmla="*/ 313515 h 5390836"/>
                  <a:gd name="connsiteX1068" fmla="*/ 2222895 w 5372199"/>
                  <a:gd name="connsiteY1068" fmla="*/ 326919 h 5390836"/>
                  <a:gd name="connsiteX1069" fmla="*/ 2190923 w 5372199"/>
                  <a:gd name="connsiteY1069" fmla="*/ 377448 h 5390836"/>
                  <a:gd name="connsiteX1070" fmla="*/ 2134201 w 5372199"/>
                  <a:gd name="connsiteY1070" fmla="*/ 416630 h 5390836"/>
                  <a:gd name="connsiteX1071" fmla="*/ 2107393 w 5372199"/>
                  <a:gd name="connsiteY1071" fmla="*/ 447573 h 5390836"/>
                  <a:gd name="connsiteX1072" fmla="*/ 2096047 w 5372199"/>
                  <a:gd name="connsiteY1072" fmla="*/ 447573 h 5390836"/>
                  <a:gd name="connsiteX1073" fmla="*/ 2078518 w 5372199"/>
                  <a:gd name="connsiteY1073" fmla="*/ 447573 h 5390836"/>
                  <a:gd name="connsiteX1074" fmla="*/ 2069239 w 5372199"/>
                  <a:gd name="connsiteY1074" fmla="*/ 434169 h 5390836"/>
                  <a:gd name="connsiteX1075" fmla="*/ 2056864 w 5372199"/>
                  <a:gd name="connsiteY1075" fmla="*/ 420765 h 5390836"/>
                  <a:gd name="connsiteX1076" fmla="*/ 2047585 w 5372199"/>
                  <a:gd name="connsiteY1076" fmla="*/ 393948 h 5390836"/>
                  <a:gd name="connsiteX1077" fmla="*/ 2071296 w 5372199"/>
                  <a:gd name="connsiteY1077" fmla="*/ 365072 h 5390836"/>
                  <a:gd name="connsiteX1078" fmla="*/ 2084700 w 5372199"/>
                  <a:gd name="connsiteY1078" fmla="*/ 351669 h 5390836"/>
                  <a:gd name="connsiteX1079" fmla="*/ 2093989 w 5372199"/>
                  <a:gd name="connsiteY1079" fmla="*/ 338265 h 5390836"/>
                  <a:gd name="connsiteX1080" fmla="*/ 2093989 w 5372199"/>
                  <a:gd name="connsiteY1080" fmla="*/ 326919 h 5390836"/>
                  <a:gd name="connsiteX1081" fmla="*/ 2093989 w 5372199"/>
                  <a:gd name="connsiteY1081" fmla="*/ 312475 h 5390836"/>
                  <a:gd name="connsiteX1082" fmla="*/ 2087796 w 5372199"/>
                  <a:gd name="connsiteY1082" fmla="*/ 302169 h 5390836"/>
                  <a:gd name="connsiteX1083" fmla="*/ 2080575 w 5372199"/>
                  <a:gd name="connsiteY1083" fmla="*/ 292890 h 5390836"/>
                  <a:gd name="connsiteX1084" fmla="*/ 2065114 w 5372199"/>
                  <a:gd name="connsiteY1084" fmla="*/ 274322 h 5390836"/>
                  <a:gd name="connsiteX1085" fmla="*/ 2081614 w 5372199"/>
                  <a:gd name="connsiteY1085" fmla="*/ 251639 h 5390836"/>
                  <a:gd name="connsiteX1086" fmla="*/ 2095018 w 5372199"/>
                  <a:gd name="connsiteY1086" fmla="*/ 251639 h 5390836"/>
                  <a:gd name="connsiteX1087" fmla="*/ 2110490 w 5372199"/>
                  <a:gd name="connsiteY1087" fmla="*/ 234100 h 5390836"/>
                  <a:gd name="connsiteX1088" fmla="*/ 2110490 w 5372199"/>
                  <a:gd name="connsiteY1088" fmla="*/ 206264 h 5390836"/>
                  <a:gd name="connsiteX1089" fmla="*/ 2093989 w 5372199"/>
                  <a:gd name="connsiteY1089" fmla="*/ 194918 h 5390836"/>
                  <a:gd name="connsiteX1090" fmla="*/ 2076461 w 5372199"/>
                  <a:gd name="connsiteY1090" fmla="*/ 194918 h 5390836"/>
                  <a:gd name="connsiteX1091" fmla="*/ 2065114 w 5372199"/>
                  <a:gd name="connsiteY1091" fmla="*/ 184599 h 5390836"/>
                  <a:gd name="connsiteX1092" fmla="*/ 2054796 w 5372199"/>
                  <a:gd name="connsiteY1092" fmla="*/ 184599 h 5390836"/>
                  <a:gd name="connsiteX1093" fmla="*/ 2047585 w 5372199"/>
                  <a:gd name="connsiteY1093" fmla="*/ 166043 h 5390836"/>
                  <a:gd name="connsiteX1094" fmla="*/ 2055824 w 5372199"/>
                  <a:gd name="connsiteY1094" fmla="*/ 158821 h 5390836"/>
                  <a:gd name="connsiteX1095" fmla="*/ 2060989 w 5372199"/>
                  <a:gd name="connsiteY1095" fmla="*/ 147475 h 5390836"/>
                  <a:gd name="connsiteX1096" fmla="*/ 2074393 w 5372199"/>
                  <a:gd name="connsiteY1096" fmla="*/ 136139 h 5390836"/>
                  <a:gd name="connsiteX1097" fmla="*/ 2093989 w 5372199"/>
                  <a:gd name="connsiteY1097" fmla="*/ 136139 h 5390836"/>
                  <a:gd name="connsiteX1098" fmla="*/ 2171337 w 5372199"/>
                  <a:gd name="connsiteY1098" fmla="*/ 84571 h 5390836"/>
                  <a:gd name="connsiteX1099" fmla="*/ 2194020 w 5372199"/>
                  <a:gd name="connsiteY1099" fmla="*/ 79417 h 5390836"/>
                  <a:gd name="connsiteX1100" fmla="*/ 2198081 w 5372199"/>
                  <a:gd name="connsiteY1100" fmla="*/ 79112 h 5390836"/>
                  <a:gd name="connsiteX1101" fmla="*/ 2394088 w 5372199"/>
                  <a:gd name="connsiteY1101" fmla="*/ 55695 h 5390836"/>
                  <a:gd name="connsiteX1102" fmla="*/ 2356963 w 5372199"/>
                  <a:gd name="connsiteY1102" fmla="*/ 76320 h 5390836"/>
                  <a:gd name="connsiteX1103" fmla="*/ 2365213 w 5372199"/>
                  <a:gd name="connsiteY1103" fmla="*/ 93860 h 5390836"/>
                  <a:gd name="connsiteX1104" fmla="*/ 2385838 w 5372199"/>
                  <a:gd name="connsiteY1104" fmla="*/ 93860 h 5390836"/>
                  <a:gd name="connsiteX1105" fmla="*/ 2397185 w 5372199"/>
                  <a:gd name="connsiteY1105" fmla="*/ 73224 h 5390836"/>
                  <a:gd name="connsiteX1106" fmla="*/ 2397185 w 5372199"/>
                  <a:gd name="connsiteY1106" fmla="*/ 57763 h 5390836"/>
                  <a:gd name="connsiteX1107" fmla="*/ 2409561 w 5372199"/>
                  <a:gd name="connsiteY1107" fmla="*/ 1039 h 5390836"/>
                  <a:gd name="connsiteX1108" fmla="*/ 2427090 w 5372199"/>
                  <a:gd name="connsiteY1108" fmla="*/ 1039 h 5390836"/>
                  <a:gd name="connsiteX1109" fmla="*/ 2461119 w 5372199"/>
                  <a:gd name="connsiteY1109" fmla="*/ 1039 h 5390836"/>
                  <a:gd name="connsiteX1110" fmla="*/ 2469369 w 5372199"/>
                  <a:gd name="connsiteY1110" fmla="*/ 14443 h 5390836"/>
                  <a:gd name="connsiteX1111" fmla="*/ 2483812 w 5372199"/>
                  <a:gd name="connsiteY1111" fmla="*/ 36096 h 5390836"/>
                  <a:gd name="connsiteX1112" fmla="*/ 2477630 w 5372199"/>
                  <a:gd name="connsiteY1112" fmla="*/ 57761 h 5390836"/>
                  <a:gd name="connsiteX1113" fmla="*/ 2477630 w 5372199"/>
                  <a:gd name="connsiteY1113" fmla="*/ 76318 h 5390836"/>
                  <a:gd name="connsiteX1114" fmla="*/ 2466283 w 5372199"/>
                  <a:gd name="connsiteY1114" fmla="*/ 108290 h 5390836"/>
                  <a:gd name="connsiteX1115" fmla="*/ 2452879 w 5372199"/>
                  <a:gd name="connsiteY1115" fmla="*/ 127886 h 5390836"/>
                  <a:gd name="connsiteX1116" fmla="*/ 2429158 w 5372199"/>
                  <a:gd name="connsiteY1116" fmla="*/ 203165 h 5390836"/>
                  <a:gd name="connsiteX1117" fmla="*/ 2419868 w 5372199"/>
                  <a:gd name="connsiteY1117" fmla="*/ 215541 h 5390836"/>
                  <a:gd name="connsiteX1118" fmla="*/ 2406464 w 5372199"/>
                  <a:gd name="connsiteY1118" fmla="*/ 215541 h 5390836"/>
                  <a:gd name="connsiteX1119" fmla="*/ 2392032 w 5372199"/>
                  <a:gd name="connsiteY1119" fmla="*/ 222762 h 5390836"/>
                  <a:gd name="connsiteX1120" fmla="*/ 2372435 w 5372199"/>
                  <a:gd name="connsiteY1120" fmla="*/ 232041 h 5390836"/>
                  <a:gd name="connsiteX1121" fmla="*/ 2372435 w 5372199"/>
                  <a:gd name="connsiteY1121" fmla="*/ 248541 h 5390836"/>
                  <a:gd name="connsiteX1122" fmla="*/ 2387907 w 5372199"/>
                  <a:gd name="connsiteY1122" fmla="*/ 243387 h 5390836"/>
                  <a:gd name="connsiteX1123" fmla="*/ 2400282 w 5372199"/>
                  <a:gd name="connsiteY1123" fmla="*/ 235137 h 5390836"/>
                  <a:gd name="connsiteX1124" fmla="*/ 2418840 w 5372199"/>
                  <a:gd name="connsiteY1124" fmla="*/ 235137 h 5390836"/>
                  <a:gd name="connsiteX1125" fmla="*/ 2427090 w 5372199"/>
                  <a:gd name="connsiteY1125" fmla="*/ 242348 h 5390836"/>
                  <a:gd name="connsiteX1126" fmla="*/ 2435340 w 5372199"/>
                  <a:gd name="connsiteY1126" fmla="*/ 265041 h 5390836"/>
                  <a:gd name="connsiteX1127" fmla="*/ 2435340 w 5372199"/>
                  <a:gd name="connsiteY1127" fmla="*/ 274319 h 5390836"/>
                  <a:gd name="connsiteX1128" fmla="*/ 2419868 w 5372199"/>
                  <a:gd name="connsiteY1128" fmla="*/ 288763 h 5390836"/>
                  <a:gd name="connsiteX1129" fmla="*/ 2402339 w 5372199"/>
                  <a:gd name="connsiteY1129" fmla="*/ 298041 h 5390836"/>
                  <a:gd name="connsiteX1130" fmla="*/ 2402339 w 5372199"/>
                  <a:gd name="connsiteY1130" fmla="*/ 309377 h 5390836"/>
                  <a:gd name="connsiteX1131" fmla="*/ 2412657 w 5372199"/>
                  <a:gd name="connsiteY1131" fmla="*/ 315570 h 5390836"/>
                  <a:gd name="connsiteX1132" fmla="*/ 2436368 w 5372199"/>
                  <a:gd name="connsiteY1132" fmla="*/ 307320 h 5390836"/>
                  <a:gd name="connsiteX1133" fmla="*/ 2455965 w 5372199"/>
                  <a:gd name="connsiteY1133" fmla="*/ 307320 h 5390836"/>
                  <a:gd name="connsiteX1134" fmla="*/ 2477630 w 5372199"/>
                  <a:gd name="connsiteY1134" fmla="*/ 300098 h 5390836"/>
                  <a:gd name="connsiteX1135" fmla="*/ 2498244 w 5372199"/>
                  <a:gd name="connsiteY1135" fmla="*/ 300098 h 5390836"/>
                  <a:gd name="connsiteX1136" fmla="*/ 2517841 w 5372199"/>
                  <a:gd name="connsiteY1136" fmla="*/ 323820 h 5390836"/>
                  <a:gd name="connsiteX1137" fmla="*/ 2494119 w 5372199"/>
                  <a:gd name="connsiteY1137" fmla="*/ 370224 h 5390836"/>
                  <a:gd name="connsiteX1138" fmla="*/ 2467312 w 5372199"/>
                  <a:gd name="connsiteY1138" fmla="*/ 370224 h 5390836"/>
                  <a:gd name="connsiteX1139" fmla="*/ 2422965 w 5372199"/>
                  <a:gd name="connsiteY1139" fmla="*/ 377445 h 5390836"/>
                  <a:gd name="connsiteX1140" fmla="*/ 2398214 w 5372199"/>
                  <a:gd name="connsiteY1140" fmla="*/ 377445 h 5390836"/>
                  <a:gd name="connsiteX1141" fmla="*/ 2377589 w 5372199"/>
                  <a:gd name="connsiteY1141" fmla="*/ 382599 h 5390836"/>
                  <a:gd name="connsiteX1142" fmla="*/ 2353878 w 5372199"/>
                  <a:gd name="connsiteY1142" fmla="*/ 389820 h 5390836"/>
                  <a:gd name="connsiteX1143" fmla="*/ 2326031 w 5372199"/>
                  <a:gd name="connsiteY1143" fmla="*/ 400138 h 5390836"/>
                  <a:gd name="connsiteX1144" fmla="*/ 2296127 w 5372199"/>
                  <a:gd name="connsiteY1144" fmla="*/ 407360 h 5390836"/>
                  <a:gd name="connsiteX1145" fmla="*/ 2266212 w 5372199"/>
                  <a:gd name="connsiteY1145" fmla="*/ 420763 h 5390836"/>
                  <a:gd name="connsiteX1146" fmla="*/ 2245587 w 5372199"/>
                  <a:gd name="connsiteY1146" fmla="*/ 413542 h 5390836"/>
                  <a:gd name="connsiteX1147" fmla="*/ 2237348 w 5372199"/>
                  <a:gd name="connsiteY1147" fmla="*/ 387752 h 5390836"/>
                  <a:gd name="connsiteX1148" fmla="*/ 2237337 w 5372199"/>
                  <a:gd name="connsiteY1148" fmla="*/ 379513 h 5390836"/>
                  <a:gd name="connsiteX1149" fmla="*/ 2237337 w 5372199"/>
                  <a:gd name="connsiteY1149" fmla="*/ 364042 h 5390836"/>
                  <a:gd name="connsiteX1150" fmla="*/ 2243530 w 5372199"/>
                  <a:gd name="connsiteY1150" fmla="*/ 357849 h 5390836"/>
                  <a:gd name="connsiteX1151" fmla="*/ 2253837 w 5372199"/>
                  <a:gd name="connsiteY1151" fmla="*/ 357849 h 5390836"/>
                  <a:gd name="connsiteX1152" fmla="*/ 2278588 w 5372199"/>
                  <a:gd name="connsiteY1152" fmla="*/ 344445 h 5390836"/>
                  <a:gd name="connsiteX1153" fmla="*/ 2310560 w 5372199"/>
                  <a:gd name="connsiteY1153" fmla="*/ 324848 h 5390836"/>
                  <a:gd name="connsiteX1154" fmla="*/ 2303338 w 5372199"/>
                  <a:gd name="connsiteY1154" fmla="*/ 316609 h 5390836"/>
                  <a:gd name="connsiteX1155" fmla="*/ 2289934 w 5372199"/>
                  <a:gd name="connsiteY1155" fmla="*/ 316609 h 5390836"/>
                  <a:gd name="connsiteX1156" fmla="*/ 2277559 w 5372199"/>
                  <a:gd name="connsiteY1156" fmla="*/ 316609 h 5390836"/>
                  <a:gd name="connsiteX1157" fmla="*/ 2277559 w 5372199"/>
                  <a:gd name="connsiteY1157" fmla="*/ 305263 h 5390836"/>
                  <a:gd name="connsiteX1158" fmla="*/ 2277559 w 5372199"/>
                  <a:gd name="connsiteY1158" fmla="*/ 291848 h 5390836"/>
                  <a:gd name="connsiteX1159" fmla="*/ 2283752 w 5372199"/>
                  <a:gd name="connsiteY1159" fmla="*/ 280512 h 5390836"/>
                  <a:gd name="connsiteX1160" fmla="*/ 2291991 w 5372199"/>
                  <a:gd name="connsiteY1160" fmla="*/ 280512 h 5390836"/>
                  <a:gd name="connsiteX1161" fmla="*/ 2300252 w 5372199"/>
                  <a:gd name="connsiteY1161" fmla="*/ 280512 h 5390836"/>
                  <a:gd name="connsiteX1162" fmla="*/ 2307463 w 5372199"/>
                  <a:gd name="connsiteY1162" fmla="*/ 280512 h 5390836"/>
                  <a:gd name="connsiteX1163" fmla="*/ 2313656 w 5372199"/>
                  <a:gd name="connsiteY1163" fmla="*/ 273291 h 5390836"/>
                  <a:gd name="connsiteX1164" fmla="*/ 2313656 w 5372199"/>
                  <a:gd name="connsiteY1164" fmla="*/ 256791 h 5390836"/>
                  <a:gd name="connsiteX1165" fmla="*/ 2303338 w 5372199"/>
                  <a:gd name="connsiteY1165" fmla="*/ 256791 h 5390836"/>
                  <a:gd name="connsiteX1166" fmla="*/ 2290963 w 5372199"/>
                  <a:gd name="connsiteY1166" fmla="*/ 261944 h 5390836"/>
                  <a:gd name="connsiteX1167" fmla="*/ 2280656 w 5372199"/>
                  <a:gd name="connsiteY1167" fmla="*/ 261944 h 5390836"/>
                  <a:gd name="connsiteX1168" fmla="*/ 2270338 w 5372199"/>
                  <a:gd name="connsiteY1168" fmla="*/ 261944 h 5390836"/>
                  <a:gd name="connsiteX1169" fmla="*/ 2265184 w 5372199"/>
                  <a:gd name="connsiteY1169" fmla="*/ 255751 h 5390836"/>
                  <a:gd name="connsiteX1170" fmla="*/ 2260030 w 5372199"/>
                  <a:gd name="connsiteY1170" fmla="*/ 245444 h 5390836"/>
                  <a:gd name="connsiteX1171" fmla="*/ 2248684 w 5372199"/>
                  <a:gd name="connsiteY1171" fmla="*/ 231012 h 5390836"/>
                  <a:gd name="connsiteX1172" fmla="*/ 2242502 w 5372199"/>
                  <a:gd name="connsiteY1172" fmla="*/ 213473 h 5390836"/>
                  <a:gd name="connsiteX1173" fmla="*/ 2247655 w 5372199"/>
                  <a:gd name="connsiteY1173" fmla="*/ 186665 h 5390836"/>
                  <a:gd name="connsiteX1174" fmla="*/ 2237337 w 5372199"/>
                  <a:gd name="connsiteY1174" fmla="*/ 144386 h 5390836"/>
                  <a:gd name="connsiteX1175" fmla="*/ 2229086 w 5372199"/>
                  <a:gd name="connsiteY1175" fmla="*/ 126847 h 5390836"/>
                  <a:gd name="connsiteX1176" fmla="*/ 2229086 w 5372199"/>
                  <a:gd name="connsiteY1176" fmla="*/ 113443 h 5390836"/>
                  <a:gd name="connsiteX1177" fmla="*/ 2229086 w 5372199"/>
                  <a:gd name="connsiteY1177" fmla="*/ 88693 h 5390836"/>
                  <a:gd name="connsiteX1178" fmla="*/ 2228058 w 5372199"/>
                  <a:gd name="connsiteY1178" fmla="*/ 86636 h 5390836"/>
                  <a:gd name="connsiteX1179" fmla="*/ 2236309 w 5372199"/>
                  <a:gd name="connsiteY1179" fmla="*/ 61886 h 5390836"/>
                  <a:gd name="connsiteX1180" fmla="*/ 2251780 w 5372199"/>
                  <a:gd name="connsiteY1180" fmla="*/ 68068 h 5390836"/>
                  <a:gd name="connsiteX1181" fmla="*/ 2266223 w 5372199"/>
                  <a:gd name="connsiteY1181" fmla="*/ 68068 h 5390836"/>
                  <a:gd name="connsiteX1182" fmla="*/ 2283752 w 5372199"/>
                  <a:gd name="connsiteY1182" fmla="*/ 59818 h 5390836"/>
                  <a:gd name="connsiteX1183" fmla="*/ 2313656 w 5372199"/>
                  <a:gd name="connsiteY1183" fmla="*/ 42289 h 5390836"/>
                  <a:gd name="connsiteX1184" fmla="*/ 2337367 w 5372199"/>
                  <a:gd name="connsiteY1184" fmla="*/ 36096 h 5390836"/>
                  <a:gd name="connsiteX1185" fmla="*/ 2409561 w 5372199"/>
                  <a:gd name="connsiteY1185" fmla="*/ 1039 h 5390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</a:cxnLst>
                <a:rect l="l" t="t" r="r" b="b"/>
                <a:pathLst>
                  <a:path w="5372199" h="5390836">
                    <a:moveTo>
                      <a:pt x="3137621" y="5098566"/>
                    </a:moveTo>
                    <a:cubicBezTo>
                      <a:pt x="3116367" y="5101693"/>
                      <a:pt x="3098342" y="5115799"/>
                      <a:pt x="3090189" y="5135680"/>
                    </a:cubicBezTo>
                    <a:cubicBezTo>
                      <a:pt x="3082122" y="5161189"/>
                      <a:pt x="3082122" y="5188557"/>
                      <a:pt x="3090189" y="5214053"/>
                    </a:cubicBezTo>
                    <a:cubicBezTo>
                      <a:pt x="3092906" y="5239900"/>
                      <a:pt x="3104588" y="5263976"/>
                      <a:pt x="3123189" y="5282125"/>
                    </a:cubicBezTo>
                    <a:cubicBezTo>
                      <a:pt x="3137977" y="5297044"/>
                      <a:pt x="3159427" y="5303290"/>
                      <a:pt x="3179909" y="5298625"/>
                    </a:cubicBezTo>
                    <a:cubicBezTo>
                      <a:pt x="3200859" y="5295506"/>
                      <a:pt x="3218757" y="5281887"/>
                      <a:pt x="3227342" y="5262527"/>
                    </a:cubicBezTo>
                    <a:lnTo>
                      <a:pt x="3223219" y="5262527"/>
                    </a:lnTo>
                    <a:cubicBezTo>
                      <a:pt x="3233028" y="5238286"/>
                      <a:pt x="3234837" y="5211553"/>
                      <a:pt x="3228384" y="5186218"/>
                    </a:cubicBezTo>
                    <a:cubicBezTo>
                      <a:pt x="3224659" y="5159756"/>
                      <a:pt x="3213172" y="5134998"/>
                      <a:pt x="3195371" y="5115066"/>
                    </a:cubicBezTo>
                    <a:cubicBezTo>
                      <a:pt x="3180159" y="5100134"/>
                      <a:pt x="3158431" y="5093918"/>
                      <a:pt x="3137621" y="5098566"/>
                    </a:cubicBezTo>
                    <a:close/>
                    <a:moveTo>
                      <a:pt x="2793012" y="5095901"/>
                    </a:moveTo>
                    <a:lnTo>
                      <a:pt x="2794038" y="5121680"/>
                    </a:lnTo>
                    <a:lnTo>
                      <a:pt x="2794038" y="5147468"/>
                    </a:lnTo>
                    <a:lnTo>
                      <a:pt x="2652759" y="5150557"/>
                    </a:lnTo>
                    <a:lnTo>
                      <a:pt x="2654818" y="5212430"/>
                    </a:lnTo>
                    <a:lnTo>
                      <a:pt x="2785788" y="5210375"/>
                    </a:lnTo>
                    <a:lnTo>
                      <a:pt x="2785788" y="5235125"/>
                    </a:lnTo>
                    <a:lnTo>
                      <a:pt x="2785788" y="5259875"/>
                    </a:lnTo>
                    <a:lnTo>
                      <a:pt x="2654818" y="5261930"/>
                    </a:lnTo>
                    <a:lnTo>
                      <a:pt x="2656886" y="5338252"/>
                    </a:lnTo>
                    <a:lnTo>
                      <a:pt x="2803317" y="5335154"/>
                    </a:lnTo>
                    <a:lnTo>
                      <a:pt x="2804347" y="5360934"/>
                    </a:lnTo>
                    <a:lnTo>
                      <a:pt x="2804347" y="5386722"/>
                    </a:lnTo>
                    <a:lnTo>
                      <a:pt x="2601191" y="5390836"/>
                    </a:lnTo>
                    <a:lnTo>
                      <a:pt x="2597068" y="5100028"/>
                    </a:lnTo>
                    <a:close/>
                    <a:moveTo>
                      <a:pt x="2311412" y="5073218"/>
                    </a:moveTo>
                    <a:lnTo>
                      <a:pt x="2527979" y="5100036"/>
                    </a:lnTo>
                    <a:lnTo>
                      <a:pt x="2524886" y="5124786"/>
                    </a:lnTo>
                    <a:lnTo>
                      <a:pt x="2521789" y="5150566"/>
                    </a:lnTo>
                    <a:lnTo>
                      <a:pt x="2441357" y="5141286"/>
                    </a:lnTo>
                    <a:lnTo>
                      <a:pt x="2412480" y="5378472"/>
                    </a:lnTo>
                    <a:lnTo>
                      <a:pt x="2384632" y="5375374"/>
                    </a:lnTo>
                    <a:lnTo>
                      <a:pt x="2356798" y="5372277"/>
                    </a:lnTo>
                    <a:lnTo>
                      <a:pt x="2385662" y="5134066"/>
                    </a:lnTo>
                    <a:lnTo>
                      <a:pt x="2305230" y="5124786"/>
                    </a:lnTo>
                    <a:lnTo>
                      <a:pt x="2308328" y="5098998"/>
                    </a:lnTo>
                    <a:close/>
                    <a:moveTo>
                      <a:pt x="3178501" y="5049077"/>
                    </a:moveTo>
                    <a:cubicBezTo>
                      <a:pt x="3196181" y="5052967"/>
                      <a:pt x="3212954" y="5060973"/>
                      <a:pt x="3227342" y="5072774"/>
                    </a:cubicBezTo>
                    <a:cubicBezTo>
                      <a:pt x="3257680" y="5099354"/>
                      <a:pt x="3277452" y="5135960"/>
                      <a:pt x="3283036" y="5175900"/>
                    </a:cubicBezTo>
                    <a:cubicBezTo>
                      <a:pt x="3293053" y="5214629"/>
                      <a:pt x="3288655" y="5255671"/>
                      <a:pt x="3270659" y="5291404"/>
                    </a:cubicBezTo>
                    <a:cubicBezTo>
                      <a:pt x="3233278" y="5351319"/>
                      <a:pt x="3154393" y="5369582"/>
                      <a:pt x="3094478" y="5332188"/>
                    </a:cubicBezTo>
                    <a:cubicBezTo>
                      <a:pt x="3091596" y="5330391"/>
                      <a:pt x="3088791" y="5328485"/>
                      <a:pt x="3086062" y="5326472"/>
                    </a:cubicBezTo>
                    <a:lnTo>
                      <a:pt x="3082978" y="5329557"/>
                    </a:lnTo>
                    <a:cubicBezTo>
                      <a:pt x="3052338" y="5303214"/>
                      <a:pt x="3032503" y="5266502"/>
                      <a:pt x="3027283" y="5226430"/>
                    </a:cubicBezTo>
                    <a:cubicBezTo>
                      <a:pt x="3017995" y="5186879"/>
                      <a:pt x="3022736" y="5145316"/>
                      <a:pt x="3040690" y="5108871"/>
                    </a:cubicBezTo>
                    <a:cubicBezTo>
                      <a:pt x="3057762" y="5077244"/>
                      <a:pt x="3088694" y="5055485"/>
                      <a:pt x="3124219" y="5050083"/>
                    </a:cubicBezTo>
                    <a:cubicBezTo>
                      <a:pt x="3142234" y="5045416"/>
                      <a:pt x="3160821" y="5045188"/>
                      <a:pt x="3178501" y="5049077"/>
                    </a:cubicBezTo>
                    <a:close/>
                    <a:moveTo>
                      <a:pt x="2038303" y="5009871"/>
                    </a:moveTo>
                    <a:lnTo>
                      <a:pt x="2065121" y="5017092"/>
                    </a:lnTo>
                    <a:lnTo>
                      <a:pt x="2092960" y="5023274"/>
                    </a:lnTo>
                    <a:lnTo>
                      <a:pt x="2048621" y="5201688"/>
                    </a:lnTo>
                    <a:cubicBezTo>
                      <a:pt x="2042765" y="5217311"/>
                      <a:pt x="2042765" y="5234527"/>
                      <a:pt x="2048621" y="5250150"/>
                    </a:cubicBezTo>
                    <a:cubicBezTo>
                      <a:pt x="2055604" y="5263154"/>
                      <a:pt x="2068133" y="5272269"/>
                      <a:pt x="2082650" y="5274900"/>
                    </a:cubicBezTo>
                    <a:cubicBezTo>
                      <a:pt x="2096066" y="5281082"/>
                      <a:pt x="2111515" y="5281082"/>
                      <a:pt x="2124930" y="5274900"/>
                    </a:cubicBezTo>
                    <a:cubicBezTo>
                      <a:pt x="2137748" y="5263337"/>
                      <a:pt x="2146142" y="5247650"/>
                      <a:pt x="2148650" y="5230565"/>
                    </a:cubicBezTo>
                    <a:lnTo>
                      <a:pt x="2192989" y="5053189"/>
                    </a:lnTo>
                    <a:lnTo>
                      <a:pt x="2219807" y="5059371"/>
                    </a:lnTo>
                    <a:lnTo>
                      <a:pt x="2247654" y="5066591"/>
                    </a:lnTo>
                    <a:lnTo>
                      <a:pt x="2200209" y="5237773"/>
                    </a:lnTo>
                    <a:cubicBezTo>
                      <a:pt x="2195425" y="5269756"/>
                      <a:pt x="2178870" y="5298815"/>
                      <a:pt x="2153807" y="5319247"/>
                    </a:cubicBezTo>
                    <a:cubicBezTo>
                      <a:pt x="2127400" y="5334294"/>
                      <a:pt x="2095710" y="5336938"/>
                      <a:pt x="2067180" y="5326468"/>
                    </a:cubicBezTo>
                    <a:cubicBezTo>
                      <a:pt x="2037328" y="5321976"/>
                      <a:pt x="2010956" y="5304641"/>
                      <a:pt x="1994985" y="5279023"/>
                    </a:cubicBezTo>
                    <a:cubicBezTo>
                      <a:pt x="1983261" y="5249209"/>
                      <a:pt x="1983261" y="5216044"/>
                      <a:pt x="1994985" y="5186218"/>
                    </a:cubicBezTo>
                    <a:close/>
                    <a:moveTo>
                      <a:pt x="3514900" y="4952554"/>
                    </a:moveTo>
                    <a:lnTo>
                      <a:pt x="3523150" y="4977304"/>
                    </a:lnTo>
                    <a:lnTo>
                      <a:pt x="3531400" y="5002053"/>
                    </a:lnTo>
                    <a:lnTo>
                      <a:pt x="3403523" y="5043303"/>
                    </a:lnTo>
                    <a:lnTo>
                      <a:pt x="3424146" y="5106210"/>
                    </a:lnTo>
                    <a:lnTo>
                      <a:pt x="3535523" y="5070125"/>
                    </a:lnTo>
                    <a:lnTo>
                      <a:pt x="3542743" y="5093833"/>
                    </a:lnTo>
                    <a:lnTo>
                      <a:pt x="3550993" y="5117557"/>
                    </a:lnTo>
                    <a:lnTo>
                      <a:pt x="3439621" y="5153655"/>
                    </a:lnTo>
                    <a:lnTo>
                      <a:pt x="3477773" y="5271222"/>
                    </a:lnTo>
                    <a:lnTo>
                      <a:pt x="3450955" y="5279459"/>
                    </a:lnTo>
                    <a:lnTo>
                      <a:pt x="3424146" y="5288752"/>
                    </a:lnTo>
                    <a:lnTo>
                      <a:pt x="3334426" y="5012371"/>
                    </a:lnTo>
                    <a:close/>
                    <a:moveTo>
                      <a:pt x="1772071" y="4919562"/>
                    </a:moveTo>
                    <a:lnTo>
                      <a:pt x="1978320" y="4990719"/>
                    </a:lnTo>
                    <a:lnTo>
                      <a:pt x="1970070" y="5014439"/>
                    </a:lnTo>
                    <a:lnTo>
                      <a:pt x="1960782" y="5039189"/>
                    </a:lnTo>
                    <a:lnTo>
                      <a:pt x="1884473" y="5013409"/>
                    </a:lnTo>
                    <a:lnTo>
                      <a:pt x="1807130" y="5239260"/>
                    </a:lnTo>
                    <a:lnTo>
                      <a:pt x="1780321" y="5229968"/>
                    </a:lnTo>
                    <a:lnTo>
                      <a:pt x="1753503" y="5220693"/>
                    </a:lnTo>
                    <a:lnTo>
                      <a:pt x="1831880" y="4994842"/>
                    </a:lnTo>
                    <a:lnTo>
                      <a:pt x="1755571" y="4969062"/>
                    </a:lnTo>
                    <a:lnTo>
                      <a:pt x="1763821" y="4944312"/>
                    </a:lnTo>
                    <a:close/>
                    <a:moveTo>
                      <a:pt x="1666876" y="4867995"/>
                    </a:moveTo>
                    <a:lnTo>
                      <a:pt x="1691626" y="4879342"/>
                    </a:lnTo>
                    <a:lnTo>
                      <a:pt x="1717406" y="4891715"/>
                    </a:lnTo>
                    <a:lnTo>
                      <a:pt x="1594694" y="5154680"/>
                    </a:lnTo>
                    <a:lnTo>
                      <a:pt x="1568906" y="5143345"/>
                    </a:lnTo>
                    <a:lnTo>
                      <a:pt x="1543127" y="5130968"/>
                    </a:lnTo>
                    <a:close/>
                    <a:moveTo>
                      <a:pt x="3872751" y="4780342"/>
                    </a:moveTo>
                    <a:lnTo>
                      <a:pt x="3884085" y="4803037"/>
                    </a:lnTo>
                    <a:lnTo>
                      <a:pt x="3896462" y="4825719"/>
                    </a:lnTo>
                    <a:lnTo>
                      <a:pt x="3825306" y="4863872"/>
                    </a:lnTo>
                    <a:lnTo>
                      <a:pt x="3937712" y="5075278"/>
                    </a:lnTo>
                    <a:lnTo>
                      <a:pt x="3912962" y="5088689"/>
                    </a:lnTo>
                    <a:lnTo>
                      <a:pt x="3888212" y="5102096"/>
                    </a:lnTo>
                    <a:lnTo>
                      <a:pt x="3775806" y="4890689"/>
                    </a:lnTo>
                    <a:lnTo>
                      <a:pt x="3704649" y="4927816"/>
                    </a:lnTo>
                    <a:lnTo>
                      <a:pt x="3692277" y="4905122"/>
                    </a:lnTo>
                    <a:lnTo>
                      <a:pt x="3680929" y="4882439"/>
                    </a:lnTo>
                    <a:close/>
                    <a:moveTo>
                      <a:pt x="1417309" y="4732898"/>
                    </a:moveTo>
                    <a:lnTo>
                      <a:pt x="1607059" y="4839122"/>
                    </a:lnTo>
                    <a:lnTo>
                      <a:pt x="1594682" y="4861804"/>
                    </a:lnTo>
                    <a:lnTo>
                      <a:pt x="1582309" y="4883456"/>
                    </a:lnTo>
                    <a:lnTo>
                      <a:pt x="1512182" y="4844274"/>
                    </a:lnTo>
                    <a:lnTo>
                      <a:pt x="1395653" y="5053625"/>
                    </a:lnTo>
                    <a:lnTo>
                      <a:pt x="1370903" y="5040210"/>
                    </a:lnTo>
                    <a:lnTo>
                      <a:pt x="1347182" y="5026808"/>
                    </a:lnTo>
                    <a:lnTo>
                      <a:pt x="1462682" y="4817457"/>
                    </a:lnTo>
                    <a:lnTo>
                      <a:pt x="1392555" y="4778274"/>
                    </a:lnTo>
                    <a:lnTo>
                      <a:pt x="1404932" y="4755592"/>
                    </a:lnTo>
                    <a:close/>
                    <a:moveTo>
                      <a:pt x="4097559" y="4639059"/>
                    </a:moveTo>
                    <a:lnTo>
                      <a:pt x="4110962" y="4660711"/>
                    </a:lnTo>
                    <a:lnTo>
                      <a:pt x="4125402" y="4682368"/>
                    </a:lnTo>
                    <a:lnTo>
                      <a:pt x="4006805" y="4759715"/>
                    </a:lnTo>
                    <a:lnTo>
                      <a:pt x="4040835" y="4811283"/>
                    </a:lnTo>
                    <a:lnTo>
                      <a:pt x="4150152" y="4740118"/>
                    </a:lnTo>
                    <a:lnTo>
                      <a:pt x="4164589" y="4760741"/>
                    </a:lnTo>
                    <a:lnTo>
                      <a:pt x="4177991" y="4782406"/>
                    </a:lnTo>
                    <a:lnTo>
                      <a:pt x="4067652" y="4853562"/>
                    </a:lnTo>
                    <a:lnTo>
                      <a:pt x="4108902" y="4916465"/>
                    </a:lnTo>
                    <a:lnTo>
                      <a:pt x="4232656" y="4837062"/>
                    </a:lnTo>
                    <a:lnTo>
                      <a:pt x="4247088" y="4858715"/>
                    </a:lnTo>
                    <a:lnTo>
                      <a:pt x="4261529" y="4880367"/>
                    </a:lnTo>
                    <a:lnTo>
                      <a:pt x="4090335" y="4990714"/>
                    </a:lnTo>
                    <a:lnTo>
                      <a:pt x="3932555" y="4746308"/>
                    </a:lnTo>
                    <a:close/>
                    <a:moveTo>
                      <a:pt x="1204009" y="4608716"/>
                    </a:moveTo>
                    <a:cubicBezTo>
                      <a:pt x="1231598" y="4607576"/>
                      <a:pt x="1258666" y="4616360"/>
                      <a:pt x="1280327" y="4633466"/>
                    </a:cubicBezTo>
                    <a:cubicBezTo>
                      <a:pt x="1302500" y="4648364"/>
                      <a:pt x="1318026" y="4671283"/>
                      <a:pt x="1323636" y="4697398"/>
                    </a:cubicBezTo>
                    <a:cubicBezTo>
                      <a:pt x="1328106" y="4723220"/>
                      <a:pt x="1322576" y="4749766"/>
                      <a:pt x="1308174" y="4771647"/>
                    </a:cubicBezTo>
                    <a:lnTo>
                      <a:pt x="1268992" y="4739686"/>
                    </a:lnTo>
                    <a:cubicBezTo>
                      <a:pt x="1276225" y="4729109"/>
                      <a:pt x="1278132" y="4715770"/>
                      <a:pt x="1274144" y="4703593"/>
                    </a:cubicBezTo>
                    <a:cubicBezTo>
                      <a:pt x="1270238" y="4689915"/>
                      <a:pt x="1261424" y="4678169"/>
                      <a:pt x="1249395" y="4670588"/>
                    </a:cubicBezTo>
                    <a:cubicBezTo>
                      <a:pt x="1240407" y="4662457"/>
                      <a:pt x="1228479" y="4658355"/>
                      <a:pt x="1216395" y="4659245"/>
                    </a:cubicBezTo>
                    <a:cubicBezTo>
                      <a:pt x="1205534" y="4659957"/>
                      <a:pt x="1195640" y="4665673"/>
                      <a:pt x="1189577" y="4674715"/>
                    </a:cubicBezTo>
                    <a:cubicBezTo>
                      <a:pt x="1184865" y="4681915"/>
                      <a:pt x="1184865" y="4691228"/>
                      <a:pt x="1189577" y="4698436"/>
                    </a:cubicBezTo>
                    <a:cubicBezTo>
                      <a:pt x="1198229" y="4714567"/>
                      <a:pt x="1208979" y="4729478"/>
                      <a:pt x="1221547" y="4742775"/>
                    </a:cubicBezTo>
                    <a:cubicBezTo>
                      <a:pt x="1242259" y="4763063"/>
                      <a:pt x="1257505" y="4788245"/>
                      <a:pt x="1265894" y="4815995"/>
                    </a:cubicBezTo>
                    <a:cubicBezTo>
                      <a:pt x="1267878" y="4837291"/>
                      <a:pt x="1261187" y="4858482"/>
                      <a:pt x="1247327" y="4874774"/>
                    </a:cubicBezTo>
                    <a:cubicBezTo>
                      <a:pt x="1233297" y="4895973"/>
                      <a:pt x="1209835" y="4909054"/>
                      <a:pt x="1184424" y="4909842"/>
                    </a:cubicBezTo>
                    <a:cubicBezTo>
                      <a:pt x="1155734" y="4910719"/>
                      <a:pt x="1127768" y="4900783"/>
                      <a:pt x="1106048" y="4881999"/>
                    </a:cubicBezTo>
                    <a:cubicBezTo>
                      <a:pt x="1081501" y="4866906"/>
                      <a:pt x="1063755" y="4842867"/>
                      <a:pt x="1056548" y="4814965"/>
                    </a:cubicBezTo>
                    <a:cubicBezTo>
                      <a:pt x="1051404" y="4788202"/>
                      <a:pt x="1057768" y="4760495"/>
                      <a:pt x="1074073" y="4738660"/>
                    </a:cubicBezTo>
                    <a:lnTo>
                      <a:pt x="1118420" y="4769592"/>
                    </a:lnTo>
                    <a:cubicBezTo>
                      <a:pt x="1110204" y="4780482"/>
                      <a:pt x="1106836" y="4794300"/>
                      <a:pt x="1109145" y="4807745"/>
                    </a:cubicBezTo>
                    <a:cubicBezTo>
                      <a:pt x="1113721" y="4821635"/>
                      <a:pt x="1122797" y="4833601"/>
                      <a:pt x="1134920" y="4841774"/>
                    </a:cubicBezTo>
                    <a:cubicBezTo>
                      <a:pt x="1146280" y="4850859"/>
                      <a:pt x="1159772" y="4856889"/>
                      <a:pt x="1174115" y="4859312"/>
                    </a:cubicBezTo>
                    <a:cubicBezTo>
                      <a:pt x="1184857" y="4859973"/>
                      <a:pt x="1195251" y="4855351"/>
                      <a:pt x="1201954" y="4846940"/>
                    </a:cubicBezTo>
                    <a:cubicBezTo>
                      <a:pt x="1206174" y="4838863"/>
                      <a:pt x="1206174" y="4829228"/>
                      <a:pt x="1201954" y="4821160"/>
                    </a:cubicBezTo>
                    <a:cubicBezTo>
                      <a:pt x="1195488" y="4806253"/>
                      <a:pt x="1186403" y="4792630"/>
                      <a:pt x="1175145" y="4780940"/>
                    </a:cubicBezTo>
                    <a:cubicBezTo>
                      <a:pt x="1153467" y="4758851"/>
                      <a:pt x="1136611" y="4732520"/>
                      <a:pt x="1125645" y="4703593"/>
                    </a:cubicBezTo>
                    <a:cubicBezTo>
                      <a:pt x="1122094" y="4683321"/>
                      <a:pt x="1127768" y="4662533"/>
                      <a:pt x="1141102" y="4646868"/>
                    </a:cubicBezTo>
                    <a:cubicBezTo>
                      <a:pt x="1155158" y="4625216"/>
                      <a:pt x="1178327" y="4611161"/>
                      <a:pt x="1204009" y="4608716"/>
                    </a:cubicBezTo>
                    <a:close/>
                    <a:moveTo>
                      <a:pt x="4318414" y="4479809"/>
                    </a:moveTo>
                    <a:cubicBezTo>
                      <a:pt x="4347236" y="4481131"/>
                      <a:pt x="4374486" y="4493280"/>
                      <a:pt x="4394732" y="4513839"/>
                    </a:cubicBezTo>
                    <a:lnTo>
                      <a:pt x="4352444" y="4549936"/>
                    </a:lnTo>
                    <a:cubicBezTo>
                      <a:pt x="4342224" y="4539890"/>
                      <a:pt x="4328614" y="4534000"/>
                      <a:pt x="4314287" y="4533436"/>
                    </a:cubicBezTo>
                    <a:cubicBezTo>
                      <a:pt x="4299465" y="4533597"/>
                      <a:pt x="4285198" y="4539085"/>
                      <a:pt x="4274067" y="4548894"/>
                    </a:cubicBezTo>
                    <a:cubicBezTo>
                      <a:pt x="4258508" y="4561186"/>
                      <a:pt x="4250648" y="4580826"/>
                      <a:pt x="4253440" y="4600466"/>
                    </a:cubicBezTo>
                    <a:cubicBezTo>
                      <a:pt x="4258521" y="4626296"/>
                      <a:pt x="4270656" y="4650216"/>
                      <a:pt x="4288508" y="4669563"/>
                    </a:cubicBezTo>
                    <a:cubicBezTo>
                      <a:pt x="4303906" y="4690317"/>
                      <a:pt x="4325063" y="4706093"/>
                      <a:pt x="4349347" y="4714936"/>
                    </a:cubicBezTo>
                    <a:cubicBezTo>
                      <a:pt x="4367991" y="4720609"/>
                      <a:pt x="4388236" y="4716334"/>
                      <a:pt x="4402974" y="4703593"/>
                    </a:cubicBezTo>
                    <a:cubicBezTo>
                      <a:pt x="4414851" y="4694139"/>
                      <a:pt x="4422613" y="4680474"/>
                      <a:pt x="4424626" y="4665436"/>
                    </a:cubicBezTo>
                    <a:cubicBezTo>
                      <a:pt x="4425384" y="4649707"/>
                      <a:pt x="4421041" y="4634156"/>
                      <a:pt x="4412262" y="4621089"/>
                    </a:cubicBezTo>
                    <a:lnTo>
                      <a:pt x="4454541" y="4581898"/>
                    </a:lnTo>
                    <a:cubicBezTo>
                      <a:pt x="4472859" y="4606474"/>
                      <a:pt x="4481316" y="4637004"/>
                      <a:pt x="4478261" y="4667495"/>
                    </a:cubicBezTo>
                    <a:cubicBezTo>
                      <a:pt x="4469859" y="4733029"/>
                      <a:pt x="4409923" y="4779334"/>
                      <a:pt x="4344389" y="4770936"/>
                    </a:cubicBezTo>
                    <a:cubicBezTo>
                      <a:pt x="4343639" y="4770838"/>
                      <a:pt x="4342880" y="4770728"/>
                      <a:pt x="4342135" y="4770622"/>
                    </a:cubicBezTo>
                    <a:cubicBezTo>
                      <a:pt x="4303364" y="4761253"/>
                      <a:pt x="4269076" y="4738639"/>
                      <a:pt x="4245203" y="4706686"/>
                    </a:cubicBezTo>
                    <a:cubicBezTo>
                      <a:pt x="4217258" y="4677215"/>
                      <a:pt x="4200474" y="4638923"/>
                      <a:pt x="4197758" y="4598398"/>
                    </a:cubicBezTo>
                    <a:cubicBezTo>
                      <a:pt x="4196449" y="4563631"/>
                      <a:pt x="4211771" y="4530318"/>
                      <a:pt x="4239008" y="4508686"/>
                    </a:cubicBezTo>
                    <a:cubicBezTo>
                      <a:pt x="4260771" y="4489186"/>
                      <a:pt x="4289215" y="4478848"/>
                      <a:pt x="4318414" y="4479809"/>
                    </a:cubicBezTo>
                    <a:close/>
                    <a:moveTo>
                      <a:pt x="976955" y="4384335"/>
                    </a:moveTo>
                    <a:lnTo>
                      <a:pt x="998607" y="4403932"/>
                    </a:lnTo>
                    <a:lnTo>
                      <a:pt x="1019243" y="4424560"/>
                    </a:lnTo>
                    <a:lnTo>
                      <a:pt x="958400" y="4647309"/>
                    </a:lnTo>
                    <a:lnTo>
                      <a:pt x="1097611" y="4497780"/>
                    </a:lnTo>
                    <a:lnTo>
                      <a:pt x="1117204" y="4515309"/>
                    </a:lnTo>
                    <a:lnTo>
                      <a:pt x="1135772" y="4532839"/>
                    </a:lnTo>
                    <a:lnTo>
                      <a:pt x="937773" y="4746313"/>
                    </a:lnTo>
                    <a:lnTo>
                      <a:pt x="917146" y="4726715"/>
                    </a:lnTo>
                    <a:lnTo>
                      <a:pt x="897552" y="4708148"/>
                    </a:lnTo>
                    <a:lnTo>
                      <a:pt x="959425" y="4479212"/>
                    </a:lnTo>
                    <a:lnTo>
                      <a:pt x="816078" y="4632868"/>
                    </a:lnTo>
                    <a:lnTo>
                      <a:pt x="797523" y="4615339"/>
                    </a:lnTo>
                    <a:lnTo>
                      <a:pt x="777926" y="4596771"/>
                    </a:lnTo>
                    <a:close/>
                    <a:moveTo>
                      <a:pt x="883108" y="4280170"/>
                    </a:moveTo>
                    <a:lnTo>
                      <a:pt x="901675" y="4301823"/>
                    </a:lnTo>
                    <a:lnTo>
                      <a:pt x="920235" y="4322450"/>
                    </a:lnTo>
                    <a:lnTo>
                      <a:pt x="703676" y="4516326"/>
                    </a:lnTo>
                    <a:lnTo>
                      <a:pt x="685104" y="4495703"/>
                    </a:lnTo>
                    <a:lnTo>
                      <a:pt x="666549" y="4475076"/>
                    </a:lnTo>
                    <a:close/>
                    <a:moveTo>
                      <a:pt x="4535842" y="4224488"/>
                    </a:moveTo>
                    <a:lnTo>
                      <a:pt x="4751379" y="4419394"/>
                    </a:lnTo>
                    <a:lnTo>
                      <a:pt x="4732811" y="4440030"/>
                    </a:lnTo>
                    <a:lnTo>
                      <a:pt x="4714244" y="4460644"/>
                    </a:lnTo>
                    <a:lnTo>
                      <a:pt x="4616282" y="4372992"/>
                    </a:lnTo>
                    <a:lnTo>
                      <a:pt x="4546160" y="4450339"/>
                    </a:lnTo>
                    <a:lnTo>
                      <a:pt x="4644121" y="4539021"/>
                    </a:lnTo>
                    <a:lnTo>
                      <a:pt x="4625562" y="4559648"/>
                    </a:lnTo>
                    <a:lnTo>
                      <a:pt x="4606994" y="4580271"/>
                    </a:lnTo>
                    <a:lnTo>
                      <a:pt x="4390435" y="4385365"/>
                    </a:lnTo>
                    <a:lnTo>
                      <a:pt x="4409003" y="4364742"/>
                    </a:lnTo>
                    <a:lnTo>
                      <a:pt x="4428588" y="4344115"/>
                    </a:lnTo>
                    <a:lnTo>
                      <a:pt x="4509033" y="4417339"/>
                    </a:lnTo>
                    <a:lnTo>
                      <a:pt x="4579159" y="4338962"/>
                    </a:lnTo>
                    <a:lnTo>
                      <a:pt x="4497685" y="4265738"/>
                    </a:lnTo>
                    <a:lnTo>
                      <a:pt x="4517282" y="4245115"/>
                    </a:lnTo>
                    <a:close/>
                    <a:moveTo>
                      <a:pt x="4714244" y="3980082"/>
                    </a:moveTo>
                    <a:lnTo>
                      <a:pt x="4952468" y="4147141"/>
                    </a:lnTo>
                    <a:lnTo>
                      <a:pt x="4936997" y="4169836"/>
                    </a:lnTo>
                    <a:lnTo>
                      <a:pt x="4920497" y="4193556"/>
                    </a:lnTo>
                    <a:lnTo>
                      <a:pt x="4685371" y="4162611"/>
                    </a:lnTo>
                    <a:lnTo>
                      <a:pt x="4857595" y="4283280"/>
                    </a:lnTo>
                    <a:lnTo>
                      <a:pt x="4843150" y="4304933"/>
                    </a:lnTo>
                    <a:lnTo>
                      <a:pt x="4827688" y="4326585"/>
                    </a:lnTo>
                    <a:lnTo>
                      <a:pt x="4589464" y="4159526"/>
                    </a:lnTo>
                    <a:lnTo>
                      <a:pt x="4605964" y="4135806"/>
                    </a:lnTo>
                    <a:lnTo>
                      <a:pt x="4622464" y="4111056"/>
                    </a:lnTo>
                    <a:lnTo>
                      <a:pt x="4852438" y="4140959"/>
                    </a:lnTo>
                    <a:lnTo>
                      <a:pt x="4684341" y="4023400"/>
                    </a:lnTo>
                    <a:lnTo>
                      <a:pt x="4699812" y="4001735"/>
                    </a:lnTo>
                    <a:close/>
                    <a:moveTo>
                      <a:pt x="597638" y="3950764"/>
                    </a:moveTo>
                    <a:cubicBezTo>
                      <a:pt x="634299" y="3955171"/>
                      <a:pt x="666769" y="3976565"/>
                      <a:pt x="685290" y="4008514"/>
                    </a:cubicBezTo>
                    <a:cubicBezTo>
                      <a:pt x="701824" y="4032298"/>
                      <a:pt x="709489" y="4061133"/>
                      <a:pt x="706947" y="4089984"/>
                    </a:cubicBezTo>
                    <a:cubicBezTo>
                      <a:pt x="703642" y="4117853"/>
                      <a:pt x="689112" y="4143179"/>
                      <a:pt x="666723" y="4160111"/>
                    </a:cubicBezTo>
                    <a:lnTo>
                      <a:pt x="636820" y="4113709"/>
                    </a:lnTo>
                    <a:cubicBezTo>
                      <a:pt x="646858" y="4104743"/>
                      <a:pt x="652824" y="4092086"/>
                      <a:pt x="653320" y="4078637"/>
                    </a:cubicBezTo>
                    <a:cubicBezTo>
                      <a:pt x="655312" y="4064684"/>
                      <a:pt x="652401" y="4050467"/>
                      <a:pt x="645083" y="4038417"/>
                    </a:cubicBezTo>
                    <a:cubicBezTo>
                      <a:pt x="633333" y="4019158"/>
                      <a:pt x="612935" y="4006836"/>
                      <a:pt x="590418" y="4005417"/>
                    </a:cubicBezTo>
                    <a:cubicBezTo>
                      <a:pt x="563672" y="4005633"/>
                      <a:pt x="537689" y="4014294"/>
                      <a:pt x="516164" y="4030167"/>
                    </a:cubicBezTo>
                    <a:cubicBezTo>
                      <a:pt x="492672" y="4042984"/>
                      <a:pt x="474155" y="4063332"/>
                      <a:pt x="463579" y="4087917"/>
                    </a:cubicBezTo>
                    <a:cubicBezTo>
                      <a:pt x="456444" y="4108823"/>
                      <a:pt x="459910" y="4131895"/>
                      <a:pt x="472859" y="4149793"/>
                    </a:cubicBezTo>
                    <a:cubicBezTo>
                      <a:pt x="483524" y="4167429"/>
                      <a:pt x="502782" y="4178039"/>
                      <a:pt x="523388" y="4177641"/>
                    </a:cubicBezTo>
                    <a:lnTo>
                      <a:pt x="561537" y="4170421"/>
                    </a:lnTo>
                    <a:lnTo>
                      <a:pt x="561541" y="4170429"/>
                    </a:lnTo>
                    <a:lnTo>
                      <a:pt x="561541" y="4170416"/>
                    </a:lnTo>
                    <a:lnTo>
                      <a:pt x="561537" y="4170421"/>
                    </a:lnTo>
                    <a:lnTo>
                      <a:pt x="527511" y="4117832"/>
                    </a:lnTo>
                    <a:lnTo>
                      <a:pt x="569791" y="4089984"/>
                    </a:lnTo>
                    <a:lnTo>
                      <a:pt x="630638" y="4183831"/>
                    </a:lnTo>
                    <a:lnTo>
                      <a:pt x="498638" y="4269420"/>
                    </a:lnTo>
                    <a:lnTo>
                      <a:pt x="478011" y="4238488"/>
                    </a:lnTo>
                    <a:lnTo>
                      <a:pt x="506888" y="4212709"/>
                    </a:lnTo>
                    <a:lnTo>
                      <a:pt x="501732" y="4212709"/>
                    </a:lnTo>
                    <a:cubicBezTo>
                      <a:pt x="470791" y="4213391"/>
                      <a:pt x="441787" y="4197713"/>
                      <a:pt x="425414" y="4171459"/>
                    </a:cubicBezTo>
                    <a:lnTo>
                      <a:pt x="425414" y="4174543"/>
                    </a:lnTo>
                    <a:cubicBezTo>
                      <a:pt x="403478" y="4144899"/>
                      <a:pt x="397321" y="4106433"/>
                      <a:pt x="408914" y="4071417"/>
                    </a:cubicBezTo>
                    <a:cubicBezTo>
                      <a:pt x="439867" y="3995252"/>
                      <a:pt x="515507" y="3946900"/>
                      <a:pt x="597638" y="3950764"/>
                    </a:cubicBezTo>
                    <a:close/>
                    <a:moveTo>
                      <a:pt x="4896947" y="3786790"/>
                    </a:moveTo>
                    <a:cubicBezTo>
                      <a:pt x="4875921" y="3788782"/>
                      <a:pt x="4857493" y="3801710"/>
                      <a:pt x="4848489" y="3820820"/>
                    </a:cubicBezTo>
                    <a:cubicBezTo>
                      <a:pt x="4837582" y="3839269"/>
                      <a:pt x="4837582" y="3862188"/>
                      <a:pt x="4848489" y="3880625"/>
                    </a:cubicBezTo>
                    <a:cubicBezTo>
                      <a:pt x="4861425" y="3904036"/>
                      <a:pt x="4881726" y="3922515"/>
                      <a:pt x="4906239" y="3933222"/>
                    </a:cubicBezTo>
                    <a:cubicBezTo>
                      <a:pt x="4928574" y="3946616"/>
                      <a:pt x="4954514" y="3952735"/>
                      <a:pt x="4980489" y="3950764"/>
                    </a:cubicBezTo>
                    <a:cubicBezTo>
                      <a:pt x="5001234" y="3948036"/>
                      <a:pt x="5019344" y="3935324"/>
                      <a:pt x="5028950" y="3916722"/>
                    </a:cubicBezTo>
                    <a:cubicBezTo>
                      <a:pt x="5039226" y="3898112"/>
                      <a:pt x="5039226" y="3875527"/>
                      <a:pt x="5028950" y="3856917"/>
                    </a:cubicBezTo>
                    <a:cubicBezTo>
                      <a:pt x="5016544" y="3834091"/>
                      <a:pt x="4996980" y="3815981"/>
                      <a:pt x="4973268" y="3805345"/>
                    </a:cubicBezTo>
                    <a:cubicBezTo>
                      <a:pt x="4950455" y="3791176"/>
                      <a:pt x="4923722" y="3784680"/>
                      <a:pt x="4896947" y="3786790"/>
                    </a:cubicBezTo>
                    <a:close/>
                    <a:moveTo>
                      <a:pt x="4883544" y="3732138"/>
                    </a:moveTo>
                    <a:cubicBezTo>
                      <a:pt x="4923853" y="3725553"/>
                      <a:pt x="4965179" y="3733596"/>
                      <a:pt x="5000073" y="3754820"/>
                    </a:cubicBezTo>
                    <a:cubicBezTo>
                      <a:pt x="5036268" y="3771634"/>
                      <a:pt x="5065188" y="3800917"/>
                      <a:pt x="5081548" y="3837320"/>
                    </a:cubicBezTo>
                    <a:cubicBezTo>
                      <a:pt x="5095048" y="3871099"/>
                      <a:pt x="5091997" y="3909243"/>
                      <a:pt x="5073298" y="3940447"/>
                    </a:cubicBezTo>
                    <a:cubicBezTo>
                      <a:pt x="5057586" y="3972870"/>
                      <a:pt x="5027997" y="3996396"/>
                      <a:pt x="4992866" y="4004387"/>
                    </a:cubicBezTo>
                    <a:lnTo>
                      <a:pt x="4992853" y="4002319"/>
                    </a:lnTo>
                    <a:cubicBezTo>
                      <a:pt x="4912332" y="4011243"/>
                      <a:pt x="4834434" y="3970455"/>
                      <a:pt x="4795892" y="3899193"/>
                    </a:cubicBezTo>
                    <a:cubicBezTo>
                      <a:pt x="4781608" y="3865760"/>
                      <a:pt x="4783892" y="3827553"/>
                      <a:pt x="4802074" y="3796070"/>
                    </a:cubicBezTo>
                    <a:cubicBezTo>
                      <a:pt x="4817879" y="3763295"/>
                      <a:pt x="4847955" y="3739693"/>
                      <a:pt x="4883544" y="3732138"/>
                    </a:cubicBezTo>
                    <a:close/>
                    <a:moveTo>
                      <a:pt x="484020" y="3640799"/>
                    </a:moveTo>
                    <a:lnTo>
                      <a:pt x="496393" y="3667609"/>
                    </a:lnTo>
                    <a:lnTo>
                      <a:pt x="508770" y="3693397"/>
                    </a:lnTo>
                    <a:lnTo>
                      <a:pt x="368516" y="3877985"/>
                    </a:lnTo>
                    <a:lnTo>
                      <a:pt x="554147" y="3791358"/>
                    </a:lnTo>
                    <a:lnTo>
                      <a:pt x="564464" y="3815083"/>
                    </a:lnTo>
                    <a:lnTo>
                      <a:pt x="575799" y="3838803"/>
                    </a:lnTo>
                    <a:lnTo>
                      <a:pt x="311796" y="3961527"/>
                    </a:lnTo>
                    <a:lnTo>
                      <a:pt x="300448" y="3936777"/>
                    </a:lnTo>
                    <a:lnTo>
                      <a:pt x="289114" y="3910985"/>
                    </a:lnTo>
                    <a:lnTo>
                      <a:pt x="432461" y="3722274"/>
                    </a:lnTo>
                    <a:lnTo>
                      <a:pt x="241669" y="3810956"/>
                    </a:lnTo>
                    <a:lnTo>
                      <a:pt x="231364" y="3787235"/>
                    </a:lnTo>
                    <a:lnTo>
                      <a:pt x="220016" y="3763511"/>
                    </a:lnTo>
                    <a:close/>
                    <a:moveTo>
                      <a:pt x="5190696" y="3522202"/>
                    </a:moveTo>
                    <a:lnTo>
                      <a:pt x="5214407" y="3530452"/>
                    </a:lnTo>
                    <a:lnTo>
                      <a:pt x="5238128" y="3540770"/>
                    </a:lnTo>
                    <a:lnTo>
                      <a:pt x="5171098" y="3717108"/>
                    </a:lnTo>
                    <a:lnTo>
                      <a:pt x="4898845" y="3612952"/>
                    </a:lnTo>
                    <a:lnTo>
                      <a:pt x="4909150" y="3586134"/>
                    </a:lnTo>
                    <a:lnTo>
                      <a:pt x="4919468" y="3560359"/>
                    </a:lnTo>
                    <a:lnTo>
                      <a:pt x="5142225" y="3645956"/>
                    </a:lnTo>
                    <a:close/>
                    <a:moveTo>
                      <a:pt x="432461" y="3510855"/>
                    </a:moveTo>
                    <a:lnTo>
                      <a:pt x="442766" y="3537673"/>
                    </a:lnTo>
                    <a:lnTo>
                      <a:pt x="453083" y="3563452"/>
                    </a:lnTo>
                    <a:lnTo>
                      <a:pt x="180834" y="3667609"/>
                    </a:lnTo>
                    <a:lnTo>
                      <a:pt x="170517" y="3641829"/>
                    </a:lnTo>
                    <a:lnTo>
                      <a:pt x="161237" y="3616037"/>
                    </a:lnTo>
                    <a:close/>
                    <a:moveTo>
                      <a:pt x="175851" y="3314478"/>
                    </a:moveTo>
                    <a:lnTo>
                      <a:pt x="189254" y="3366046"/>
                    </a:lnTo>
                    <a:lnTo>
                      <a:pt x="172754" y="3371198"/>
                    </a:lnTo>
                    <a:cubicBezTo>
                      <a:pt x="159428" y="3373266"/>
                      <a:pt x="146945" y="3378982"/>
                      <a:pt x="136656" y="3387698"/>
                    </a:cubicBezTo>
                    <a:cubicBezTo>
                      <a:pt x="129428" y="3395016"/>
                      <a:pt x="127012" y="3405842"/>
                      <a:pt x="130474" y="3415546"/>
                    </a:cubicBezTo>
                    <a:cubicBezTo>
                      <a:pt x="132250" y="3424402"/>
                      <a:pt x="137936" y="3431978"/>
                      <a:pt x="145936" y="3436169"/>
                    </a:cubicBezTo>
                    <a:cubicBezTo>
                      <a:pt x="155932" y="3439796"/>
                      <a:pt x="166885" y="3439796"/>
                      <a:pt x="176881" y="3436169"/>
                    </a:cubicBezTo>
                    <a:lnTo>
                      <a:pt x="383130" y="3378410"/>
                    </a:lnTo>
                    <a:lnTo>
                      <a:pt x="390342" y="3405228"/>
                    </a:lnTo>
                    <a:lnTo>
                      <a:pt x="397562" y="3432046"/>
                    </a:lnTo>
                    <a:lnTo>
                      <a:pt x="191313" y="3485668"/>
                    </a:lnTo>
                    <a:cubicBezTo>
                      <a:pt x="168911" y="3495177"/>
                      <a:pt x="143597" y="3495177"/>
                      <a:pt x="121186" y="3485668"/>
                    </a:cubicBezTo>
                    <a:cubicBezTo>
                      <a:pt x="101059" y="3472969"/>
                      <a:pt x="87203" y="3452376"/>
                      <a:pt x="83034" y="3428948"/>
                    </a:cubicBezTo>
                    <a:cubicBezTo>
                      <a:pt x="74220" y="3405864"/>
                      <a:pt x="76491" y="3380012"/>
                      <a:pt x="89224" y="3358821"/>
                    </a:cubicBezTo>
                    <a:cubicBezTo>
                      <a:pt x="106907" y="3337495"/>
                      <a:pt x="131906" y="3323516"/>
                      <a:pt x="159351" y="3319631"/>
                    </a:cubicBezTo>
                    <a:close/>
                    <a:moveTo>
                      <a:pt x="5138274" y="3210244"/>
                    </a:moveTo>
                    <a:cubicBezTo>
                      <a:pt x="5125043" y="3210244"/>
                      <a:pt x="5111813" y="3212330"/>
                      <a:pt x="5099086" y="3216504"/>
                    </a:cubicBezTo>
                    <a:cubicBezTo>
                      <a:pt x="5079077" y="3223868"/>
                      <a:pt x="5064268" y="3241017"/>
                      <a:pt x="5059891" y="3261881"/>
                    </a:cubicBezTo>
                    <a:cubicBezTo>
                      <a:pt x="5054264" y="3282483"/>
                      <a:pt x="5059298" y="3304538"/>
                      <a:pt x="5073306" y="3320669"/>
                    </a:cubicBezTo>
                    <a:cubicBezTo>
                      <a:pt x="5092234" y="3339495"/>
                      <a:pt x="5116247" y="3352402"/>
                      <a:pt x="5142395" y="3357783"/>
                    </a:cubicBezTo>
                    <a:cubicBezTo>
                      <a:pt x="5167221" y="3365686"/>
                      <a:pt x="5193886" y="3365686"/>
                      <a:pt x="5218712" y="3357783"/>
                    </a:cubicBezTo>
                    <a:cubicBezTo>
                      <a:pt x="5238386" y="3349957"/>
                      <a:pt x="5253013" y="3333021"/>
                      <a:pt x="5257895" y="3312406"/>
                    </a:cubicBezTo>
                    <a:cubicBezTo>
                      <a:pt x="5263526" y="3291805"/>
                      <a:pt x="5258500" y="3269762"/>
                      <a:pt x="5244492" y="3253631"/>
                    </a:cubicBezTo>
                    <a:lnTo>
                      <a:pt x="5244492" y="3252601"/>
                    </a:lnTo>
                    <a:cubicBezTo>
                      <a:pt x="5226539" y="3233775"/>
                      <a:pt x="5203068" y="3221127"/>
                      <a:pt x="5177463" y="3216504"/>
                    </a:cubicBezTo>
                    <a:cubicBezTo>
                      <a:pt x="5164736" y="3212330"/>
                      <a:pt x="5151505" y="3210244"/>
                      <a:pt x="5138274" y="3210244"/>
                    </a:cubicBezTo>
                    <a:close/>
                    <a:moveTo>
                      <a:pt x="5126906" y="3154598"/>
                    </a:moveTo>
                    <a:cubicBezTo>
                      <a:pt x="5146974" y="3153550"/>
                      <a:pt x="5167221" y="3155951"/>
                      <a:pt x="5186742" y="3161852"/>
                    </a:cubicBezTo>
                    <a:cubicBezTo>
                      <a:pt x="5227289" y="3169148"/>
                      <a:pt x="5263869" y="3190737"/>
                      <a:pt x="5289865" y="3222699"/>
                    </a:cubicBezTo>
                    <a:cubicBezTo>
                      <a:pt x="5328322" y="3283283"/>
                      <a:pt x="5310382" y="3363576"/>
                      <a:pt x="5249797" y="3402033"/>
                    </a:cubicBezTo>
                    <a:cubicBezTo>
                      <a:pt x="5248051" y="3403135"/>
                      <a:pt x="5246289" y="3404207"/>
                      <a:pt x="5244492" y="3405228"/>
                    </a:cubicBezTo>
                    <a:lnTo>
                      <a:pt x="5240365" y="3407296"/>
                    </a:lnTo>
                    <a:cubicBezTo>
                      <a:pt x="5163484" y="3435283"/>
                      <a:pt x="5077302" y="3413639"/>
                      <a:pt x="5022768" y="3352631"/>
                    </a:cubicBezTo>
                    <a:cubicBezTo>
                      <a:pt x="5000455" y="3323203"/>
                      <a:pt x="4993544" y="3284877"/>
                      <a:pt x="5004209" y="3249504"/>
                    </a:cubicBezTo>
                    <a:cubicBezTo>
                      <a:pt x="5012188" y="3214123"/>
                      <a:pt x="5035675" y="3184199"/>
                      <a:pt x="5068141" y="3168042"/>
                    </a:cubicBezTo>
                    <a:cubicBezTo>
                      <a:pt x="5086948" y="3160144"/>
                      <a:pt x="5106838" y="3155646"/>
                      <a:pt x="5126906" y="3154598"/>
                    </a:cubicBezTo>
                    <a:close/>
                    <a:moveTo>
                      <a:pt x="332419" y="3145784"/>
                    </a:moveTo>
                    <a:lnTo>
                      <a:pt x="337575" y="3173631"/>
                    </a:lnTo>
                    <a:lnTo>
                      <a:pt x="342736" y="3201479"/>
                    </a:lnTo>
                    <a:lnTo>
                      <a:pt x="57080" y="3256135"/>
                    </a:lnTo>
                    <a:lnTo>
                      <a:pt x="51915" y="3229313"/>
                    </a:lnTo>
                    <a:lnTo>
                      <a:pt x="46763" y="3201479"/>
                    </a:lnTo>
                    <a:close/>
                    <a:moveTo>
                      <a:pt x="298393" y="2871475"/>
                    </a:moveTo>
                    <a:lnTo>
                      <a:pt x="322114" y="3066382"/>
                    </a:lnTo>
                    <a:lnTo>
                      <a:pt x="296334" y="3069479"/>
                    </a:lnTo>
                    <a:lnTo>
                      <a:pt x="270554" y="3072576"/>
                    </a:lnTo>
                    <a:lnTo>
                      <a:pt x="253016" y="2933352"/>
                    </a:lnTo>
                    <a:lnTo>
                      <a:pt x="192169" y="2940573"/>
                    </a:lnTo>
                    <a:lnTo>
                      <a:pt x="207639" y="3070509"/>
                    </a:lnTo>
                    <a:lnTo>
                      <a:pt x="183932" y="3073606"/>
                    </a:lnTo>
                    <a:lnTo>
                      <a:pt x="158139" y="3076699"/>
                    </a:lnTo>
                    <a:lnTo>
                      <a:pt x="142669" y="2946755"/>
                    </a:lnTo>
                    <a:lnTo>
                      <a:pt x="67390" y="2956047"/>
                    </a:lnTo>
                    <a:lnTo>
                      <a:pt x="84919" y="3102479"/>
                    </a:lnTo>
                    <a:lnTo>
                      <a:pt x="60178" y="3105576"/>
                    </a:lnTo>
                    <a:lnTo>
                      <a:pt x="34390" y="3108674"/>
                    </a:lnTo>
                    <a:lnTo>
                      <a:pt x="8610" y="2906535"/>
                    </a:lnTo>
                    <a:close/>
                    <a:moveTo>
                      <a:pt x="5165090" y="2814306"/>
                    </a:moveTo>
                    <a:lnTo>
                      <a:pt x="5159933" y="2870001"/>
                    </a:lnTo>
                    <a:cubicBezTo>
                      <a:pt x="5146649" y="2871128"/>
                      <a:pt x="5134200" y="2876984"/>
                      <a:pt x="5124865" y="2886501"/>
                    </a:cubicBezTo>
                    <a:cubicBezTo>
                      <a:pt x="5114755" y="2896785"/>
                      <a:pt x="5108552" y="2910285"/>
                      <a:pt x="5107340" y="2924653"/>
                    </a:cubicBezTo>
                    <a:cubicBezTo>
                      <a:pt x="5104459" y="2946827"/>
                      <a:pt x="5112988" y="2968945"/>
                      <a:pt x="5130022" y="2983433"/>
                    </a:cubicBezTo>
                    <a:cubicBezTo>
                      <a:pt x="5150581" y="3000594"/>
                      <a:pt x="5176467" y="3010068"/>
                      <a:pt x="5203242" y="3010250"/>
                    </a:cubicBezTo>
                    <a:cubicBezTo>
                      <a:pt x="5229683" y="3014538"/>
                      <a:pt x="5256801" y="3010195"/>
                      <a:pt x="5280589" y="2997878"/>
                    </a:cubicBezTo>
                    <a:cubicBezTo>
                      <a:pt x="5298852" y="2985000"/>
                      <a:pt x="5310255" y="2964496"/>
                      <a:pt x="5311521" y="2942183"/>
                    </a:cubicBezTo>
                    <a:lnTo>
                      <a:pt x="5311534" y="2942183"/>
                    </a:lnTo>
                    <a:cubicBezTo>
                      <a:pt x="5313394" y="2921937"/>
                      <a:pt x="5304852" y="2902124"/>
                      <a:pt x="5288839" y="2889598"/>
                    </a:cubicBezTo>
                    <a:cubicBezTo>
                      <a:pt x="5278695" y="2881683"/>
                      <a:pt x="5267140" y="2875725"/>
                      <a:pt x="5254810" y="2872056"/>
                    </a:cubicBezTo>
                    <a:lnTo>
                      <a:pt x="5254810" y="2933933"/>
                    </a:lnTo>
                    <a:lnTo>
                      <a:pt x="5204272" y="2933933"/>
                    </a:lnTo>
                    <a:lnTo>
                      <a:pt x="5214590" y="2822556"/>
                    </a:lnTo>
                    <a:lnTo>
                      <a:pt x="5370309" y="2835971"/>
                    </a:lnTo>
                    <a:lnTo>
                      <a:pt x="5370309" y="2873098"/>
                    </a:lnTo>
                    <a:lnTo>
                      <a:pt x="5337310" y="2873098"/>
                    </a:lnTo>
                    <a:cubicBezTo>
                      <a:pt x="5362157" y="2891471"/>
                      <a:pt x="5375161" y="2921827"/>
                      <a:pt x="5371339" y="2952501"/>
                    </a:cubicBezTo>
                    <a:lnTo>
                      <a:pt x="5362059" y="2957653"/>
                    </a:lnTo>
                    <a:cubicBezTo>
                      <a:pt x="5360623" y="2993416"/>
                      <a:pt x="5342237" y="3026339"/>
                      <a:pt x="5312560" y="3046335"/>
                    </a:cubicBezTo>
                    <a:cubicBezTo>
                      <a:pt x="5278996" y="3068064"/>
                      <a:pt x="5238678" y="3076856"/>
                      <a:pt x="5199115" y="3071085"/>
                    </a:cubicBezTo>
                    <a:cubicBezTo>
                      <a:pt x="5158463" y="3069356"/>
                      <a:pt x="5119734" y="3053276"/>
                      <a:pt x="5089810" y="3025712"/>
                    </a:cubicBezTo>
                    <a:cubicBezTo>
                      <a:pt x="5062840" y="2998653"/>
                      <a:pt x="5050552" y="2960276"/>
                      <a:pt x="5056806" y="2922585"/>
                    </a:cubicBezTo>
                    <a:cubicBezTo>
                      <a:pt x="5058268" y="2893700"/>
                      <a:pt x="5069963" y="2866285"/>
                      <a:pt x="5089810" y="2845251"/>
                    </a:cubicBezTo>
                    <a:cubicBezTo>
                      <a:pt x="5109603" y="2825048"/>
                      <a:pt x="5136819" y="2813861"/>
                      <a:pt x="5165090" y="2814306"/>
                    </a:cubicBezTo>
                    <a:close/>
                    <a:moveTo>
                      <a:pt x="176868" y="2618374"/>
                    </a:moveTo>
                    <a:lnTo>
                      <a:pt x="176868" y="2682319"/>
                    </a:lnTo>
                    <a:cubicBezTo>
                      <a:pt x="175377" y="2693167"/>
                      <a:pt x="177940" y="2704188"/>
                      <a:pt x="184089" y="2713251"/>
                    </a:cubicBezTo>
                    <a:cubicBezTo>
                      <a:pt x="190466" y="2720819"/>
                      <a:pt x="199983" y="2725010"/>
                      <a:pt x="209868" y="2724599"/>
                    </a:cubicBezTo>
                    <a:cubicBezTo>
                      <a:pt x="218703" y="2725281"/>
                      <a:pt x="227266" y="2721391"/>
                      <a:pt x="232550" y="2714281"/>
                    </a:cubicBezTo>
                    <a:cubicBezTo>
                      <a:pt x="238097" y="2704167"/>
                      <a:pt x="240944" y="2692811"/>
                      <a:pt x="240800" y="2681281"/>
                    </a:cubicBezTo>
                    <a:lnTo>
                      <a:pt x="240813" y="2619413"/>
                    </a:lnTo>
                    <a:close/>
                    <a:moveTo>
                      <a:pt x="50021" y="2618374"/>
                    </a:moveTo>
                    <a:lnTo>
                      <a:pt x="50021" y="2686442"/>
                    </a:lnTo>
                    <a:cubicBezTo>
                      <a:pt x="49352" y="2698171"/>
                      <a:pt x="52619" y="2709785"/>
                      <a:pt x="59309" y="2719446"/>
                    </a:cubicBezTo>
                    <a:cubicBezTo>
                      <a:pt x="67886" y="2726883"/>
                      <a:pt x="78885" y="2730921"/>
                      <a:pt x="90241" y="2730781"/>
                    </a:cubicBezTo>
                    <a:cubicBezTo>
                      <a:pt x="100758" y="2731374"/>
                      <a:pt x="110979" y="2727217"/>
                      <a:pt x="118089" y="2719446"/>
                    </a:cubicBezTo>
                    <a:cubicBezTo>
                      <a:pt x="124932" y="2709861"/>
                      <a:pt x="128212" y="2698192"/>
                      <a:pt x="127368" y="2686442"/>
                    </a:cubicBezTo>
                    <a:lnTo>
                      <a:pt x="127368" y="2619413"/>
                    </a:lnTo>
                    <a:close/>
                    <a:moveTo>
                      <a:pt x="521" y="2563722"/>
                    </a:moveTo>
                    <a:lnTo>
                      <a:pt x="291342" y="2568875"/>
                    </a:lnTo>
                    <a:lnTo>
                      <a:pt x="291342" y="2595692"/>
                    </a:lnTo>
                    <a:lnTo>
                      <a:pt x="291342" y="2698819"/>
                    </a:lnTo>
                    <a:cubicBezTo>
                      <a:pt x="292465" y="2720667"/>
                      <a:pt x="285071" y="2742116"/>
                      <a:pt x="270715" y="2758628"/>
                    </a:cubicBezTo>
                    <a:cubicBezTo>
                      <a:pt x="256694" y="2773632"/>
                      <a:pt x="236491" y="2781255"/>
                      <a:pt x="216050" y="2779251"/>
                    </a:cubicBezTo>
                    <a:cubicBezTo>
                      <a:pt x="194898" y="2780421"/>
                      <a:pt x="174487" y="2771175"/>
                      <a:pt x="161398" y="2754501"/>
                    </a:cubicBezTo>
                    <a:cubicBezTo>
                      <a:pt x="159296" y="2751645"/>
                      <a:pt x="157563" y="2748527"/>
                      <a:pt x="156245" y="2745222"/>
                    </a:cubicBezTo>
                    <a:cubicBezTo>
                      <a:pt x="153419" y="2751090"/>
                      <a:pt x="149966" y="2756624"/>
                      <a:pt x="145928" y="2761721"/>
                    </a:cubicBezTo>
                    <a:cubicBezTo>
                      <a:pt x="132512" y="2778569"/>
                      <a:pt x="111733" y="2787806"/>
                      <a:pt x="90241" y="2786476"/>
                    </a:cubicBezTo>
                    <a:cubicBezTo>
                      <a:pt x="64780" y="2787611"/>
                      <a:pt x="40030" y="2777865"/>
                      <a:pt x="22174" y="2759654"/>
                    </a:cubicBezTo>
                    <a:cubicBezTo>
                      <a:pt x="5598" y="2738650"/>
                      <a:pt x="-2165" y="2712027"/>
                      <a:pt x="521" y="2685404"/>
                    </a:cubicBezTo>
                    <a:lnTo>
                      <a:pt x="521" y="2590540"/>
                    </a:lnTo>
                    <a:close/>
                    <a:moveTo>
                      <a:pt x="5076221" y="2512595"/>
                    </a:moveTo>
                    <a:lnTo>
                      <a:pt x="5259793" y="2594069"/>
                    </a:lnTo>
                    <a:lnTo>
                      <a:pt x="5370131" y="2589942"/>
                    </a:lnTo>
                    <a:lnTo>
                      <a:pt x="5371170" y="2618819"/>
                    </a:lnTo>
                    <a:lnTo>
                      <a:pt x="5372199" y="2646654"/>
                    </a:lnTo>
                    <a:lnTo>
                      <a:pt x="5262878" y="2649751"/>
                    </a:lnTo>
                    <a:lnTo>
                      <a:pt x="5084471" y="2749781"/>
                    </a:lnTo>
                    <a:lnTo>
                      <a:pt x="5083442" y="2716781"/>
                    </a:lnTo>
                    <a:lnTo>
                      <a:pt x="5082416" y="2683781"/>
                    </a:lnTo>
                    <a:lnTo>
                      <a:pt x="5206166" y="2622942"/>
                    </a:lnTo>
                    <a:lnTo>
                      <a:pt x="5207196" y="2622942"/>
                    </a:lnTo>
                    <a:lnTo>
                      <a:pt x="5078289" y="2575502"/>
                    </a:lnTo>
                    <a:lnTo>
                      <a:pt x="5077251" y="2543527"/>
                    </a:lnTo>
                    <a:close/>
                    <a:moveTo>
                      <a:pt x="605887" y="985886"/>
                    </a:moveTo>
                    <a:cubicBezTo>
                      <a:pt x="604415" y="988441"/>
                      <a:pt x="604415" y="991581"/>
                      <a:pt x="605887" y="994136"/>
                    </a:cubicBezTo>
                    <a:lnTo>
                      <a:pt x="605887" y="998261"/>
                    </a:lnTo>
                    <a:lnTo>
                      <a:pt x="601762" y="998261"/>
                    </a:lnTo>
                    <a:close/>
                    <a:moveTo>
                      <a:pt x="667763" y="958039"/>
                    </a:moveTo>
                    <a:cubicBezTo>
                      <a:pt x="671888" y="958039"/>
                      <a:pt x="685292" y="958039"/>
                      <a:pt x="690446" y="958039"/>
                    </a:cubicBezTo>
                    <a:lnTo>
                      <a:pt x="699735" y="967329"/>
                    </a:lnTo>
                    <a:cubicBezTo>
                      <a:pt x="704705" y="971638"/>
                      <a:pt x="709198" y="976478"/>
                      <a:pt x="713139" y="981761"/>
                    </a:cubicBezTo>
                    <a:cubicBezTo>
                      <a:pt x="713139" y="981761"/>
                      <a:pt x="713139" y="994136"/>
                      <a:pt x="721389" y="1003414"/>
                    </a:cubicBezTo>
                    <a:lnTo>
                      <a:pt x="735821" y="1020943"/>
                    </a:lnTo>
                    <a:lnTo>
                      <a:pt x="763668" y="1049818"/>
                    </a:lnTo>
                    <a:cubicBezTo>
                      <a:pt x="769276" y="1055621"/>
                      <a:pt x="774452" y="1061825"/>
                      <a:pt x="779140" y="1068386"/>
                    </a:cubicBezTo>
                    <a:lnTo>
                      <a:pt x="793572" y="1083858"/>
                    </a:lnTo>
                    <a:cubicBezTo>
                      <a:pt x="799765" y="1090040"/>
                      <a:pt x="804919" y="1083858"/>
                      <a:pt x="806987" y="1090040"/>
                    </a:cubicBezTo>
                    <a:lnTo>
                      <a:pt x="813169" y="1090040"/>
                    </a:lnTo>
                    <a:cubicBezTo>
                      <a:pt x="813169" y="1090040"/>
                      <a:pt x="822447" y="1090040"/>
                      <a:pt x="824515" y="1097261"/>
                    </a:cubicBezTo>
                    <a:cubicBezTo>
                      <a:pt x="826572" y="1104483"/>
                      <a:pt x="831737" y="1110665"/>
                      <a:pt x="838948" y="1120983"/>
                    </a:cubicBezTo>
                    <a:cubicBezTo>
                      <a:pt x="842672" y="1126039"/>
                      <a:pt x="844491" y="1132243"/>
                      <a:pt x="844112" y="1138512"/>
                    </a:cubicBezTo>
                    <a:cubicBezTo>
                      <a:pt x="843527" y="1149837"/>
                      <a:pt x="841091" y="1160989"/>
                      <a:pt x="836890" y="1171512"/>
                    </a:cubicBezTo>
                    <a:cubicBezTo>
                      <a:pt x="831737" y="1182859"/>
                      <a:pt x="836890" y="1198320"/>
                      <a:pt x="836890" y="1206570"/>
                    </a:cubicBezTo>
                    <a:cubicBezTo>
                      <a:pt x="834877" y="1215848"/>
                      <a:pt x="831758" y="1224856"/>
                      <a:pt x="827612" y="1233388"/>
                    </a:cubicBezTo>
                    <a:cubicBezTo>
                      <a:pt x="823389" y="1246099"/>
                      <a:pt x="820618" y="1259243"/>
                      <a:pt x="819362" y="1272570"/>
                    </a:cubicBezTo>
                    <a:cubicBezTo>
                      <a:pt x="819362" y="1279792"/>
                      <a:pt x="813169" y="1287014"/>
                      <a:pt x="811112" y="1294235"/>
                    </a:cubicBezTo>
                    <a:cubicBezTo>
                      <a:pt x="812238" y="1307271"/>
                      <a:pt x="812238" y="1320382"/>
                      <a:pt x="811112" y="1333418"/>
                    </a:cubicBezTo>
                    <a:cubicBezTo>
                      <a:pt x="811112" y="1340639"/>
                      <a:pt x="791515" y="1333418"/>
                      <a:pt x="782236" y="1333418"/>
                    </a:cubicBezTo>
                    <a:lnTo>
                      <a:pt x="765736" y="1333418"/>
                    </a:lnTo>
                    <a:cubicBezTo>
                      <a:pt x="765736" y="1333418"/>
                      <a:pt x="755418" y="1327235"/>
                      <a:pt x="751293" y="1325168"/>
                    </a:cubicBezTo>
                    <a:lnTo>
                      <a:pt x="736861" y="1317946"/>
                    </a:lnTo>
                    <a:cubicBezTo>
                      <a:pt x="733937" y="1313962"/>
                      <a:pt x="733937" y="1308537"/>
                      <a:pt x="736861" y="1304542"/>
                    </a:cubicBezTo>
                    <a:cubicBezTo>
                      <a:pt x="736861" y="1304542"/>
                      <a:pt x="743043" y="1298360"/>
                      <a:pt x="744071" y="1294235"/>
                    </a:cubicBezTo>
                    <a:cubicBezTo>
                      <a:pt x="746388" y="1287165"/>
                      <a:pt x="748121" y="1279922"/>
                      <a:pt x="749225" y="1272570"/>
                    </a:cubicBezTo>
                    <a:cubicBezTo>
                      <a:pt x="750589" y="1265219"/>
                      <a:pt x="753393" y="1258214"/>
                      <a:pt x="757475" y="1251945"/>
                    </a:cubicBezTo>
                    <a:cubicBezTo>
                      <a:pt x="761633" y="1238736"/>
                      <a:pt x="765076" y="1225311"/>
                      <a:pt x="767793" y="1211723"/>
                    </a:cubicBezTo>
                    <a:cubicBezTo>
                      <a:pt x="767793" y="1205541"/>
                      <a:pt x="772958" y="1194195"/>
                      <a:pt x="767793" y="1188012"/>
                    </a:cubicBezTo>
                    <a:cubicBezTo>
                      <a:pt x="758807" y="1179048"/>
                      <a:pt x="749149" y="1170776"/>
                      <a:pt x="738918" y="1163262"/>
                    </a:cubicBezTo>
                    <a:cubicBezTo>
                      <a:pt x="735540" y="1162342"/>
                      <a:pt x="731978" y="1162342"/>
                      <a:pt x="728610" y="1163262"/>
                    </a:cubicBezTo>
                    <a:cubicBezTo>
                      <a:pt x="726510" y="1168643"/>
                      <a:pt x="723349" y="1173559"/>
                      <a:pt x="719321" y="1177705"/>
                    </a:cubicBezTo>
                    <a:cubicBezTo>
                      <a:pt x="719321" y="1177694"/>
                      <a:pt x="719321" y="1189041"/>
                      <a:pt x="712110" y="1193166"/>
                    </a:cubicBezTo>
                    <a:cubicBezTo>
                      <a:pt x="704889" y="1197291"/>
                      <a:pt x="712110" y="1202456"/>
                      <a:pt x="704889" y="1203484"/>
                    </a:cubicBezTo>
                    <a:cubicBezTo>
                      <a:pt x="701890" y="1204588"/>
                      <a:pt x="698609" y="1204588"/>
                      <a:pt x="695610" y="1203484"/>
                    </a:cubicBezTo>
                    <a:cubicBezTo>
                      <a:pt x="687360" y="1203484"/>
                      <a:pt x="684263" y="1196263"/>
                      <a:pt x="678070" y="1192138"/>
                    </a:cubicBezTo>
                    <a:cubicBezTo>
                      <a:pt x="671888" y="1188012"/>
                      <a:pt x="670860" y="1192138"/>
                      <a:pt x="665695" y="1185945"/>
                    </a:cubicBezTo>
                    <a:cubicBezTo>
                      <a:pt x="660336" y="1178377"/>
                      <a:pt x="654100" y="1171458"/>
                      <a:pt x="647138" y="1165319"/>
                    </a:cubicBezTo>
                    <a:cubicBezTo>
                      <a:pt x="637859" y="1158109"/>
                      <a:pt x="647138" y="1147791"/>
                      <a:pt x="647138" y="1142637"/>
                    </a:cubicBezTo>
                    <a:cubicBezTo>
                      <a:pt x="647138" y="1137483"/>
                      <a:pt x="652292" y="1127165"/>
                      <a:pt x="657445" y="1120983"/>
                    </a:cubicBezTo>
                    <a:cubicBezTo>
                      <a:pt x="661473" y="1117389"/>
                      <a:pt x="664959" y="1113220"/>
                      <a:pt x="667763" y="1108608"/>
                    </a:cubicBezTo>
                    <a:cubicBezTo>
                      <a:pt x="671574" y="1101105"/>
                      <a:pt x="674346" y="1093126"/>
                      <a:pt x="676013" y="1084886"/>
                    </a:cubicBezTo>
                    <a:cubicBezTo>
                      <a:pt x="676013" y="1077665"/>
                      <a:pt x="676013" y="1070454"/>
                      <a:pt x="667763" y="1063233"/>
                    </a:cubicBezTo>
                    <a:cubicBezTo>
                      <a:pt x="659513" y="1056011"/>
                      <a:pt x="652292" y="1039511"/>
                      <a:pt x="639916" y="1027136"/>
                    </a:cubicBezTo>
                    <a:cubicBezTo>
                      <a:pt x="632511" y="1019806"/>
                      <a:pt x="622496" y="1015724"/>
                      <a:pt x="612080" y="1015789"/>
                    </a:cubicBezTo>
                    <a:cubicBezTo>
                      <a:pt x="609255" y="1015269"/>
                      <a:pt x="606916" y="1013310"/>
                      <a:pt x="605887" y="1010636"/>
                    </a:cubicBezTo>
                    <a:lnTo>
                      <a:pt x="605887" y="998261"/>
                    </a:lnTo>
                    <a:lnTo>
                      <a:pt x="607303" y="998261"/>
                    </a:lnTo>
                    <a:cubicBezTo>
                      <a:pt x="610267" y="998261"/>
                      <a:pt x="613618" y="998261"/>
                      <a:pt x="615166" y="998261"/>
                    </a:cubicBezTo>
                    <a:cubicBezTo>
                      <a:pt x="620569" y="994093"/>
                      <a:pt x="625733" y="989610"/>
                      <a:pt x="630638" y="984858"/>
                    </a:cubicBezTo>
                    <a:cubicBezTo>
                      <a:pt x="635358" y="980289"/>
                      <a:pt x="639830" y="975460"/>
                      <a:pt x="644041" y="970415"/>
                    </a:cubicBezTo>
                    <a:cubicBezTo>
                      <a:pt x="647051" y="966961"/>
                      <a:pt x="650992" y="964460"/>
                      <a:pt x="655388" y="963193"/>
                    </a:cubicBezTo>
                    <a:cubicBezTo>
                      <a:pt x="655388" y="963193"/>
                      <a:pt x="663638" y="958039"/>
                      <a:pt x="667763" y="958039"/>
                    </a:cubicBezTo>
                    <a:close/>
                    <a:moveTo>
                      <a:pt x="4670338" y="809159"/>
                    </a:moveTo>
                    <a:cubicBezTo>
                      <a:pt x="4673689" y="808515"/>
                      <a:pt x="4677814" y="809029"/>
                      <a:pt x="4680391" y="812634"/>
                    </a:cubicBezTo>
                    <a:cubicBezTo>
                      <a:pt x="4685545" y="819856"/>
                      <a:pt x="4686584" y="818827"/>
                      <a:pt x="4688641" y="820884"/>
                    </a:cubicBezTo>
                    <a:cubicBezTo>
                      <a:pt x="4690709" y="822952"/>
                      <a:pt x="4694834" y="820884"/>
                      <a:pt x="4695863" y="820884"/>
                    </a:cubicBezTo>
                    <a:cubicBezTo>
                      <a:pt x="4697768" y="823689"/>
                      <a:pt x="4697768" y="827370"/>
                      <a:pt x="4695863" y="830174"/>
                    </a:cubicBezTo>
                    <a:cubicBezTo>
                      <a:pt x="4695863" y="835327"/>
                      <a:pt x="4689670" y="836356"/>
                      <a:pt x="4687613" y="841510"/>
                    </a:cubicBezTo>
                    <a:cubicBezTo>
                      <a:pt x="4685545" y="846674"/>
                      <a:pt x="4676266" y="849760"/>
                      <a:pt x="4675238" y="853885"/>
                    </a:cubicBezTo>
                    <a:cubicBezTo>
                      <a:pt x="4674209" y="858021"/>
                      <a:pt x="4675238" y="861106"/>
                      <a:pt x="4668016" y="861106"/>
                    </a:cubicBezTo>
                    <a:cubicBezTo>
                      <a:pt x="4660794" y="861106"/>
                      <a:pt x="4660794" y="867299"/>
                      <a:pt x="4658737" y="868328"/>
                    </a:cubicBezTo>
                    <a:cubicBezTo>
                      <a:pt x="4655197" y="872020"/>
                      <a:pt x="4651408" y="875463"/>
                      <a:pt x="4647391" y="878635"/>
                    </a:cubicBezTo>
                    <a:lnTo>
                      <a:pt x="4627794" y="899260"/>
                    </a:lnTo>
                    <a:cubicBezTo>
                      <a:pt x="4627794" y="899260"/>
                      <a:pt x="4627794" y="909579"/>
                      <a:pt x="4616459" y="914732"/>
                    </a:cubicBezTo>
                    <a:lnTo>
                      <a:pt x="4606141" y="924011"/>
                    </a:lnTo>
                    <a:cubicBezTo>
                      <a:pt x="4599958" y="929164"/>
                      <a:pt x="4591708" y="924011"/>
                      <a:pt x="4589640" y="932261"/>
                    </a:cubicBezTo>
                    <a:cubicBezTo>
                      <a:pt x="4588092" y="935888"/>
                      <a:pt x="4588092" y="939981"/>
                      <a:pt x="4589640" y="943608"/>
                    </a:cubicBezTo>
                    <a:cubicBezTo>
                      <a:pt x="4589640" y="943608"/>
                      <a:pt x="4600987" y="949800"/>
                      <a:pt x="4604083" y="951858"/>
                    </a:cubicBezTo>
                    <a:cubicBezTo>
                      <a:pt x="4606985" y="955799"/>
                      <a:pt x="4610460" y="959274"/>
                      <a:pt x="4614391" y="962176"/>
                    </a:cubicBezTo>
                    <a:lnTo>
                      <a:pt x="4632959" y="975579"/>
                    </a:lnTo>
                    <a:lnTo>
                      <a:pt x="4644294" y="981762"/>
                    </a:lnTo>
                    <a:lnTo>
                      <a:pt x="4655641" y="981762"/>
                    </a:lnTo>
                    <a:cubicBezTo>
                      <a:pt x="4657601" y="982693"/>
                      <a:pt x="4659874" y="982693"/>
                      <a:pt x="4661834" y="981762"/>
                    </a:cubicBezTo>
                    <a:cubicBezTo>
                      <a:pt x="4661834" y="975579"/>
                      <a:pt x="4661834" y="973511"/>
                      <a:pt x="4653584" y="970426"/>
                    </a:cubicBezTo>
                    <a:cubicBezTo>
                      <a:pt x="4645334" y="967329"/>
                      <a:pt x="4641209" y="970426"/>
                      <a:pt x="4641209" y="965261"/>
                    </a:cubicBezTo>
                    <a:cubicBezTo>
                      <a:pt x="4641209" y="960108"/>
                      <a:pt x="4641209" y="957011"/>
                      <a:pt x="4647391" y="954954"/>
                    </a:cubicBezTo>
                    <a:cubicBezTo>
                      <a:pt x="4653584" y="952886"/>
                      <a:pt x="4654612" y="945675"/>
                      <a:pt x="4647391" y="942579"/>
                    </a:cubicBezTo>
                    <a:cubicBezTo>
                      <a:pt x="4640180" y="939482"/>
                      <a:pt x="4637084" y="942579"/>
                      <a:pt x="4633987" y="948761"/>
                    </a:cubicBezTo>
                    <a:cubicBezTo>
                      <a:pt x="4631724" y="951327"/>
                      <a:pt x="4627816" y="951576"/>
                      <a:pt x="4625250" y="949313"/>
                    </a:cubicBezTo>
                    <a:cubicBezTo>
                      <a:pt x="4625055" y="949140"/>
                      <a:pt x="4624871" y="948956"/>
                      <a:pt x="4624709" y="948761"/>
                    </a:cubicBezTo>
                    <a:cubicBezTo>
                      <a:pt x="4624709" y="948761"/>
                      <a:pt x="4616459" y="948761"/>
                      <a:pt x="4615419" y="948761"/>
                    </a:cubicBezTo>
                    <a:cubicBezTo>
                      <a:pt x="4613503" y="942503"/>
                      <a:pt x="4616036" y="935726"/>
                      <a:pt x="4621612" y="932261"/>
                    </a:cubicBezTo>
                    <a:cubicBezTo>
                      <a:pt x="4629375" y="924509"/>
                      <a:pt x="4637647" y="917266"/>
                      <a:pt x="4646362" y="910607"/>
                    </a:cubicBezTo>
                    <a:cubicBezTo>
                      <a:pt x="4651516" y="910607"/>
                      <a:pt x="4655641" y="896175"/>
                      <a:pt x="4659766" y="893078"/>
                    </a:cubicBezTo>
                    <a:cubicBezTo>
                      <a:pt x="4667854" y="886062"/>
                      <a:pt x="4675443" y="878484"/>
                      <a:pt x="4682459" y="870385"/>
                    </a:cubicBezTo>
                    <a:cubicBezTo>
                      <a:pt x="4684689" y="867776"/>
                      <a:pt x="4686757" y="865015"/>
                      <a:pt x="4688641" y="862146"/>
                    </a:cubicBezTo>
                    <a:cubicBezTo>
                      <a:pt x="4693199" y="858129"/>
                      <a:pt x="4699067" y="855920"/>
                      <a:pt x="4705141" y="855953"/>
                    </a:cubicBezTo>
                    <a:cubicBezTo>
                      <a:pt x="4708855" y="854946"/>
                      <a:pt x="4712774" y="854946"/>
                      <a:pt x="4716488" y="855953"/>
                    </a:cubicBezTo>
                    <a:cubicBezTo>
                      <a:pt x="4716488" y="855953"/>
                      <a:pt x="4716488" y="866260"/>
                      <a:pt x="4707209" y="871424"/>
                    </a:cubicBezTo>
                    <a:cubicBezTo>
                      <a:pt x="4704134" y="873990"/>
                      <a:pt x="4702261" y="877726"/>
                      <a:pt x="4702056" y="881732"/>
                    </a:cubicBezTo>
                    <a:cubicBezTo>
                      <a:pt x="4695440" y="891747"/>
                      <a:pt x="4687840" y="901079"/>
                      <a:pt x="4679363" y="909579"/>
                    </a:cubicBezTo>
                    <a:cubicBezTo>
                      <a:pt x="4674209" y="909579"/>
                      <a:pt x="4679363" y="914732"/>
                      <a:pt x="4679363" y="918857"/>
                    </a:cubicBezTo>
                    <a:cubicBezTo>
                      <a:pt x="4679363" y="922982"/>
                      <a:pt x="4690709" y="927107"/>
                      <a:pt x="4691738" y="932261"/>
                    </a:cubicBezTo>
                    <a:cubicBezTo>
                      <a:pt x="4692766" y="937425"/>
                      <a:pt x="4691738" y="941550"/>
                      <a:pt x="4691738" y="943608"/>
                    </a:cubicBezTo>
                    <a:cubicBezTo>
                      <a:pt x="4691738" y="945675"/>
                      <a:pt x="4710306" y="943608"/>
                      <a:pt x="4714420" y="943608"/>
                    </a:cubicBezTo>
                    <a:cubicBezTo>
                      <a:pt x="4718545" y="943608"/>
                      <a:pt x="4725766" y="926079"/>
                      <a:pt x="4723709" y="922982"/>
                    </a:cubicBezTo>
                    <a:cubicBezTo>
                      <a:pt x="4721641" y="919886"/>
                      <a:pt x="4714420" y="922982"/>
                      <a:pt x="4709266" y="915761"/>
                    </a:cubicBezTo>
                    <a:cubicBezTo>
                      <a:pt x="4704113" y="908550"/>
                      <a:pt x="4701016" y="915761"/>
                      <a:pt x="4698959" y="915761"/>
                    </a:cubicBezTo>
                    <a:cubicBezTo>
                      <a:pt x="4696891" y="915761"/>
                      <a:pt x="4707209" y="902357"/>
                      <a:pt x="4714420" y="901328"/>
                    </a:cubicBezTo>
                    <a:cubicBezTo>
                      <a:pt x="4720862" y="900083"/>
                      <a:pt x="4726892" y="897247"/>
                      <a:pt x="4731959" y="893078"/>
                    </a:cubicBezTo>
                    <a:cubicBezTo>
                      <a:pt x="4737113" y="887925"/>
                      <a:pt x="4738142" y="877606"/>
                      <a:pt x="4740209" y="875549"/>
                    </a:cubicBezTo>
                    <a:cubicBezTo>
                      <a:pt x="4745872" y="873492"/>
                      <a:pt x="4752076" y="873492"/>
                      <a:pt x="4757738" y="875549"/>
                    </a:cubicBezTo>
                    <a:cubicBezTo>
                      <a:pt x="4757738" y="875549"/>
                      <a:pt x="4757738" y="888953"/>
                      <a:pt x="4757738" y="893078"/>
                    </a:cubicBezTo>
                    <a:cubicBezTo>
                      <a:pt x="4766183" y="895309"/>
                      <a:pt x="4775072" y="895309"/>
                      <a:pt x="4783517" y="893078"/>
                    </a:cubicBezTo>
                    <a:cubicBezTo>
                      <a:pt x="4788670" y="893078"/>
                      <a:pt x="4800017" y="883800"/>
                      <a:pt x="4807239" y="886885"/>
                    </a:cubicBezTo>
                    <a:cubicBezTo>
                      <a:pt x="4814460" y="889982"/>
                      <a:pt x="4807239" y="893078"/>
                      <a:pt x="4814460" y="893078"/>
                    </a:cubicBezTo>
                    <a:lnTo>
                      <a:pt x="4822710" y="899260"/>
                    </a:lnTo>
                    <a:lnTo>
                      <a:pt x="4815489" y="903386"/>
                    </a:lnTo>
                    <a:cubicBezTo>
                      <a:pt x="4818000" y="910748"/>
                      <a:pt x="4818000" y="918716"/>
                      <a:pt x="4815489" y="926079"/>
                    </a:cubicBezTo>
                    <a:cubicBezTo>
                      <a:pt x="4815489" y="933300"/>
                      <a:pt x="4802085" y="936386"/>
                      <a:pt x="4793835" y="935357"/>
                    </a:cubicBezTo>
                    <a:cubicBezTo>
                      <a:pt x="4786018" y="933625"/>
                      <a:pt x="4777919" y="933625"/>
                      <a:pt x="4770113" y="935357"/>
                    </a:cubicBezTo>
                    <a:cubicBezTo>
                      <a:pt x="4770113" y="935357"/>
                      <a:pt x="4756710" y="943608"/>
                      <a:pt x="4756710" y="946704"/>
                    </a:cubicBezTo>
                    <a:cubicBezTo>
                      <a:pt x="4758442" y="952063"/>
                      <a:pt x="4758442" y="957845"/>
                      <a:pt x="4756710" y="963204"/>
                    </a:cubicBezTo>
                    <a:cubicBezTo>
                      <a:pt x="4751556" y="968358"/>
                      <a:pt x="4741238" y="963204"/>
                      <a:pt x="4713391" y="976608"/>
                    </a:cubicBezTo>
                    <a:lnTo>
                      <a:pt x="4686584" y="976608"/>
                    </a:lnTo>
                    <a:cubicBezTo>
                      <a:pt x="4681430" y="976608"/>
                      <a:pt x="4686584" y="991051"/>
                      <a:pt x="4692766" y="997233"/>
                    </a:cubicBezTo>
                    <a:cubicBezTo>
                      <a:pt x="4698959" y="1003415"/>
                      <a:pt x="4679363" y="1004455"/>
                      <a:pt x="4687613" y="1013733"/>
                    </a:cubicBezTo>
                    <a:cubicBezTo>
                      <a:pt x="4695863" y="1023012"/>
                      <a:pt x="4707209" y="1021983"/>
                      <a:pt x="4711334" y="1013733"/>
                    </a:cubicBezTo>
                    <a:cubicBezTo>
                      <a:pt x="4715459" y="1005483"/>
                      <a:pt x="4705141" y="1003415"/>
                      <a:pt x="4705141" y="999301"/>
                    </a:cubicBezTo>
                    <a:cubicBezTo>
                      <a:pt x="4705141" y="995176"/>
                      <a:pt x="4712363" y="984858"/>
                      <a:pt x="4714420" y="985887"/>
                    </a:cubicBezTo>
                    <a:cubicBezTo>
                      <a:pt x="4718426" y="987305"/>
                      <a:pt x="4722800" y="987305"/>
                      <a:pt x="4726795" y="985887"/>
                    </a:cubicBezTo>
                    <a:cubicBezTo>
                      <a:pt x="4726806" y="985887"/>
                      <a:pt x="4735045" y="985887"/>
                      <a:pt x="4739181" y="985887"/>
                    </a:cubicBezTo>
                    <a:cubicBezTo>
                      <a:pt x="4743306" y="985887"/>
                      <a:pt x="4739181" y="976608"/>
                      <a:pt x="4749488" y="974551"/>
                    </a:cubicBezTo>
                    <a:cubicBezTo>
                      <a:pt x="4759795" y="972483"/>
                      <a:pt x="4760835" y="974551"/>
                      <a:pt x="4763920" y="979704"/>
                    </a:cubicBezTo>
                    <a:cubicBezTo>
                      <a:pt x="4767017" y="984858"/>
                      <a:pt x="4774238" y="979704"/>
                      <a:pt x="4778363" y="979704"/>
                    </a:cubicBezTo>
                    <a:lnTo>
                      <a:pt x="4789710" y="973511"/>
                    </a:lnTo>
                    <a:cubicBezTo>
                      <a:pt x="4797960" y="966301"/>
                      <a:pt x="4789710" y="953926"/>
                      <a:pt x="4800017" y="949800"/>
                    </a:cubicBezTo>
                    <a:cubicBezTo>
                      <a:pt x="4810335" y="945675"/>
                      <a:pt x="4847460" y="967329"/>
                      <a:pt x="4852614" y="968358"/>
                    </a:cubicBezTo>
                    <a:cubicBezTo>
                      <a:pt x="4857767" y="969386"/>
                      <a:pt x="4857767" y="968358"/>
                      <a:pt x="4860864" y="968358"/>
                    </a:cubicBezTo>
                    <a:cubicBezTo>
                      <a:pt x="4866050" y="969159"/>
                      <a:pt x="4870392" y="972710"/>
                      <a:pt x="4872210" y="977637"/>
                    </a:cubicBezTo>
                    <a:cubicBezTo>
                      <a:pt x="4872633" y="983819"/>
                      <a:pt x="4872633" y="990023"/>
                      <a:pt x="4872210" y="996205"/>
                    </a:cubicBezTo>
                    <a:cubicBezTo>
                      <a:pt x="4872286" y="1000535"/>
                      <a:pt x="4869883" y="1004541"/>
                      <a:pt x="4866017" y="1006512"/>
                    </a:cubicBezTo>
                    <a:cubicBezTo>
                      <a:pt x="4866017" y="1006512"/>
                      <a:pt x="4850546" y="1013733"/>
                      <a:pt x="4850546" y="1019926"/>
                    </a:cubicBezTo>
                    <a:cubicBezTo>
                      <a:pt x="4850546" y="1026108"/>
                      <a:pt x="4833017" y="1019926"/>
                      <a:pt x="4822710" y="1019926"/>
                    </a:cubicBezTo>
                    <a:cubicBezTo>
                      <a:pt x="4807747" y="1020966"/>
                      <a:pt x="4793413" y="1026347"/>
                      <a:pt x="4781460" y="1035387"/>
                    </a:cubicBezTo>
                    <a:lnTo>
                      <a:pt x="4767017" y="1041580"/>
                    </a:lnTo>
                    <a:lnTo>
                      <a:pt x="4752585" y="1049830"/>
                    </a:lnTo>
                    <a:cubicBezTo>
                      <a:pt x="4745515" y="1052450"/>
                      <a:pt x="4739159" y="1056695"/>
                      <a:pt x="4734016" y="1062205"/>
                    </a:cubicBezTo>
                    <a:cubicBezTo>
                      <a:pt x="4734016" y="1062205"/>
                      <a:pt x="4734016" y="1068388"/>
                      <a:pt x="4739181" y="1071484"/>
                    </a:cubicBezTo>
                    <a:cubicBezTo>
                      <a:pt x="4745363" y="1075382"/>
                      <a:pt x="4752487" y="1077526"/>
                      <a:pt x="4759806" y="1077677"/>
                    </a:cubicBezTo>
                    <a:lnTo>
                      <a:pt x="4769085" y="1086956"/>
                    </a:lnTo>
                    <a:cubicBezTo>
                      <a:pt x="4769085" y="1086956"/>
                      <a:pt x="4769085" y="1097263"/>
                      <a:pt x="4769085" y="1100359"/>
                    </a:cubicBezTo>
                    <a:cubicBezTo>
                      <a:pt x="4769085" y="1103456"/>
                      <a:pt x="4774238" y="1100359"/>
                      <a:pt x="4775267" y="1111706"/>
                    </a:cubicBezTo>
                    <a:cubicBezTo>
                      <a:pt x="4776295" y="1123053"/>
                      <a:pt x="4781460" y="1118928"/>
                      <a:pt x="4775267" y="1125110"/>
                    </a:cubicBezTo>
                    <a:cubicBezTo>
                      <a:pt x="4772300" y="1135623"/>
                      <a:pt x="4766183" y="1144988"/>
                      <a:pt x="4757738" y="1151928"/>
                    </a:cubicBezTo>
                    <a:cubicBezTo>
                      <a:pt x="4750073" y="1157980"/>
                      <a:pt x="4741325" y="1162528"/>
                      <a:pt x="4731959" y="1165332"/>
                    </a:cubicBezTo>
                    <a:cubicBezTo>
                      <a:pt x="4717700" y="1160850"/>
                      <a:pt x="4704892" y="1152664"/>
                      <a:pt x="4694834" y="1141610"/>
                    </a:cubicBezTo>
                    <a:cubicBezTo>
                      <a:pt x="4691175" y="1138113"/>
                      <a:pt x="4686465" y="1135937"/>
                      <a:pt x="4681430" y="1135428"/>
                    </a:cubicBezTo>
                    <a:cubicBezTo>
                      <a:pt x="4681430" y="1135417"/>
                      <a:pt x="4672141" y="1127178"/>
                      <a:pt x="4671112" y="1123053"/>
                    </a:cubicBezTo>
                    <a:cubicBezTo>
                      <a:pt x="4667767" y="1116697"/>
                      <a:pt x="4662787" y="1111349"/>
                      <a:pt x="4656669" y="1107581"/>
                    </a:cubicBezTo>
                    <a:cubicBezTo>
                      <a:pt x="4643385" y="1099515"/>
                      <a:pt x="4627740" y="1096234"/>
                      <a:pt x="4612333" y="1098302"/>
                    </a:cubicBezTo>
                    <a:cubicBezTo>
                      <a:pt x="4605892" y="1099829"/>
                      <a:pt x="4599179" y="1099829"/>
                      <a:pt x="4592737" y="1098302"/>
                    </a:cubicBezTo>
                    <a:cubicBezTo>
                      <a:pt x="4584519" y="1097198"/>
                      <a:pt x="4576193" y="1097198"/>
                      <a:pt x="4567987" y="1098302"/>
                    </a:cubicBezTo>
                    <a:cubicBezTo>
                      <a:pt x="4561003" y="1099937"/>
                      <a:pt x="4554810" y="1103943"/>
                      <a:pt x="4550458" y="1109638"/>
                    </a:cubicBezTo>
                    <a:cubicBezTo>
                      <a:pt x="4550458" y="1109638"/>
                      <a:pt x="4550458" y="1115831"/>
                      <a:pt x="4550458" y="1118928"/>
                    </a:cubicBezTo>
                    <a:cubicBezTo>
                      <a:pt x="4556922" y="1120996"/>
                      <a:pt x="4563147" y="1123767"/>
                      <a:pt x="4569015" y="1127178"/>
                    </a:cubicBezTo>
                    <a:cubicBezTo>
                      <a:pt x="4569015" y="1127178"/>
                      <a:pt x="4579333" y="1127178"/>
                      <a:pt x="4581390" y="1127178"/>
                    </a:cubicBezTo>
                    <a:cubicBezTo>
                      <a:pt x="4583458" y="1127178"/>
                      <a:pt x="4581390" y="1139553"/>
                      <a:pt x="4587583" y="1149860"/>
                    </a:cubicBezTo>
                    <a:cubicBezTo>
                      <a:pt x="4593765" y="1160178"/>
                      <a:pt x="4587583" y="1161207"/>
                      <a:pt x="4595833" y="1170485"/>
                    </a:cubicBezTo>
                    <a:cubicBezTo>
                      <a:pt x="4604083" y="1179764"/>
                      <a:pt x="4600987" y="1178736"/>
                      <a:pt x="4595833" y="1181832"/>
                    </a:cubicBezTo>
                    <a:cubicBezTo>
                      <a:pt x="4590680" y="1184929"/>
                      <a:pt x="4583458" y="1192139"/>
                      <a:pt x="4577265" y="1192139"/>
                    </a:cubicBezTo>
                    <a:cubicBezTo>
                      <a:pt x="4571874" y="1193688"/>
                      <a:pt x="4566157" y="1193688"/>
                      <a:pt x="4560765" y="1192139"/>
                    </a:cubicBezTo>
                    <a:cubicBezTo>
                      <a:pt x="4555308" y="1187191"/>
                      <a:pt x="4549451" y="1182698"/>
                      <a:pt x="4543237" y="1178736"/>
                    </a:cubicBezTo>
                    <a:lnTo>
                      <a:pt x="4529833" y="1171514"/>
                    </a:lnTo>
                    <a:cubicBezTo>
                      <a:pt x="4524668" y="1171514"/>
                      <a:pt x="4503015" y="1151928"/>
                      <a:pt x="4495793" y="1157082"/>
                    </a:cubicBezTo>
                    <a:cubicBezTo>
                      <a:pt x="4490975" y="1163210"/>
                      <a:pt x="4485811" y="1169067"/>
                      <a:pt x="4480332" y="1174611"/>
                    </a:cubicBezTo>
                    <a:cubicBezTo>
                      <a:pt x="4480332" y="1174611"/>
                      <a:pt x="4470015" y="1182861"/>
                      <a:pt x="4463832" y="1185957"/>
                    </a:cubicBezTo>
                    <a:cubicBezTo>
                      <a:pt x="4456394" y="1189075"/>
                      <a:pt x="4449454" y="1193244"/>
                      <a:pt x="4443207" y="1198332"/>
                    </a:cubicBezTo>
                    <a:cubicBezTo>
                      <a:pt x="4443207" y="1203486"/>
                      <a:pt x="4427736" y="1198332"/>
                      <a:pt x="4426707" y="1198332"/>
                    </a:cubicBezTo>
                    <a:cubicBezTo>
                      <a:pt x="4425668" y="1198332"/>
                      <a:pt x="4401957" y="1214833"/>
                      <a:pt x="4390610" y="1208640"/>
                    </a:cubicBezTo>
                    <a:cubicBezTo>
                      <a:pt x="4379264" y="1202457"/>
                      <a:pt x="4373082" y="1200389"/>
                      <a:pt x="4367928" y="1196264"/>
                    </a:cubicBezTo>
                    <a:cubicBezTo>
                      <a:pt x="4362439" y="1191966"/>
                      <a:pt x="4356571" y="1188166"/>
                      <a:pt x="4350389" y="1184929"/>
                    </a:cubicBezTo>
                    <a:cubicBezTo>
                      <a:pt x="4341532" y="1179905"/>
                      <a:pt x="4334354" y="1172369"/>
                      <a:pt x="4329763" y="1163275"/>
                    </a:cubicBezTo>
                    <a:cubicBezTo>
                      <a:pt x="4329763" y="1163264"/>
                      <a:pt x="4338014" y="1153985"/>
                      <a:pt x="4342139" y="1149860"/>
                    </a:cubicBezTo>
                    <a:cubicBezTo>
                      <a:pt x="4346264" y="1145735"/>
                      <a:pt x="4342139" y="1114803"/>
                      <a:pt x="4342139" y="1110678"/>
                    </a:cubicBezTo>
                    <a:cubicBezTo>
                      <a:pt x="4342139" y="1106542"/>
                      <a:pt x="4351417" y="1110678"/>
                      <a:pt x="4358639" y="1116860"/>
                    </a:cubicBezTo>
                    <a:cubicBezTo>
                      <a:pt x="4368188" y="1124655"/>
                      <a:pt x="4378170" y="1131877"/>
                      <a:pt x="4388553" y="1138514"/>
                    </a:cubicBezTo>
                    <a:cubicBezTo>
                      <a:pt x="4402985" y="1146764"/>
                      <a:pt x="4429804" y="1130263"/>
                      <a:pt x="4445264" y="1126138"/>
                    </a:cubicBezTo>
                    <a:cubicBezTo>
                      <a:pt x="4460736" y="1122013"/>
                      <a:pt x="4454543" y="1119956"/>
                      <a:pt x="4445264" y="1112735"/>
                    </a:cubicBezTo>
                    <a:cubicBezTo>
                      <a:pt x="4438249" y="1106217"/>
                      <a:pt x="4430659" y="1100349"/>
                      <a:pt x="4422582" y="1095206"/>
                    </a:cubicBezTo>
                    <a:lnTo>
                      <a:pt x="4399889" y="1078706"/>
                    </a:lnTo>
                    <a:cubicBezTo>
                      <a:pt x="4399889" y="1073552"/>
                      <a:pt x="4380292" y="1069427"/>
                      <a:pt x="4378235" y="1067359"/>
                    </a:cubicBezTo>
                    <a:cubicBezTo>
                      <a:pt x="4376167" y="1065302"/>
                      <a:pt x="4366889" y="1060137"/>
                      <a:pt x="4367928" y="1048802"/>
                    </a:cubicBezTo>
                    <a:cubicBezTo>
                      <a:pt x="4368957" y="1037455"/>
                      <a:pt x="4367928" y="1041580"/>
                      <a:pt x="4367928" y="1038484"/>
                    </a:cubicBezTo>
                    <a:cubicBezTo>
                      <a:pt x="4367928" y="1035387"/>
                      <a:pt x="4375139" y="1029205"/>
                      <a:pt x="4378235" y="1026108"/>
                    </a:cubicBezTo>
                    <a:cubicBezTo>
                      <a:pt x="4383497" y="1021767"/>
                      <a:pt x="4389419" y="1018291"/>
                      <a:pt x="4395764" y="1015790"/>
                    </a:cubicBezTo>
                    <a:cubicBezTo>
                      <a:pt x="4405984" y="1013939"/>
                      <a:pt x="4416508" y="1016570"/>
                      <a:pt x="4424639" y="1023012"/>
                    </a:cubicBezTo>
                    <a:cubicBezTo>
                      <a:pt x="4424639" y="1023012"/>
                      <a:pt x="4431861" y="1037455"/>
                      <a:pt x="4433929" y="1039512"/>
                    </a:cubicBezTo>
                    <a:cubicBezTo>
                      <a:pt x="4435986" y="1041580"/>
                      <a:pt x="4448361" y="1039512"/>
                      <a:pt x="4454543" y="1045705"/>
                    </a:cubicBezTo>
                    <a:cubicBezTo>
                      <a:pt x="4461418" y="1048867"/>
                      <a:pt x="4467979" y="1052667"/>
                      <a:pt x="4474140" y="1057041"/>
                    </a:cubicBezTo>
                    <a:cubicBezTo>
                      <a:pt x="4478427" y="1059986"/>
                      <a:pt x="4483396" y="1061762"/>
                      <a:pt x="4488583" y="1062205"/>
                    </a:cubicBezTo>
                    <a:cubicBezTo>
                      <a:pt x="4491062" y="1063927"/>
                      <a:pt x="4494353" y="1063927"/>
                      <a:pt x="4496833" y="1062205"/>
                    </a:cubicBezTo>
                    <a:cubicBezTo>
                      <a:pt x="4496833" y="1062205"/>
                      <a:pt x="4507140" y="1053955"/>
                      <a:pt x="4510236" y="1052927"/>
                    </a:cubicBezTo>
                    <a:lnTo>
                      <a:pt x="4526736" y="1045705"/>
                    </a:lnTo>
                    <a:cubicBezTo>
                      <a:pt x="4526736" y="1045705"/>
                      <a:pt x="4526736" y="1038484"/>
                      <a:pt x="4518486" y="1035387"/>
                    </a:cubicBezTo>
                    <a:cubicBezTo>
                      <a:pt x="4513084" y="1033947"/>
                      <a:pt x="4507389" y="1033947"/>
                      <a:pt x="4501986" y="1035387"/>
                    </a:cubicBezTo>
                    <a:cubicBezTo>
                      <a:pt x="4496172" y="1034922"/>
                      <a:pt x="4490531" y="1033157"/>
                      <a:pt x="4485486" y="1030234"/>
                    </a:cubicBezTo>
                    <a:cubicBezTo>
                      <a:pt x="4481394" y="1027852"/>
                      <a:pt x="4478145" y="1024246"/>
                      <a:pt x="4476207" y="1019926"/>
                    </a:cubicBezTo>
                    <a:cubicBezTo>
                      <a:pt x="4476207" y="1013733"/>
                      <a:pt x="4476207" y="1011676"/>
                      <a:pt x="4476207" y="1007551"/>
                    </a:cubicBezTo>
                    <a:cubicBezTo>
                      <a:pt x="4480549" y="1002744"/>
                      <a:pt x="4486341" y="999485"/>
                      <a:pt x="4492708" y="998262"/>
                    </a:cubicBezTo>
                    <a:cubicBezTo>
                      <a:pt x="4492708" y="998262"/>
                      <a:pt x="4510236" y="983830"/>
                      <a:pt x="4526736" y="984858"/>
                    </a:cubicBezTo>
                    <a:cubicBezTo>
                      <a:pt x="4543237" y="985887"/>
                      <a:pt x="4536015" y="997233"/>
                      <a:pt x="4541169" y="999301"/>
                    </a:cubicBezTo>
                    <a:lnTo>
                      <a:pt x="4550458" y="999301"/>
                    </a:lnTo>
                    <a:lnTo>
                      <a:pt x="4563862" y="1011676"/>
                    </a:lnTo>
                    <a:cubicBezTo>
                      <a:pt x="4569762" y="1015910"/>
                      <a:pt x="4575966" y="1019699"/>
                      <a:pt x="4582419" y="1023012"/>
                    </a:cubicBezTo>
                    <a:cubicBezTo>
                      <a:pt x="4582419" y="1023012"/>
                      <a:pt x="4589640" y="1031262"/>
                      <a:pt x="4594805" y="1032291"/>
                    </a:cubicBezTo>
                    <a:lnTo>
                      <a:pt x="4607180" y="1039512"/>
                    </a:lnTo>
                    <a:cubicBezTo>
                      <a:pt x="4607180" y="1039512"/>
                      <a:pt x="4613362" y="1039512"/>
                      <a:pt x="4616459" y="1039512"/>
                    </a:cubicBezTo>
                    <a:cubicBezTo>
                      <a:pt x="4619555" y="1039512"/>
                      <a:pt x="4626766" y="1049830"/>
                      <a:pt x="4628834" y="1052927"/>
                    </a:cubicBezTo>
                    <a:cubicBezTo>
                      <a:pt x="4632818" y="1056121"/>
                      <a:pt x="4636607" y="1059564"/>
                      <a:pt x="4640169" y="1063234"/>
                    </a:cubicBezTo>
                    <a:cubicBezTo>
                      <a:pt x="4641534" y="1068193"/>
                      <a:pt x="4644002" y="1072773"/>
                      <a:pt x="4647391" y="1076638"/>
                    </a:cubicBezTo>
                    <a:cubicBezTo>
                      <a:pt x="4647391" y="1076638"/>
                      <a:pt x="4662862" y="1081802"/>
                      <a:pt x="4665959" y="1083859"/>
                    </a:cubicBezTo>
                    <a:cubicBezTo>
                      <a:pt x="4669055" y="1085927"/>
                      <a:pt x="4683488" y="1083859"/>
                      <a:pt x="4685545" y="1078706"/>
                    </a:cubicBezTo>
                    <a:cubicBezTo>
                      <a:pt x="4680553" y="1072946"/>
                      <a:pt x="4674631" y="1068063"/>
                      <a:pt x="4668016" y="1064263"/>
                    </a:cubicBezTo>
                    <a:cubicBezTo>
                      <a:pt x="4662862" y="1064273"/>
                      <a:pt x="4652555" y="1049830"/>
                      <a:pt x="4649459" y="1048802"/>
                    </a:cubicBezTo>
                    <a:cubicBezTo>
                      <a:pt x="4638101" y="1042814"/>
                      <a:pt x="4628227" y="1034359"/>
                      <a:pt x="4620584" y="1024051"/>
                    </a:cubicBezTo>
                    <a:cubicBezTo>
                      <a:pt x="4616383" y="1019352"/>
                      <a:pt x="4611067" y="1015801"/>
                      <a:pt x="4605112" y="1013733"/>
                    </a:cubicBezTo>
                    <a:cubicBezTo>
                      <a:pt x="4599493" y="1010637"/>
                      <a:pt x="4594285" y="1006826"/>
                      <a:pt x="4589640" y="1002387"/>
                    </a:cubicBezTo>
                    <a:lnTo>
                      <a:pt x="4565930" y="982801"/>
                    </a:lnTo>
                    <a:cubicBezTo>
                      <a:pt x="4551746" y="971790"/>
                      <a:pt x="4536134" y="962760"/>
                      <a:pt x="4519515" y="955983"/>
                    </a:cubicBezTo>
                    <a:lnTo>
                      <a:pt x="4496833" y="955983"/>
                    </a:lnTo>
                    <a:cubicBezTo>
                      <a:pt x="4479293" y="955983"/>
                      <a:pt x="4463832" y="955983"/>
                      <a:pt x="4453514" y="947732"/>
                    </a:cubicBezTo>
                    <a:cubicBezTo>
                      <a:pt x="4448458" y="945394"/>
                      <a:pt x="4446174" y="939461"/>
                      <a:pt x="4448361" y="934329"/>
                    </a:cubicBezTo>
                    <a:cubicBezTo>
                      <a:pt x="4451652" y="923296"/>
                      <a:pt x="4457282" y="913097"/>
                      <a:pt x="4464861" y="904425"/>
                    </a:cubicBezTo>
                    <a:cubicBezTo>
                      <a:pt x="4472082" y="897203"/>
                      <a:pt x="4478265" y="904425"/>
                      <a:pt x="4488583" y="882760"/>
                    </a:cubicBezTo>
                    <a:cubicBezTo>
                      <a:pt x="4492729" y="880367"/>
                      <a:pt x="4497840" y="880367"/>
                      <a:pt x="4501986" y="882760"/>
                    </a:cubicBezTo>
                    <a:cubicBezTo>
                      <a:pt x="4505375" y="883637"/>
                      <a:pt x="4508915" y="883637"/>
                      <a:pt x="4512304" y="882760"/>
                    </a:cubicBezTo>
                    <a:cubicBezTo>
                      <a:pt x="4525708" y="882760"/>
                      <a:pt x="4539111" y="876578"/>
                      <a:pt x="4555612" y="873482"/>
                    </a:cubicBezTo>
                    <a:cubicBezTo>
                      <a:pt x="4555612" y="873482"/>
                      <a:pt x="4555612" y="873482"/>
                      <a:pt x="4560765" y="873482"/>
                    </a:cubicBezTo>
                    <a:cubicBezTo>
                      <a:pt x="4555373" y="881981"/>
                      <a:pt x="4549159" y="889928"/>
                      <a:pt x="4542208" y="897203"/>
                    </a:cubicBezTo>
                    <a:cubicBezTo>
                      <a:pt x="4538787" y="900224"/>
                      <a:pt x="4538462" y="905432"/>
                      <a:pt x="4541472" y="908853"/>
                    </a:cubicBezTo>
                    <a:cubicBezTo>
                      <a:pt x="4541699" y="909102"/>
                      <a:pt x="4541948" y="909351"/>
                      <a:pt x="4542208" y="909579"/>
                    </a:cubicBezTo>
                    <a:cubicBezTo>
                      <a:pt x="4548390" y="913097"/>
                      <a:pt x="4554962" y="915858"/>
                      <a:pt x="4561805" y="917829"/>
                    </a:cubicBezTo>
                    <a:cubicBezTo>
                      <a:pt x="4564674" y="919485"/>
                      <a:pt x="4568214" y="919485"/>
                      <a:pt x="4571083" y="917829"/>
                    </a:cubicBezTo>
                    <a:cubicBezTo>
                      <a:pt x="4571083" y="917829"/>
                      <a:pt x="4571083" y="907511"/>
                      <a:pt x="4577265" y="904425"/>
                    </a:cubicBezTo>
                    <a:cubicBezTo>
                      <a:pt x="4580286" y="898470"/>
                      <a:pt x="4584498" y="893197"/>
                      <a:pt x="4589640" y="888953"/>
                    </a:cubicBezTo>
                    <a:cubicBezTo>
                      <a:pt x="4599320" y="879620"/>
                      <a:pt x="4609659" y="871002"/>
                      <a:pt x="4620584" y="863174"/>
                    </a:cubicBezTo>
                    <a:cubicBezTo>
                      <a:pt x="4628834" y="858021"/>
                      <a:pt x="4631919" y="847703"/>
                      <a:pt x="4649459" y="832231"/>
                    </a:cubicBezTo>
                    <a:cubicBezTo>
                      <a:pt x="4666987" y="816759"/>
                      <a:pt x="4665959" y="814702"/>
                      <a:pt x="4664930" y="812634"/>
                    </a:cubicBezTo>
                    <a:cubicBezTo>
                      <a:pt x="4664411" y="811606"/>
                      <a:pt x="4666987" y="809803"/>
                      <a:pt x="4670338" y="809159"/>
                    </a:cubicBezTo>
                    <a:close/>
                    <a:moveTo>
                      <a:pt x="770888" y="804383"/>
                    </a:moveTo>
                    <a:cubicBezTo>
                      <a:pt x="770888" y="804383"/>
                      <a:pt x="778109" y="804383"/>
                      <a:pt x="782234" y="804383"/>
                    </a:cubicBezTo>
                    <a:cubicBezTo>
                      <a:pt x="790419" y="807242"/>
                      <a:pt x="798085" y="811420"/>
                      <a:pt x="804917" y="816759"/>
                    </a:cubicBezTo>
                    <a:cubicBezTo>
                      <a:pt x="818320" y="830162"/>
                      <a:pt x="812138" y="842537"/>
                      <a:pt x="817292" y="853884"/>
                    </a:cubicBezTo>
                    <a:cubicBezTo>
                      <a:pt x="820172" y="859070"/>
                      <a:pt x="823636" y="863920"/>
                      <a:pt x="827610" y="868327"/>
                    </a:cubicBezTo>
                    <a:cubicBezTo>
                      <a:pt x="835860" y="873481"/>
                      <a:pt x="844110" y="868316"/>
                      <a:pt x="842042" y="861105"/>
                    </a:cubicBezTo>
                    <a:cubicBezTo>
                      <a:pt x="843265" y="855324"/>
                      <a:pt x="843265" y="849358"/>
                      <a:pt x="842042" y="843576"/>
                    </a:cubicBezTo>
                    <a:cubicBezTo>
                      <a:pt x="842042" y="843576"/>
                      <a:pt x="855446" y="843576"/>
                      <a:pt x="864735" y="832230"/>
                    </a:cubicBezTo>
                    <a:cubicBezTo>
                      <a:pt x="874014" y="820884"/>
                      <a:pt x="884321" y="832230"/>
                      <a:pt x="893610" y="839441"/>
                    </a:cubicBezTo>
                    <a:cubicBezTo>
                      <a:pt x="899143" y="842278"/>
                      <a:pt x="904340" y="845731"/>
                      <a:pt x="909071" y="849759"/>
                    </a:cubicBezTo>
                    <a:cubicBezTo>
                      <a:pt x="909071" y="849759"/>
                      <a:pt x="909071" y="858009"/>
                      <a:pt x="909071" y="862134"/>
                    </a:cubicBezTo>
                    <a:lnTo>
                      <a:pt x="899793" y="877606"/>
                    </a:lnTo>
                    <a:cubicBezTo>
                      <a:pt x="899793" y="883788"/>
                      <a:pt x="899793" y="889981"/>
                      <a:pt x="899793" y="895134"/>
                    </a:cubicBezTo>
                    <a:cubicBezTo>
                      <a:pt x="899208" y="903027"/>
                      <a:pt x="899208" y="910963"/>
                      <a:pt x="899793" y="918856"/>
                    </a:cubicBezTo>
                    <a:cubicBezTo>
                      <a:pt x="898212" y="930820"/>
                      <a:pt x="894357" y="942372"/>
                      <a:pt x="888457" y="952885"/>
                    </a:cubicBezTo>
                    <a:cubicBezTo>
                      <a:pt x="892549" y="964935"/>
                      <a:pt x="898840" y="976119"/>
                      <a:pt x="907014" y="985885"/>
                    </a:cubicBezTo>
                    <a:cubicBezTo>
                      <a:pt x="910836" y="990368"/>
                      <a:pt x="915372" y="994201"/>
                      <a:pt x="920418" y="997232"/>
                    </a:cubicBezTo>
                    <a:cubicBezTo>
                      <a:pt x="929696" y="1002386"/>
                      <a:pt x="935889" y="1010636"/>
                      <a:pt x="949293" y="1010636"/>
                    </a:cubicBezTo>
                    <a:cubicBezTo>
                      <a:pt x="958604" y="1010733"/>
                      <a:pt x="967558" y="1007009"/>
                      <a:pt x="974043" y="1000318"/>
                    </a:cubicBezTo>
                    <a:cubicBezTo>
                      <a:pt x="978266" y="995846"/>
                      <a:pt x="983138" y="992024"/>
                      <a:pt x="988486" y="988982"/>
                    </a:cubicBezTo>
                    <a:cubicBezTo>
                      <a:pt x="988486" y="988982"/>
                      <a:pt x="997765" y="981760"/>
                      <a:pt x="998794" y="981760"/>
                    </a:cubicBezTo>
                    <a:cubicBezTo>
                      <a:pt x="1003287" y="980537"/>
                      <a:pt x="1007498" y="978436"/>
                      <a:pt x="1011169" y="975578"/>
                    </a:cubicBezTo>
                    <a:cubicBezTo>
                      <a:pt x="1015489" y="970598"/>
                      <a:pt x="1020328" y="966105"/>
                      <a:pt x="1025612" y="962164"/>
                    </a:cubicBezTo>
                    <a:cubicBezTo>
                      <a:pt x="1035302" y="959479"/>
                      <a:pt x="1045631" y="963203"/>
                      <a:pt x="1051391" y="971442"/>
                    </a:cubicBezTo>
                    <a:cubicBezTo>
                      <a:pt x="1057021" y="979919"/>
                      <a:pt x="1061860" y="988895"/>
                      <a:pt x="1065834" y="998260"/>
                    </a:cubicBezTo>
                    <a:cubicBezTo>
                      <a:pt x="1070446" y="1003349"/>
                      <a:pt x="1073012" y="1009964"/>
                      <a:pt x="1073044" y="1016828"/>
                    </a:cubicBezTo>
                    <a:cubicBezTo>
                      <a:pt x="1073044" y="1021981"/>
                      <a:pt x="1063766" y="1028164"/>
                      <a:pt x="1061698" y="1034357"/>
                    </a:cubicBezTo>
                    <a:cubicBezTo>
                      <a:pt x="1059424" y="1041123"/>
                      <a:pt x="1055927" y="1047403"/>
                      <a:pt x="1051391" y="1052914"/>
                    </a:cubicBezTo>
                    <a:cubicBezTo>
                      <a:pt x="1046551" y="1055686"/>
                      <a:pt x="1041343" y="1057775"/>
                      <a:pt x="1035919" y="1059107"/>
                    </a:cubicBezTo>
                    <a:cubicBezTo>
                      <a:pt x="1029509" y="1063189"/>
                      <a:pt x="1023901" y="1068429"/>
                      <a:pt x="1019419" y="1074568"/>
                    </a:cubicBezTo>
                    <a:lnTo>
                      <a:pt x="1003947" y="1090039"/>
                    </a:lnTo>
                    <a:lnTo>
                      <a:pt x="987447" y="1100357"/>
                    </a:lnTo>
                    <a:cubicBezTo>
                      <a:pt x="981265" y="1105511"/>
                      <a:pt x="973015" y="1115829"/>
                      <a:pt x="967861" y="1118915"/>
                    </a:cubicBezTo>
                    <a:cubicBezTo>
                      <a:pt x="962989" y="1121405"/>
                      <a:pt x="957770" y="1123137"/>
                      <a:pt x="952390" y="1124079"/>
                    </a:cubicBezTo>
                    <a:cubicBezTo>
                      <a:pt x="944508" y="1124989"/>
                      <a:pt x="936550" y="1124989"/>
                      <a:pt x="928668" y="1124079"/>
                    </a:cubicBezTo>
                    <a:cubicBezTo>
                      <a:pt x="922107" y="1119380"/>
                      <a:pt x="915903" y="1114216"/>
                      <a:pt x="910111" y="1108607"/>
                    </a:cubicBezTo>
                    <a:lnTo>
                      <a:pt x="885360" y="1093136"/>
                    </a:lnTo>
                    <a:lnTo>
                      <a:pt x="870917" y="1081789"/>
                    </a:lnTo>
                    <a:cubicBezTo>
                      <a:pt x="866543" y="1077783"/>
                      <a:pt x="861693" y="1074319"/>
                      <a:pt x="856485" y="1071482"/>
                    </a:cubicBezTo>
                    <a:cubicBezTo>
                      <a:pt x="848885" y="1067357"/>
                      <a:pt x="841944" y="1062149"/>
                      <a:pt x="835849" y="1056010"/>
                    </a:cubicBezTo>
                    <a:cubicBezTo>
                      <a:pt x="825542" y="1046732"/>
                      <a:pt x="826570" y="1041578"/>
                      <a:pt x="809042" y="1020953"/>
                    </a:cubicBezTo>
                    <a:lnTo>
                      <a:pt x="803888" y="1007539"/>
                    </a:lnTo>
                    <a:cubicBezTo>
                      <a:pt x="794609" y="998260"/>
                      <a:pt x="797695" y="997232"/>
                      <a:pt x="790484" y="988982"/>
                    </a:cubicBezTo>
                    <a:lnTo>
                      <a:pt x="778109" y="970414"/>
                    </a:lnTo>
                    <a:lnTo>
                      <a:pt x="753359" y="944635"/>
                    </a:lnTo>
                    <a:cubicBezTo>
                      <a:pt x="748422" y="939406"/>
                      <a:pt x="744264" y="933505"/>
                      <a:pt x="740984" y="927106"/>
                    </a:cubicBezTo>
                    <a:cubicBezTo>
                      <a:pt x="735202" y="916994"/>
                      <a:pt x="728652" y="907336"/>
                      <a:pt x="721387" y="898231"/>
                    </a:cubicBezTo>
                    <a:cubicBezTo>
                      <a:pt x="715367" y="893272"/>
                      <a:pt x="709846" y="887750"/>
                      <a:pt x="704887" y="881731"/>
                    </a:cubicBezTo>
                    <a:cubicBezTo>
                      <a:pt x="700686" y="877032"/>
                      <a:pt x="700686" y="869930"/>
                      <a:pt x="704887" y="865230"/>
                    </a:cubicBezTo>
                    <a:cubicBezTo>
                      <a:pt x="704887" y="865230"/>
                      <a:pt x="715194" y="859037"/>
                      <a:pt x="719319" y="854912"/>
                    </a:cubicBezTo>
                    <a:cubicBezTo>
                      <a:pt x="723444" y="850787"/>
                      <a:pt x="725512" y="843576"/>
                      <a:pt x="727580" y="841508"/>
                    </a:cubicBezTo>
                    <a:cubicBezTo>
                      <a:pt x="729637" y="839441"/>
                      <a:pt x="735819" y="841508"/>
                      <a:pt x="738916" y="833259"/>
                    </a:cubicBezTo>
                    <a:cubicBezTo>
                      <a:pt x="741742" y="828278"/>
                      <a:pt x="744838" y="823460"/>
                      <a:pt x="748194" y="818815"/>
                    </a:cubicBezTo>
                    <a:lnTo>
                      <a:pt x="748194" y="810576"/>
                    </a:lnTo>
                    <a:cubicBezTo>
                      <a:pt x="753359" y="805412"/>
                      <a:pt x="757484" y="810576"/>
                      <a:pt x="761609" y="810576"/>
                    </a:cubicBezTo>
                    <a:cubicBezTo>
                      <a:pt x="764922" y="808877"/>
                      <a:pt x="768040" y="806798"/>
                      <a:pt x="770888" y="804383"/>
                    </a:cubicBezTo>
                    <a:close/>
                    <a:moveTo>
                      <a:pt x="1449455" y="662074"/>
                    </a:moveTo>
                    <a:cubicBezTo>
                      <a:pt x="1449455" y="662074"/>
                      <a:pt x="1455637" y="662074"/>
                      <a:pt x="1457705" y="662074"/>
                    </a:cubicBezTo>
                    <a:cubicBezTo>
                      <a:pt x="1459762" y="662074"/>
                      <a:pt x="1457705" y="673421"/>
                      <a:pt x="1457705" y="673421"/>
                    </a:cubicBezTo>
                    <a:cubicBezTo>
                      <a:pt x="1457705" y="673421"/>
                      <a:pt x="1463888" y="682699"/>
                      <a:pt x="1462859" y="685795"/>
                    </a:cubicBezTo>
                    <a:cubicBezTo>
                      <a:pt x="1461830" y="688892"/>
                      <a:pt x="1462859" y="693017"/>
                      <a:pt x="1462859" y="698171"/>
                    </a:cubicBezTo>
                    <a:cubicBezTo>
                      <a:pt x="1462859" y="703324"/>
                      <a:pt x="1457705" y="706421"/>
                      <a:pt x="1457705" y="709517"/>
                    </a:cubicBezTo>
                    <a:cubicBezTo>
                      <a:pt x="1457705" y="712603"/>
                      <a:pt x="1462859" y="721892"/>
                      <a:pt x="1457705" y="729114"/>
                    </a:cubicBezTo>
                    <a:cubicBezTo>
                      <a:pt x="1456146" y="734127"/>
                      <a:pt x="1454078" y="738966"/>
                      <a:pt x="1451512" y="743546"/>
                    </a:cubicBezTo>
                    <a:cubicBezTo>
                      <a:pt x="1451512" y="748699"/>
                      <a:pt x="1441205" y="749728"/>
                      <a:pt x="1439137" y="752825"/>
                    </a:cubicBezTo>
                    <a:cubicBezTo>
                      <a:pt x="1437080" y="755921"/>
                      <a:pt x="1430887" y="767268"/>
                      <a:pt x="1425733" y="770353"/>
                    </a:cubicBezTo>
                    <a:cubicBezTo>
                      <a:pt x="1418197" y="778906"/>
                      <a:pt x="1405161" y="779718"/>
                      <a:pt x="1396619" y="772182"/>
                    </a:cubicBezTo>
                    <a:cubicBezTo>
                      <a:pt x="1395980" y="771609"/>
                      <a:pt x="1395363" y="771002"/>
                      <a:pt x="1394800" y="770353"/>
                    </a:cubicBezTo>
                    <a:cubicBezTo>
                      <a:pt x="1393544" y="765394"/>
                      <a:pt x="1391812" y="760555"/>
                      <a:pt x="1389646" y="755921"/>
                    </a:cubicBezTo>
                    <a:cubicBezTo>
                      <a:pt x="1386301" y="753463"/>
                      <a:pt x="1383193" y="750702"/>
                      <a:pt x="1380357" y="747671"/>
                    </a:cubicBezTo>
                    <a:cubicBezTo>
                      <a:pt x="1380357" y="747671"/>
                      <a:pt x="1380357" y="736324"/>
                      <a:pt x="1380357" y="732199"/>
                    </a:cubicBezTo>
                    <a:cubicBezTo>
                      <a:pt x="1375712" y="720626"/>
                      <a:pt x="1375712" y="707688"/>
                      <a:pt x="1380357" y="696103"/>
                    </a:cubicBezTo>
                    <a:cubicBezTo>
                      <a:pt x="1382089" y="691306"/>
                      <a:pt x="1384525" y="686792"/>
                      <a:pt x="1387578" y="682699"/>
                    </a:cubicBezTo>
                    <a:lnTo>
                      <a:pt x="1392732" y="676517"/>
                    </a:lnTo>
                    <a:cubicBezTo>
                      <a:pt x="1404079" y="670325"/>
                      <a:pt x="1415415" y="687853"/>
                      <a:pt x="1418511" y="685795"/>
                    </a:cubicBezTo>
                    <a:cubicBezTo>
                      <a:pt x="1423730" y="682136"/>
                      <a:pt x="1428266" y="677600"/>
                      <a:pt x="1431926" y="672392"/>
                    </a:cubicBezTo>
                    <a:close/>
                    <a:moveTo>
                      <a:pt x="1646166" y="509318"/>
                    </a:moveTo>
                    <a:cubicBezTo>
                      <a:pt x="1653642" y="510735"/>
                      <a:pt x="1661375" y="513570"/>
                      <a:pt x="1664986" y="516660"/>
                    </a:cubicBezTo>
                    <a:lnTo>
                      <a:pt x="1677361" y="521825"/>
                    </a:lnTo>
                    <a:cubicBezTo>
                      <a:pt x="1680035" y="525614"/>
                      <a:pt x="1682114" y="529794"/>
                      <a:pt x="1683554" y="534200"/>
                    </a:cubicBezTo>
                    <a:cubicBezTo>
                      <a:pt x="1683554" y="542450"/>
                      <a:pt x="1683554" y="544507"/>
                      <a:pt x="1683554" y="550701"/>
                    </a:cubicBezTo>
                    <a:cubicBezTo>
                      <a:pt x="1683099" y="556536"/>
                      <a:pt x="1683099" y="562393"/>
                      <a:pt x="1683554" y="568229"/>
                    </a:cubicBezTo>
                    <a:cubicBezTo>
                      <a:pt x="1683814" y="572701"/>
                      <a:pt x="1683814" y="577172"/>
                      <a:pt x="1683554" y="581633"/>
                    </a:cubicBezTo>
                    <a:cubicBezTo>
                      <a:pt x="1683554" y="586797"/>
                      <a:pt x="1678400" y="589883"/>
                      <a:pt x="1674265" y="595036"/>
                    </a:cubicBezTo>
                    <a:cubicBezTo>
                      <a:pt x="1670139" y="600201"/>
                      <a:pt x="1664986" y="595036"/>
                      <a:pt x="1662929" y="602258"/>
                    </a:cubicBezTo>
                    <a:cubicBezTo>
                      <a:pt x="1660861" y="609480"/>
                      <a:pt x="1656735" y="613605"/>
                      <a:pt x="1654678" y="614633"/>
                    </a:cubicBezTo>
                    <a:cubicBezTo>
                      <a:pt x="1650044" y="617914"/>
                      <a:pt x="1643840" y="617914"/>
                      <a:pt x="1639206" y="614633"/>
                    </a:cubicBezTo>
                    <a:cubicBezTo>
                      <a:pt x="1639206" y="614633"/>
                      <a:pt x="1639206" y="605355"/>
                      <a:pt x="1630956" y="602258"/>
                    </a:cubicBezTo>
                    <a:cubicBezTo>
                      <a:pt x="1622706" y="599173"/>
                      <a:pt x="1612388" y="592980"/>
                      <a:pt x="1610331" y="589883"/>
                    </a:cubicBezTo>
                    <a:cubicBezTo>
                      <a:pt x="1608263" y="586797"/>
                      <a:pt x="1596927" y="583701"/>
                      <a:pt x="1593830" y="579576"/>
                    </a:cubicBezTo>
                    <a:cubicBezTo>
                      <a:pt x="1590235" y="573675"/>
                      <a:pt x="1585288" y="568727"/>
                      <a:pt x="1579387" y="565133"/>
                    </a:cubicBezTo>
                    <a:cubicBezTo>
                      <a:pt x="1575662" y="562534"/>
                      <a:pt x="1573367" y="558333"/>
                      <a:pt x="1573204" y="553797"/>
                    </a:cubicBezTo>
                    <a:cubicBezTo>
                      <a:pt x="1573204" y="553797"/>
                      <a:pt x="1565983" y="542450"/>
                      <a:pt x="1568051" y="536257"/>
                    </a:cubicBezTo>
                    <a:lnTo>
                      <a:pt x="1564954" y="523882"/>
                    </a:lnTo>
                    <a:cubicBezTo>
                      <a:pt x="1564954" y="523882"/>
                      <a:pt x="1573204" y="523882"/>
                      <a:pt x="1578358" y="523882"/>
                    </a:cubicBezTo>
                    <a:lnTo>
                      <a:pt x="1593830" y="523882"/>
                    </a:lnTo>
                    <a:lnTo>
                      <a:pt x="1606205" y="517700"/>
                    </a:lnTo>
                    <a:cubicBezTo>
                      <a:pt x="1606205" y="517700"/>
                      <a:pt x="1617552" y="517700"/>
                      <a:pt x="1619609" y="517700"/>
                    </a:cubicBezTo>
                    <a:lnTo>
                      <a:pt x="1628888" y="510479"/>
                    </a:lnTo>
                    <a:cubicBezTo>
                      <a:pt x="1631470" y="507902"/>
                      <a:pt x="1638689" y="507902"/>
                      <a:pt x="1646166" y="509318"/>
                    </a:cubicBezTo>
                    <a:close/>
                    <a:moveTo>
                      <a:pt x="1473177" y="465101"/>
                    </a:moveTo>
                    <a:cubicBezTo>
                      <a:pt x="1469572" y="466757"/>
                      <a:pt x="1466388" y="469225"/>
                      <a:pt x="1463898" y="472322"/>
                    </a:cubicBezTo>
                    <a:lnTo>
                      <a:pt x="1460802" y="476447"/>
                    </a:lnTo>
                    <a:cubicBezTo>
                      <a:pt x="1457705" y="481601"/>
                      <a:pt x="1451523" y="486753"/>
                      <a:pt x="1451512" y="486753"/>
                    </a:cubicBezTo>
                    <a:cubicBezTo>
                      <a:pt x="1450667" y="490564"/>
                      <a:pt x="1448903" y="494105"/>
                      <a:pt x="1446358" y="497071"/>
                    </a:cubicBezTo>
                    <a:cubicBezTo>
                      <a:pt x="1440750" y="504304"/>
                      <a:pt x="1435574" y="511883"/>
                      <a:pt x="1430897" y="519754"/>
                    </a:cubicBezTo>
                    <a:cubicBezTo>
                      <a:pt x="1427800" y="524074"/>
                      <a:pt x="1427800" y="529877"/>
                      <a:pt x="1430897" y="534197"/>
                    </a:cubicBezTo>
                    <a:cubicBezTo>
                      <a:pt x="1434903" y="538128"/>
                      <a:pt x="1441324" y="538128"/>
                      <a:pt x="1445330" y="534197"/>
                    </a:cubicBezTo>
                    <a:cubicBezTo>
                      <a:pt x="1450851" y="530050"/>
                      <a:pt x="1455421" y="524777"/>
                      <a:pt x="1458734" y="518725"/>
                    </a:cubicBezTo>
                    <a:cubicBezTo>
                      <a:pt x="1461841" y="512002"/>
                      <a:pt x="1464602" y="505116"/>
                      <a:pt x="1466984" y="498100"/>
                    </a:cubicBezTo>
                    <a:cubicBezTo>
                      <a:pt x="1469875" y="491864"/>
                      <a:pt x="1471954" y="485282"/>
                      <a:pt x="1473177" y="478503"/>
                    </a:cubicBezTo>
                    <a:cubicBezTo>
                      <a:pt x="1473177" y="472322"/>
                      <a:pt x="1473177" y="465101"/>
                      <a:pt x="1473177" y="465101"/>
                    </a:cubicBezTo>
                    <a:close/>
                    <a:moveTo>
                      <a:pt x="1498954" y="383631"/>
                    </a:moveTo>
                    <a:cubicBezTo>
                      <a:pt x="1508569" y="383078"/>
                      <a:pt x="1518205" y="383078"/>
                      <a:pt x="1527830" y="383631"/>
                    </a:cubicBezTo>
                    <a:cubicBezTo>
                      <a:pt x="1532983" y="383631"/>
                      <a:pt x="1540205" y="396005"/>
                      <a:pt x="1543291" y="398073"/>
                    </a:cubicBezTo>
                    <a:cubicBezTo>
                      <a:pt x="1547654" y="400866"/>
                      <a:pt x="1550642" y="405349"/>
                      <a:pt x="1551541" y="410449"/>
                    </a:cubicBezTo>
                    <a:cubicBezTo>
                      <a:pt x="1551552" y="423852"/>
                      <a:pt x="1545359" y="432102"/>
                      <a:pt x="1545359" y="438295"/>
                    </a:cubicBezTo>
                    <a:cubicBezTo>
                      <a:pt x="1545922" y="444466"/>
                      <a:pt x="1545922" y="450681"/>
                      <a:pt x="1545359" y="456852"/>
                    </a:cubicBezTo>
                    <a:cubicBezTo>
                      <a:pt x="1545359" y="478506"/>
                      <a:pt x="1545359" y="499132"/>
                      <a:pt x="1545359" y="520796"/>
                    </a:cubicBezTo>
                    <a:cubicBezTo>
                      <a:pt x="1545359" y="526978"/>
                      <a:pt x="1545359" y="535229"/>
                      <a:pt x="1545359" y="543478"/>
                    </a:cubicBezTo>
                    <a:cubicBezTo>
                      <a:pt x="1544276" y="546716"/>
                      <a:pt x="1541504" y="549087"/>
                      <a:pt x="1538137" y="549671"/>
                    </a:cubicBezTo>
                    <a:cubicBezTo>
                      <a:pt x="1538137" y="549671"/>
                      <a:pt x="1531955" y="557922"/>
                      <a:pt x="1538137" y="564104"/>
                    </a:cubicBezTo>
                    <a:cubicBezTo>
                      <a:pt x="1541234" y="570307"/>
                      <a:pt x="1545846" y="575623"/>
                      <a:pt x="1551552" y="579576"/>
                    </a:cubicBezTo>
                    <a:cubicBezTo>
                      <a:pt x="1568767" y="604067"/>
                      <a:pt x="1583946" y="629942"/>
                      <a:pt x="1596927" y="656923"/>
                    </a:cubicBezTo>
                    <a:cubicBezTo>
                      <a:pt x="1601702" y="666320"/>
                      <a:pt x="1601702" y="677429"/>
                      <a:pt x="1596927" y="686827"/>
                    </a:cubicBezTo>
                    <a:cubicBezTo>
                      <a:pt x="1596927" y="691980"/>
                      <a:pt x="1596927" y="704355"/>
                      <a:pt x="1590734" y="711577"/>
                    </a:cubicBezTo>
                    <a:cubicBezTo>
                      <a:pt x="1584552" y="718798"/>
                      <a:pt x="1583513" y="726010"/>
                      <a:pt x="1580427" y="728078"/>
                    </a:cubicBezTo>
                    <a:cubicBezTo>
                      <a:pt x="1577504" y="729550"/>
                      <a:pt x="1574061" y="729550"/>
                      <a:pt x="1571138" y="728078"/>
                    </a:cubicBezTo>
                    <a:cubicBezTo>
                      <a:pt x="1571138" y="728078"/>
                      <a:pt x="1561859" y="728078"/>
                      <a:pt x="1558762" y="728078"/>
                    </a:cubicBezTo>
                    <a:lnTo>
                      <a:pt x="1547427" y="728078"/>
                    </a:lnTo>
                    <a:cubicBezTo>
                      <a:pt x="1541623" y="729138"/>
                      <a:pt x="1535690" y="729138"/>
                      <a:pt x="1529887" y="728078"/>
                    </a:cubicBezTo>
                    <a:cubicBezTo>
                      <a:pt x="1524733" y="728078"/>
                      <a:pt x="1520608" y="721885"/>
                      <a:pt x="1514415" y="718798"/>
                    </a:cubicBezTo>
                    <a:cubicBezTo>
                      <a:pt x="1503697" y="715043"/>
                      <a:pt x="1492653" y="712282"/>
                      <a:pt x="1481415" y="710548"/>
                    </a:cubicBezTo>
                    <a:cubicBezTo>
                      <a:pt x="1481425" y="705384"/>
                      <a:pt x="1489676" y="698173"/>
                      <a:pt x="1490704" y="697135"/>
                    </a:cubicBezTo>
                    <a:cubicBezTo>
                      <a:pt x="1495371" y="693551"/>
                      <a:pt x="1500600" y="690769"/>
                      <a:pt x="1506176" y="688884"/>
                    </a:cubicBezTo>
                    <a:cubicBezTo>
                      <a:pt x="1516483" y="682702"/>
                      <a:pt x="1518551" y="676509"/>
                      <a:pt x="1506176" y="661048"/>
                    </a:cubicBezTo>
                    <a:cubicBezTo>
                      <a:pt x="1504151" y="656706"/>
                      <a:pt x="1501737" y="652560"/>
                      <a:pt x="1498954" y="648674"/>
                    </a:cubicBezTo>
                    <a:cubicBezTo>
                      <a:pt x="1498954" y="648662"/>
                      <a:pt x="1491733" y="637327"/>
                      <a:pt x="1488636" y="631133"/>
                    </a:cubicBezTo>
                    <a:cubicBezTo>
                      <a:pt x="1485540" y="624952"/>
                      <a:pt x="1481425" y="616702"/>
                      <a:pt x="1477300" y="606383"/>
                    </a:cubicBezTo>
                    <a:cubicBezTo>
                      <a:pt x="1473175" y="596076"/>
                      <a:pt x="1471107" y="600202"/>
                      <a:pt x="1469050" y="601230"/>
                    </a:cubicBezTo>
                    <a:cubicBezTo>
                      <a:pt x="1466982" y="602258"/>
                      <a:pt x="1458732" y="601230"/>
                      <a:pt x="1454607" y="601230"/>
                    </a:cubicBezTo>
                    <a:cubicBezTo>
                      <a:pt x="1450482" y="601230"/>
                      <a:pt x="1448425" y="607411"/>
                      <a:pt x="1445328" y="608451"/>
                    </a:cubicBezTo>
                    <a:cubicBezTo>
                      <a:pt x="1440283" y="612025"/>
                      <a:pt x="1434718" y="614806"/>
                      <a:pt x="1428828" y="616702"/>
                    </a:cubicBezTo>
                    <a:cubicBezTo>
                      <a:pt x="1426143" y="617568"/>
                      <a:pt x="1423263" y="617568"/>
                      <a:pt x="1420578" y="616702"/>
                    </a:cubicBezTo>
                    <a:cubicBezTo>
                      <a:pt x="1415424" y="616702"/>
                      <a:pt x="1414385" y="616702"/>
                      <a:pt x="1410260" y="607411"/>
                    </a:cubicBezTo>
                    <a:lnTo>
                      <a:pt x="1404078" y="607411"/>
                    </a:lnTo>
                    <a:lnTo>
                      <a:pt x="1394799" y="596076"/>
                    </a:lnTo>
                    <a:lnTo>
                      <a:pt x="1380356" y="580605"/>
                    </a:lnTo>
                    <a:cubicBezTo>
                      <a:pt x="1373968" y="574217"/>
                      <a:pt x="1368100" y="567319"/>
                      <a:pt x="1362827" y="559979"/>
                    </a:cubicBezTo>
                    <a:lnTo>
                      <a:pt x="1347355" y="537296"/>
                    </a:lnTo>
                    <a:cubicBezTo>
                      <a:pt x="1338076" y="520796"/>
                      <a:pt x="1347355" y="511507"/>
                      <a:pt x="1347355" y="502228"/>
                    </a:cubicBezTo>
                    <a:lnTo>
                      <a:pt x="1357673" y="488825"/>
                    </a:lnTo>
                    <a:cubicBezTo>
                      <a:pt x="1357673" y="488825"/>
                      <a:pt x="1365924" y="488825"/>
                      <a:pt x="1373134" y="488825"/>
                    </a:cubicBezTo>
                    <a:cubicBezTo>
                      <a:pt x="1380356" y="488825"/>
                      <a:pt x="1381384" y="488825"/>
                      <a:pt x="1383452" y="488825"/>
                    </a:cubicBezTo>
                    <a:cubicBezTo>
                      <a:pt x="1391573" y="482903"/>
                      <a:pt x="1398556" y="475561"/>
                      <a:pt x="1404078" y="467171"/>
                    </a:cubicBezTo>
                    <a:cubicBezTo>
                      <a:pt x="1404078" y="462007"/>
                      <a:pt x="1414385" y="457881"/>
                      <a:pt x="1418510" y="450670"/>
                    </a:cubicBezTo>
                    <a:cubicBezTo>
                      <a:pt x="1421477" y="446167"/>
                      <a:pt x="1424930" y="442009"/>
                      <a:pt x="1428828" y="438295"/>
                    </a:cubicBezTo>
                    <a:lnTo>
                      <a:pt x="1438107" y="429006"/>
                    </a:lnTo>
                    <a:cubicBezTo>
                      <a:pt x="1442665" y="425098"/>
                      <a:pt x="1446195" y="420149"/>
                      <a:pt x="1448425" y="414573"/>
                    </a:cubicBezTo>
                    <a:lnTo>
                      <a:pt x="1448425" y="404255"/>
                    </a:lnTo>
                    <a:cubicBezTo>
                      <a:pt x="1449908" y="401364"/>
                      <a:pt x="1451630" y="398605"/>
                      <a:pt x="1453579" y="396005"/>
                    </a:cubicBezTo>
                    <a:cubicBezTo>
                      <a:pt x="1453579" y="396005"/>
                      <a:pt x="1453579" y="396005"/>
                      <a:pt x="1459761" y="388795"/>
                    </a:cubicBezTo>
                    <a:lnTo>
                      <a:pt x="1469050" y="391881"/>
                    </a:lnTo>
                    <a:cubicBezTo>
                      <a:pt x="1474171" y="391090"/>
                      <a:pt x="1479390" y="391090"/>
                      <a:pt x="1484511" y="391881"/>
                    </a:cubicBezTo>
                    <a:cubicBezTo>
                      <a:pt x="1484511" y="391881"/>
                      <a:pt x="1494829" y="383631"/>
                      <a:pt x="1498954" y="383631"/>
                    </a:cubicBezTo>
                    <a:close/>
                    <a:moveTo>
                      <a:pt x="4049260" y="354753"/>
                    </a:moveTo>
                    <a:cubicBezTo>
                      <a:pt x="4049260" y="354753"/>
                      <a:pt x="4069885" y="364031"/>
                      <a:pt x="4069885" y="368156"/>
                    </a:cubicBezTo>
                    <a:cubicBezTo>
                      <a:pt x="4070318" y="376558"/>
                      <a:pt x="4073588" y="384548"/>
                      <a:pt x="4079164" y="390849"/>
                    </a:cubicBezTo>
                    <a:cubicBezTo>
                      <a:pt x="4079164" y="398060"/>
                      <a:pt x="4079164" y="399100"/>
                      <a:pt x="4079164" y="405282"/>
                    </a:cubicBezTo>
                    <a:cubicBezTo>
                      <a:pt x="4079164" y="411475"/>
                      <a:pt x="4079164" y="415600"/>
                      <a:pt x="4074010" y="418685"/>
                    </a:cubicBezTo>
                    <a:lnTo>
                      <a:pt x="4053385" y="435196"/>
                    </a:lnTo>
                    <a:cubicBezTo>
                      <a:pt x="4053385" y="435196"/>
                      <a:pt x="4043067" y="445504"/>
                      <a:pt x="4045135" y="447561"/>
                    </a:cubicBezTo>
                    <a:cubicBezTo>
                      <a:pt x="4048545" y="448167"/>
                      <a:pt x="4052031" y="448167"/>
                      <a:pt x="4055442" y="447561"/>
                    </a:cubicBezTo>
                    <a:lnTo>
                      <a:pt x="4068856" y="447561"/>
                    </a:lnTo>
                    <a:lnTo>
                      <a:pt x="4084317" y="447561"/>
                    </a:lnTo>
                    <a:cubicBezTo>
                      <a:pt x="4091539" y="447561"/>
                      <a:pt x="4102885" y="447561"/>
                      <a:pt x="4105971" y="447561"/>
                    </a:cubicBezTo>
                    <a:cubicBezTo>
                      <a:pt x="4109068" y="447561"/>
                      <a:pt x="4128664" y="454782"/>
                      <a:pt x="4128664" y="460975"/>
                    </a:cubicBezTo>
                    <a:cubicBezTo>
                      <a:pt x="4128664" y="467157"/>
                      <a:pt x="4135886" y="471282"/>
                      <a:pt x="4145164" y="478504"/>
                    </a:cubicBezTo>
                    <a:cubicBezTo>
                      <a:pt x="4154443" y="485725"/>
                      <a:pt x="4145164" y="501186"/>
                      <a:pt x="4145164" y="512533"/>
                    </a:cubicBezTo>
                    <a:cubicBezTo>
                      <a:pt x="4145164" y="523879"/>
                      <a:pt x="4145164" y="519754"/>
                      <a:pt x="4135886" y="512533"/>
                    </a:cubicBezTo>
                    <a:cubicBezTo>
                      <a:pt x="4126607" y="505311"/>
                      <a:pt x="4127636" y="512533"/>
                      <a:pt x="4120414" y="512533"/>
                    </a:cubicBezTo>
                    <a:cubicBezTo>
                      <a:pt x="4109804" y="513886"/>
                      <a:pt x="4099063" y="513886"/>
                      <a:pt x="4088442" y="512533"/>
                    </a:cubicBezTo>
                    <a:cubicBezTo>
                      <a:pt x="4082271" y="513042"/>
                      <a:pt x="4076067" y="513042"/>
                      <a:pt x="4069885" y="512533"/>
                    </a:cubicBezTo>
                    <a:lnTo>
                      <a:pt x="4052356" y="504283"/>
                    </a:lnTo>
                    <a:cubicBezTo>
                      <a:pt x="4041887" y="501565"/>
                      <a:pt x="4031179" y="499833"/>
                      <a:pt x="4020384" y="499129"/>
                    </a:cubicBezTo>
                    <a:cubicBezTo>
                      <a:pt x="4014830" y="501056"/>
                      <a:pt x="4009612" y="503839"/>
                      <a:pt x="4004913" y="507379"/>
                    </a:cubicBezTo>
                    <a:cubicBezTo>
                      <a:pt x="3997691" y="507379"/>
                      <a:pt x="3995634" y="524908"/>
                      <a:pt x="3995634" y="529033"/>
                    </a:cubicBezTo>
                    <a:cubicBezTo>
                      <a:pt x="3998341" y="552755"/>
                      <a:pt x="4004242" y="576000"/>
                      <a:pt x="4013163" y="598130"/>
                    </a:cubicBezTo>
                    <a:cubicBezTo>
                      <a:pt x="4013163" y="608437"/>
                      <a:pt x="4013163" y="638352"/>
                      <a:pt x="4024509" y="651756"/>
                    </a:cubicBezTo>
                    <a:cubicBezTo>
                      <a:pt x="4032337" y="664856"/>
                      <a:pt x="4038898" y="678661"/>
                      <a:pt x="4044106" y="693006"/>
                    </a:cubicBezTo>
                    <a:cubicBezTo>
                      <a:pt x="4044095" y="700228"/>
                      <a:pt x="4055442" y="706410"/>
                      <a:pt x="4058538" y="711564"/>
                    </a:cubicBezTo>
                    <a:cubicBezTo>
                      <a:pt x="4061635" y="716728"/>
                      <a:pt x="4064731" y="726007"/>
                      <a:pt x="4067817" y="729103"/>
                    </a:cubicBezTo>
                    <a:cubicBezTo>
                      <a:pt x="4076641" y="738945"/>
                      <a:pt x="4084902" y="749273"/>
                      <a:pt x="4092567" y="760036"/>
                    </a:cubicBezTo>
                    <a:cubicBezTo>
                      <a:pt x="4092567" y="760036"/>
                      <a:pt x="4100817" y="767257"/>
                      <a:pt x="4100817" y="771382"/>
                    </a:cubicBezTo>
                    <a:cubicBezTo>
                      <a:pt x="4100817" y="775507"/>
                      <a:pt x="4094635" y="771382"/>
                      <a:pt x="4092567" y="777564"/>
                    </a:cubicBezTo>
                    <a:cubicBezTo>
                      <a:pt x="4090510" y="783757"/>
                      <a:pt x="4092567" y="786854"/>
                      <a:pt x="4084317" y="788911"/>
                    </a:cubicBezTo>
                    <a:cubicBezTo>
                      <a:pt x="4076359" y="792018"/>
                      <a:pt x="4067525" y="792018"/>
                      <a:pt x="4059567" y="788911"/>
                    </a:cubicBezTo>
                    <a:cubicBezTo>
                      <a:pt x="4059567" y="788911"/>
                      <a:pt x="4052356" y="788911"/>
                      <a:pt x="4049260" y="788911"/>
                    </a:cubicBezTo>
                    <a:cubicBezTo>
                      <a:pt x="4046196" y="789496"/>
                      <a:pt x="4043045" y="789496"/>
                      <a:pt x="4039981" y="788911"/>
                    </a:cubicBezTo>
                    <a:lnTo>
                      <a:pt x="4023481" y="777564"/>
                    </a:lnTo>
                    <a:cubicBezTo>
                      <a:pt x="4017234" y="775280"/>
                      <a:pt x="4011344" y="772162"/>
                      <a:pt x="4005941" y="768286"/>
                    </a:cubicBezTo>
                    <a:cubicBezTo>
                      <a:pt x="4005941" y="768286"/>
                      <a:pt x="3994606" y="761075"/>
                      <a:pt x="3991509" y="755910"/>
                    </a:cubicBezTo>
                    <a:cubicBezTo>
                      <a:pt x="3988413" y="750757"/>
                      <a:pt x="3976037" y="744575"/>
                      <a:pt x="3969855" y="738382"/>
                    </a:cubicBezTo>
                    <a:cubicBezTo>
                      <a:pt x="3964734" y="733975"/>
                      <a:pt x="3961735" y="727598"/>
                      <a:pt x="3961605" y="720853"/>
                    </a:cubicBezTo>
                    <a:cubicBezTo>
                      <a:pt x="3961605" y="705381"/>
                      <a:pt x="3972941" y="705381"/>
                      <a:pt x="3961605" y="671352"/>
                    </a:cubicBezTo>
                    <a:cubicBezTo>
                      <a:pt x="3958595" y="656715"/>
                      <a:pt x="3956527" y="641903"/>
                      <a:pt x="3955412" y="627006"/>
                    </a:cubicBezTo>
                    <a:cubicBezTo>
                      <a:pt x="3954373" y="618192"/>
                      <a:pt x="3952294" y="609542"/>
                      <a:pt x="3949230" y="601227"/>
                    </a:cubicBezTo>
                    <a:cubicBezTo>
                      <a:pt x="3940969" y="582658"/>
                      <a:pt x="3936855" y="558937"/>
                      <a:pt x="3933758" y="553783"/>
                    </a:cubicBezTo>
                    <a:cubicBezTo>
                      <a:pt x="3930662" y="548630"/>
                      <a:pt x="3906940" y="570283"/>
                      <a:pt x="3890440" y="575437"/>
                    </a:cubicBezTo>
                    <a:cubicBezTo>
                      <a:pt x="3873940" y="580602"/>
                      <a:pt x="3860536" y="580602"/>
                      <a:pt x="3837843" y="587812"/>
                    </a:cubicBezTo>
                    <a:cubicBezTo>
                      <a:pt x="3822469" y="590227"/>
                      <a:pt x="3806813" y="590227"/>
                      <a:pt x="3791439" y="587812"/>
                    </a:cubicBezTo>
                    <a:lnTo>
                      <a:pt x="3758439" y="587812"/>
                    </a:lnTo>
                    <a:cubicBezTo>
                      <a:pt x="3749160" y="587812"/>
                      <a:pt x="3738853" y="580602"/>
                      <a:pt x="3731631" y="579562"/>
                    </a:cubicBezTo>
                    <a:lnTo>
                      <a:pt x="3718228" y="579562"/>
                    </a:lnTo>
                    <a:cubicBezTo>
                      <a:pt x="3718228" y="579562"/>
                      <a:pt x="3718228" y="571312"/>
                      <a:pt x="3718228" y="567198"/>
                    </a:cubicBezTo>
                    <a:cubicBezTo>
                      <a:pt x="3718228" y="563062"/>
                      <a:pt x="3718228" y="553783"/>
                      <a:pt x="3718228" y="549658"/>
                    </a:cubicBezTo>
                    <a:cubicBezTo>
                      <a:pt x="3718228" y="545533"/>
                      <a:pt x="3711006" y="542437"/>
                      <a:pt x="3709977" y="539351"/>
                    </a:cubicBezTo>
                    <a:cubicBezTo>
                      <a:pt x="3708938" y="536254"/>
                      <a:pt x="3709977" y="533158"/>
                      <a:pt x="3721313" y="539351"/>
                    </a:cubicBezTo>
                    <a:cubicBezTo>
                      <a:pt x="3728805" y="540899"/>
                      <a:pt x="3736525" y="540899"/>
                      <a:pt x="3744006" y="539351"/>
                    </a:cubicBezTo>
                    <a:cubicBezTo>
                      <a:pt x="3749127" y="540174"/>
                      <a:pt x="3754346" y="540174"/>
                      <a:pt x="3759478" y="539351"/>
                    </a:cubicBezTo>
                    <a:cubicBezTo>
                      <a:pt x="3759478" y="539351"/>
                      <a:pt x="3766689" y="539351"/>
                      <a:pt x="3769785" y="539351"/>
                    </a:cubicBezTo>
                    <a:cubicBezTo>
                      <a:pt x="3797329" y="534544"/>
                      <a:pt x="3824537" y="527994"/>
                      <a:pt x="3851258" y="519754"/>
                    </a:cubicBezTo>
                    <a:cubicBezTo>
                      <a:pt x="3866762" y="514871"/>
                      <a:pt x="3880902" y="506394"/>
                      <a:pt x="3892508" y="495004"/>
                    </a:cubicBezTo>
                    <a:cubicBezTo>
                      <a:pt x="3897911" y="492027"/>
                      <a:pt x="3902512" y="487772"/>
                      <a:pt x="3905912" y="482629"/>
                    </a:cubicBezTo>
                    <a:cubicBezTo>
                      <a:pt x="3905912" y="482629"/>
                      <a:pt x="3897662" y="482629"/>
                      <a:pt x="3894565" y="477476"/>
                    </a:cubicBezTo>
                    <a:lnTo>
                      <a:pt x="3886315" y="477476"/>
                    </a:lnTo>
                    <a:lnTo>
                      <a:pt x="3873940" y="477476"/>
                    </a:lnTo>
                    <a:cubicBezTo>
                      <a:pt x="3869717" y="477151"/>
                      <a:pt x="3865895" y="474866"/>
                      <a:pt x="3863633" y="471282"/>
                    </a:cubicBezTo>
                    <a:cubicBezTo>
                      <a:pt x="3863633" y="466129"/>
                      <a:pt x="3863633" y="459936"/>
                      <a:pt x="3852286" y="454782"/>
                    </a:cubicBezTo>
                    <a:cubicBezTo>
                      <a:pt x="3843830" y="445536"/>
                      <a:pt x="3841795" y="432089"/>
                      <a:pt x="3847132" y="420753"/>
                    </a:cubicBezTo>
                    <a:cubicBezTo>
                      <a:pt x="3849049" y="414712"/>
                      <a:pt x="3854257" y="410305"/>
                      <a:pt x="3860536" y="409418"/>
                    </a:cubicBezTo>
                    <a:cubicBezTo>
                      <a:pt x="3864975" y="410143"/>
                      <a:pt x="3869501" y="410143"/>
                      <a:pt x="3873951" y="409418"/>
                    </a:cubicBezTo>
                    <a:cubicBezTo>
                      <a:pt x="3873940" y="409407"/>
                      <a:pt x="3882190" y="409407"/>
                      <a:pt x="3887354" y="409407"/>
                    </a:cubicBezTo>
                    <a:cubicBezTo>
                      <a:pt x="3891750" y="408357"/>
                      <a:pt x="3896352" y="408357"/>
                      <a:pt x="3900758" y="409407"/>
                    </a:cubicBezTo>
                    <a:cubicBezTo>
                      <a:pt x="3900758" y="409407"/>
                      <a:pt x="3915190" y="418685"/>
                      <a:pt x="3923440" y="422821"/>
                    </a:cubicBezTo>
                    <a:cubicBezTo>
                      <a:pt x="3937829" y="428700"/>
                      <a:pt x="3953290" y="431515"/>
                      <a:pt x="3968816" y="431061"/>
                    </a:cubicBezTo>
                    <a:cubicBezTo>
                      <a:pt x="3974836" y="418826"/>
                      <a:pt x="3984114" y="408476"/>
                      <a:pt x="3995634" y="401157"/>
                    </a:cubicBezTo>
                    <a:cubicBezTo>
                      <a:pt x="4001275" y="394660"/>
                      <a:pt x="4006450" y="387775"/>
                      <a:pt x="4011106" y="380532"/>
                    </a:cubicBezTo>
                    <a:cubicBezTo>
                      <a:pt x="4015664" y="374804"/>
                      <a:pt x="4018847" y="368102"/>
                      <a:pt x="4020384" y="360935"/>
                    </a:cubicBezTo>
                    <a:cubicBezTo>
                      <a:pt x="4020384" y="355781"/>
                      <a:pt x="4026567" y="360946"/>
                      <a:pt x="4030692" y="360946"/>
                    </a:cubicBezTo>
                    <a:cubicBezTo>
                      <a:pt x="4034817" y="360946"/>
                      <a:pt x="4041010" y="369185"/>
                      <a:pt x="4045135" y="371253"/>
                    </a:cubicBezTo>
                    <a:cubicBezTo>
                      <a:pt x="4049260" y="373310"/>
                      <a:pt x="4055442" y="371253"/>
                      <a:pt x="4058538" y="371253"/>
                    </a:cubicBezTo>
                    <a:close/>
                    <a:moveTo>
                      <a:pt x="1383200" y="242484"/>
                    </a:moveTo>
                    <a:cubicBezTo>
                      <a:pt x="1385778" y="241841"/>
                      <a:pt x="1388098" y="241841"/>
                      <a:pt x="1389646" y="244417"/>
                    </a:cubicBezTo>
                    <a:cubicBezTo>
                      <a:pt x="1392742" y="249571"/>
                      <a:pt x="1399953" y="254724"/>
                      <a:pt x="1403049" y="256792"/>
                    </a:cubicBezTo>
                    <a:cubicBezTo>
                      <a:pt x="1406146" y="258850"/>
                      <a:pt x="1416453" y="256792"/>
                      <a:pt x="1425742" y="272253"/>
                    </a:cubicBezTo>
                    <a:cubicBezTo>
                      <a:pt x="1435021" y="287725"/>
                      <a:pt x="1431925" y="288753"/>
                      <a:pt x="1425742" y="302168"/>
                    </a:cubicBezTo>
                    <a:cubicBezTo>
                      <a:pt x="1419549" y="315572"/>
                      <a:pt x="1425742" y="311447"/>
                      <a:pt x="1432953" y="308350"/>
                    </a:cubicBezTo>
                    <a:lnTo>
                      <a:pt x="1470078" y="272253"/>
                    </a:lnTo>
                    <a:cubicBezTo>
                      <a:pt x="1476488" y="264566"/>
                      <a:pt x="1483753" y="257647"/>
                      <a:pt x="1491732" y="251628"/>
                    </a:cubicBezTo>
                    <a:cubicBezTo>
                      <a:pt x="1491732" y="251628"/>
                      <a:pt x="1499993" y="251628"/>
                      <a:pt x="1505146" y="251628"/>
                    </a:cubicBezTo>
                    <a:cubicBezTo>
                      <a:pt x="1510300" y="251628"/>
                      <a:pt x="1514425" y="246474"/>
                      <a:pt x="1517522" y="251628"/>
                    </a:cubicBezTo>
                    <a:cubicBezTo>
                      <a:pt x="1524115" y="254389"/>
                      <a:pt x="1531542" y="254389"/>
                      <a:pt x="1538147" y="251628"/>
                    </a:cubicBezTo>
                    <a:cubicBezTo>
                      <a:pt x="1538147" y="251628"/>
                      <a:pt x="1546397" y="251628"/>
                      <a:pt x="1547425" y="251628"/>
                    </a:cubicBezTo>
                    <a:lnTo>
                      <a:pt x="1555675" y="266071"/>
                    </a:lnTo>
                    <a:cubicBezTo>
                      <a:pt x="1555675" y="275350"/>
                      <a:pt x="1547425" y="291850"/>
                      <a:pt x="1543300" y="300100"/>
                    </a:cubicBezTo>
                    <a:cubicBezTo>
                      <a:pt x="1539175" y="308350"/>
                      <a:pt x="1536079" y="300100"/>
                      <a:pt x="1528868" y="300100"/>
                    </a:cubicBezTo>
                    <a:lnTo>
                      <a:pt x="1507204" y="314543"/>
                    </a:lnTo>
                    <a:lnTo>
                      <a:pt x="1491732" y="326918"/>
                    </a:lnTo>
                    <a:lnTo>
                      <a:pt x="1478328" y="341350"/>
                    </a:lnTo>
                    <a:lnTo>
                      <a:pt x="1465953" y="356822"/>
                    </a:lnTo>
                    <a:cubicBezTo>
                      <a:pt x="1460616" y="359204"/>
                      <a:pt x="1455440" y="361965"/>
                      <a:pt x="1450493" y="365072"/>
                    </a:cubicBezTo>
                    <a:cubicBezTo>
                      <a:pt x="1445577" y="373040"/>
                      <a:pt x="1440056" y="380631"/>
                      <a:pt x="1433982" y="387754"/>
                    </a:cubicBezTo>
                    <a:cubicBezTo>
                      <a:pt x="1418467" y="401061"/>
                      <a:pt x="1403980" y="415547"/>
                      <a:pt x="1390674" y="431072"/>
                    </a:cubicBezTo>
                    <a:cubicBezTo>
                      <a:pt x="1390674" y="437255"/>
                      <a:pt x="1381396" y="438294"/>
                      <a:pt x="1378299" y="443448"/>
                    </a:cubicBezTo>
                    <a:cubicBezTo>
                      <a:pt x="1375203" y="448601"/>
                      <a:pt x="1369021" y="450669"/>
                      <a:pt x="1366953" y="455823"/>
                    </a:cubicBezTo>
                    <a:cubicBezTo>
                      <a:pt x="1364896" y="460977"/>
                      <a:pt x="1358703" y="463044"/>
                      <a:pt x="1355617" y="466130"/>
                    </a:cubicBezTo>
                    <a:cubicBezTo>
                      <a:pt x="1352521" y="469227"/>
                      <a:pt x="1350453" y="471295"/>
                      <a:pt x="1345299" y="474391"/>
                    </a:cubicBezTo>
                    <a:cubicBezTo>
                      <a:pt x="1340145" y="477477"/>
                      <a:pt x="1340145" y="481602"/>
                      <a:pt x="1336020" y="484698"/>
                    </a:cubicBezTo>
                    <a:cubicBezTo>
                      <a:pt x="1332826" y="487438"/>
                      <a:pt x="1329373" y="489863"/>
                      <a:pt x="1325702" y="491920"/>
                    </a:cubicBezTo>
                    <a:cubicBezTo>
                      <a:pt x="1325702" y="491920"/>
                      <a:pt x="1317452" y="497073"/>
                      <a:pt x="1317452" y="497073"/>
                    </a:cubicBezTo>
                    <a:cubicBezTo>
                      <a:pt x="1317452" y="497073"/>
                      <a:pt x="1311270" y="505323"/>
                      <a:pt x="1306117" y="508420"/>
                    </a:cubicBezTo>
                    <a:cubicBezTo>
                      <a:pt x="1302425" y="511668"/>
                      <a:pt x="1299285" y="515501"/>
                      <a:pt x="1296827" y="519756"/>
                    </a:cubicBezTo>
                    <a:cubicBezTo>
                      <a:pt x="1296827" y="519756"/>
                      <a:pt x="1296827" y="526977"/>
                      <a:pt x="1290645" y="531102"/>
                    </a:cubicBezTo>
                    <a:cubicBezTo>
                      <a:pt x="1284452" y="535227"/>
                      <a:pt x="1290645" y="531102"/>
                      <a:pt x="1279299" y="531102"/>
                    </a:cubicBezTo>
                    <a:cubicBezTo>
                      <a:pt x="1267952" y="531102"/>
                      <a:pt x="1268991" y="538324"/>
                      <a:pt x="1263827" y="539352"/>
                    </a:cubicBezTo>
                    <a:cubicBezTo>
                      <a:pt x="1258673" y="540381"/>
                      <a:pt x="1253520" y="532131"/>
                      <a:pt x="1251452" y="525949"/>
                    </a:cubicBezTo>
                    <a:lnTo>
                      <a:pt x="1242173" y="513574"/>
                    </a:lnTo>
                    <a:cubicBezTo>
                      <a:pt x="1240755" y="509568"/>
                      <a:pt x="1240755" y="505204"/>
                      <a:pt x="1242173" y="501198"/>
                    </a:cubicBezTo>
                    <a:cubicBezTo>
                      <a:pt x="1247316" y="489516"/>
                      <a:pt x="1254278" y="478722"/>
                      <a:pt x="1262798" y="469227"/>
                    </a:cubicBezTo>
                    <a:cubicBezTo>
                      <a:pt x="1262798" y="469227"/>
                      <a:pt x="1270020" y="469227"/>
                      <a:pt x="1273106" y="469227"/>
                    </a:cubicBezTo>
                    <a:cubicBezTo>
                      <a:pt x="1276202" y="469227"/>
                      <a:pt x="1282395" y="456852"/>
                      <a:pt x="1286520" y="453755"/>
                    </a:cubicBezTo>
                    <a:lnTo>
                      <a:pt x="1321577" y="421794"/>
                    </a:lnTo>
                    <a:cubicBezTo>
                      <a:pt x="1326742" y="415601"/>
                      <a:pt x="1334992" y="414573"/>
                      <a:pt x="1337049" y="408380"/>
                    </a:cubicBezTo>
                    <a:cubicBezTo>
                      <a:pt x="1345028" y="398560"/>
                      <a:pt x="1353647" y="389259"/>
                      <a:pt x="1362828" y="380543"/>
                    </a:cubicBezTo>
                    <a:cubicBezTo>
                      <a:pt x="1367375" y="376559"/>
                      <a:pt x="1370309" y="371059"/>
                      <a:pt x="1371078" y="365072"/>
                    </a:cubicBezTo>
                    <a:lnTo>
                      <a:pt x="1363867" y="357851"/>
                    </a:lnTo>
                    <a:cubicBezTo>
                      <a:pt x="1363867" y="357851"/>
                      <a:pt x="1357674" y="357851"/>
                      <a:pt x="1353549" y="357851"/>
                    </a:cubicBezTo>
                    <a:cubicBezTo>
                      <a:pt x="1349424" y="357851"/>
                      <a:pt x="1342203" y="357851"/>
                      <a:pt x="1341174" y="357851"/>
                    </a:cubicBezTo>
                    <a:cubicBezTo>
                      <a:pt x="1340145" y="357851"/>
                      <a:pt x="1341174" y="350629"/>
                      <a:pt x="1341174" y="347543"/>
                    </a:cubicBezTo>
                    <a:cubicBezTo>
                      <a:pt x="1341683" y="344122"/>
                      <a:pt x="1341683" y="340646"/>
                      <a:pt x="1341174" y="337225"/>
                    </a:cubicBezTo>
                    <a:lnTo>
                      <a:pt x="1341174" y="323822"/>
                    </a:lnTo>
                    <a:cubicBezTo>
                      <a:pt x="1341174" y="316600"/>
                      <a:pt x="1318492" y="307321"/>
                      <a:pt x="1313327" y="304225"/>
                    </a:cubicBezTo>
                    <a:cubicBezTo>
                      <a:pt x="1311779" y="300598"/>
                      <a:pt x="1311779" y="296506"/>
                      <a:pt x="1313327" y="292878"/>
                    </a:cubicBezTo>
                    <a:cubicBezTo>
                      <a:pt x="1313327" y="284628"/>
                      <a:pt x="1322617" y="283599"/>
                      <a:pt x="1328799" y="280503"/>
                    </a:cubicBezTo>
                    <a:cubicBezTo>
                      <a:pt x="1334992" y="277418"/>
                      <a:pt x="1328799" y="272253"/>
                      <a:pt x="1336020" y="270196"/>
                    </a:cubicBezTo>
                    <a:cubicBezTo>
                      <a:pt x="1343242" y="268128"/>
                      <a:pt x="1342203" y="270196"/>
                      <a:pt x="1344270" y="264003"/>
                    </a:cubicBezTo>
                    <a:cubicBezTo>
                      <a:pt x="1346328" y="257821"/>
                      <a:pt x="1344270" y="257821"/>
                      <a:pt x="1351492" y="254724"/>
                    </a:cubicBezTo>
                    <a:lnTo>
                      <a:pt x="1339117" y="257821"/>
                    </a:lnTo>
                    <a:lnTo>
                      <a:pt x="1350453" y="252667"/>
                    </a:lnTo>
                    <a:cubicBezTo>
                      <a:pt x="1355325" y="250632"/>
                      <a:pt x="1359850" y="247849"/>
                      <a:pt x="1363867" y="244417"/>
                    </a:cubicBezTo>
                    <a:cubicBezTo>
                      <a:pt x="1363867" y="244417"/>
                      <a:pt x="1370049" y="244417"/>
                      <a:pt x="1375203" y="244417"/>
                    </a:cubicBezTo>
                    <a:cubicBezTo>
                      <a:pt x="1377785" y="244417"/>
                      <a:pt x="1380622" y="243129"/>
                      <a:pt x="1383200" y="242484"/>
                    </a:cubicBezTo>
                    <a:close/>
                    <a:moveTo>
                      <a:pt x="2319836" y="154694"/>
                    </a:moveTo>
                    <a:lnTo>
                      <a:pt x="2301267" y="159847"/>
                    </a:lnTo>
                    <a:cubicBezTo>
                      <a:pt x="2299589" y="163441"/>
                      <a:pt x="2299589" y="167599"/>
                      <a:pt x="2301267" y="171193"/>
                    </a:cubicBezTo>
                    <a:cubicBezTo>
                      <a:pt x="2301267" y="175318"/>
                      <a:pt x="2301267" y="180472"/>
                      <a:pt x="2301267" y="180472"/>
                    </a:cubicBezTo>
                    <a:cubicBezTo>
                      <a:pt x="2307006" y="182052"/>
                      <a:pt x="2313069" y="182052"/>
                      <a:pt x="2318808" y="180472"/>
                    </a:cubicBezTo>
                    <a:cubicBezTo>
                      <a:pt x="2324968" y="175069"/>
                      <a:pt x="2328054" y="166960"/>
                      <a:pt x="2327047" y="158819"/>
                    </a:cubicBezTo>
                    <a:lnTo>
                      <a:pt x="2320865" y="158819"/>
                    </a:lnTo>
                    <a:close/>
                    <a:moveTo>
                      <a:pt x="2375531" y="130974"/>
                    </a:moveTo>
                    <a:cubicBezTo>
                      <a:pt x="2370378" y="133031"/>
                      <a:pt x="2361089" y="133031"/>
                      <a:pt x="2361089" y="138195"/>
                    </a:cubicBezTo>
                    <a:cubicBezTo>
                      <a:pt x="2361089" y="143348"/>
                      <a:pt x="2360061" y="146444"/>
                      <a:pt x="2361089" y="153665"/>
                    </a:cubicBezTo>
                    <a:cubicBezTo>
                      <a:pt x="2362118" y="160876"/>
                      <a:pt x="2371407" y="160876"/>
                      <a:pt x="2371407" y="160876"/>
                    </a:cubicBezTo>
                    <a:cubicBezTo>
                      <a:pt x="2378541" y="158754"/>
                      <a:pt x="2384268" y="153416"/>
                      <a:pt x="2386877" y="146444"/>
                    </a:cubicBezTo>
                    <a:cubicBezTo>
                      <a:pt x="2387212" y="141984"/>
                      <a:pt x="2387212" y="137502"/>
                      <a:pt x="2386877" y="133031"/>
                    </a:cubicBezTo>
                    <a:cubicBezTo>
                      <a:pt x="2384809" y="133031"/>
                      <a:pt x="2376560" y="133031"/>
                      <a:pt x="2376560" y="133031"/>
                    </a:cubicBezTo>
                    <a:close/>
                    <a:moveTo>
                      <a:pt x="2306432" y="95915"/>
                    </a:moveTo>
                    <a:lnTo>
                      <a:pt x="2310546" y="100039"/>
                    </a:lnTo>
                    <a:cubicBezTo>
                      <a:pt x="2307460" y="104164"/>
                      <a:pt x="2296113" y="108289"/>
                      <a:pt x="2296113" y="113442"/>
                    </a:cubicBezTo>
                    <a:cubicBezTo>
                      <a:pt x="2296113" y="118607"/>
                      <a:pt x="2296113" y="128913"/>
                      <a:pt x="2296113" y="128913"/>
                    </a:cubicBezTo>
                    <a:cubicBezTo>
                      <a:pt x="2296113" y="128913"/>
                      <a:pt x="2297142" y="136134"/>
                      <a:pt x="2304364" y="128913"/>
                    </a:cubicBezTo>
                    <a:cubicBezTo>
                      <a:pt x="2311586" y="121692"/>
                      <a:pt x="2320865" y="120664"/>
                      <a:pt x="2320865" y="108289"/>
                    </a:cubicBezTo>
                    <a:cubicBezTo>
                      <a:pt x="2320865" y="95915"/>
                      <a:pt x="2316740" y="95915"/>
                      <a:pt x="2306432" y="95915"/>
                    </a:cubicBezTo>
                    <a:close/>
                    <a:moveTo>
                      <a:pt x="3341817" y="93847"/>
                    </a:moveTo>
                    <a:cubicBezTo>
                      <a:pt x="3346224" y="95276"/>
                      <a:pt x="3349678" y="98730"/>
                      <a:pt x="3351096" y="103125"/>
                    </a:cubicBezTo>
                    <a:cubicBezTo>
                      <a:pt x="3355578" y="109069"/>
                      <a:pt x="3359714" y="115273"/>
                      <a:pt x="3363471" y="121693"/>
                    </a:cubicBezTo>
                    <a:cubicBezTo>
                      <a:pt x="3364532" y="127139"/>
                      <a:pt x="3364532" y="132737"/>
                      <a:pt x="3363471" y="138193"/>
                    </a:cubicBezTo>
                    <a:cubicBezTo>
                      <a:pt x="3363482" y="138193"/>
                      <a:pt x="3368636" y="148501"/>
                      <a:pt x="3363482" y="150569"/>
                    </a:cubicBezTo>
                    <a:cubicBezTo>
                      <a:pt x="3358318" y="152626"/>
                      <a:pt x="3348010" y="160876"/>
                      <a:pt x="3332539" y="167069"/>
                    </a:cubicBezTo>
                    <a:cubicBezTo>
                      <a:pt x="3323542" y="169505"/>
                      <a:pt x="3315129" y="173716"/>
                      <a:pt x="3307789" y="179444"/>
                    </a:cubicBezTo>
                    <a:cubicBezTo>
                      <a:pt x="3302581" y="182995"/>
                      <a:pt x="3296540" y="185128"/>
                      <a:pt x="3290260" y="185626"/>
                    </a:cubicBezTo>
                    <a:cubicBezTo>
                      <a:pt x="3272731" y="185626"/>
                      <a:pt x="3258288" y="185626"/>
                      <a:pt x="3254163" y="200069"/>
                    </a:cubicBezTo>
                    <a:cubicBezTo>
                      <a:pt x="3250038" y="214501"/>
                      <a:pt x="3254163" y="210376"/>
                      <a:pt x="3254163" y="226877"/>
                    </a:cubicBezTo>
                    <a:cubicBezTo>
                      <a:pt x="3252290" y="231229"/>
                      <a:pt x="3249464" y="235094"/>
                      <a:pt x="3245913" y="238223"/>
                    </a:cubicBezTo>
                    <a:cubicBezTo>
                      <a:pt x="3240760" y="238223"/>
                      <a:pt x="3240760" y="244405"/>
                      <a:pt x="3238692" y="247502"/>
                    </a:cubicBezTo>
                    <a:cubicBezTo>
                      <a:pt x="3238378" y="251724"/>
                      <a:pt x="3236082" y="255546"/>
                      <a:pt x="3232510" y="257820"/>
                    </a:cubicBezTo>
                    <a:cubicBezTo>
                      <a:pt x="3232510" y="257820"/>
                      <a:pt x="3232510" y="266070"/>
                      <a:pt x="3227356" y="270195"/>
                    </a:cubicBezTo>
                    <a:cubicBezTo>
                      <a:pt x="3222192" y="274320"/>
                      <a:pt x="3218067" y="297002"/>
                      <a:pt x="3221163" y="302156"/>
                    </a:cubicBezTo>
                    <a:cubicBezTo>
                      <a:pt x="3224259" y="307320"/>
                      <a:pt x="3261385" y="310406"/>
                      <a:pt x="3278913" y="314531"/>
                    </a:cubicBezTo>
                    <a:cubicBezTo>
                      <a:pt x="3296442" y="318656"/>
                      <a:pt x="3289231" y="314531"/>
                      <a:pt x="3294385" y="314531"/>
                    </a:cubicBezTo>
                    <a:lnTo>
                      <a:pt x="3309846" y="314531"/>
                    </a:lnTo>
                    <a:lnTo>
                      <a:pt x="3323260" y="322792"/>
                    </a:lnTo>
                    <a:cubicBezTo>
                      <a:pt x="3328219" y="326332"/>
                      <a:pt x="3332723" y="330490"/>
                      <a:pt x="3336664" y="335156"/>
                    </a:cubicBezTo>
                    <a:cubicBezTo>
                      <a:pt x="3344665" y="339346"/>
                      <a:pt x="3350360" y="346925"/>
                      <a:pt x="3352135" y="355792"/>
                    </a:cubicBezTo>
                    <a:cubicBezTo>
                      <a:pt x="3353142" y="360198"/>
                      <a:pt x="3353142" y="364778"/>
                      <a:pt x="3352135" y="369196"/>
                    </a:cubicBezTo>
                    <a:cubicBezTo>
                      <a:pt x="3352135" y="369196"/>
                      <a:pt x="3352135" y="374349"/>
                      <a:pt x="3352135" y="374349"/>
                    </a:cubicBezTo>
                    <a:cubicBezTo>
                      <a:pt x="3352579" y="377078"/>
                      <a:pt x="3352579" y="379871"/>
                      <a:pt x="3352135" y="382599"/>
                    </a:cubicBezTo>
                    <a:cubicBezTo>
                      <a:pt x="3350078" y="386270"/>
                      <a:pt x="3347653" y="389723"/>
                      <a:pt x="3344914" y="392907"/>
                    </a:cubicBezTo>
                    <a:cubicBezTo>
                      <a:pt x="3344914" y="392907"/>
                      <a:pt x="3335635" y="401157"/>
                      <a:pt x="3332539" y="400128"/>
                    </a:cubicBezTo>
                    <a:lnTo>
                      <a:pt x="3312942" y="400128"/>
                    </a:lnTo>
                    <a:lnTo>
                      <a:pt x="3292317" y="390849"/>
                    </a:lnTo>
                    <a:lnTo>
                      <a:pt x="3270663" y="390849"/>
                    </a:lnTo>
                    <a:lnTo>
                      <a:pt x="3236635" y="378474"/>
                    </a:lnTo>
                    <a:lnTo>
                      <a:pt x="3203634" y="371253"/>
                    </a:lnTo>
                    <a:cubicBezTo>
                      <a:pt x="3193002" y="367572"/>
                      <a:pt x="3181872" y="365482"/>
                      <a:pt x="3170634" y="365070"/>
                    </a:cubicBezTo>
                    <a:lnTo>
                      <a:pt x="3138662" y="365070"/>
                    </a:lnTo>
                    <a:cubicBezTo>
                      <a:pt x="3126287" y="365070"/>
                      <a:pt x="3112884" y="356821"/>
                      <a:pt x="3102566" y="355781"/>
                    </a:cubicBezTo>
                    <a:cubicBezTo>
                      <a:pt x="3080630" y="353432"/>
                      <a:pt x="3058511" y="353432"/>
                      <a:pt x="3036565" y="355781"/>
                    </a:cubicBezTo>
                    <a:cubicBezTo>
                      <a:pt x="3007690" y="355781"/>
                      <a:pt x="2955093" y="367128"/>
                      <a:pt x="2952008" y="366099"/>
                    </a:cubicBezTo>
                    <a:cubicBezTo>
                      <a:pt x="2948911" y="365070"/>
                      <a:pt x="2937564" y="344446"/>
                      <a:pt x="2929314" y="331031"/>
                    </a:cubicBezTo>
                    <a:cubicBezTo>
                      <a:pt x="2928145" y="325596"/>
                      <a:pt x="2928145" y="319977"/>
                      <a:pt x="2929314" y="314531"/>
                    </a:cubicBezTo>
                    <a:cubicBezTo>
                      <a:pt x="2931155" y="307786"/>
                      <a:pt x="2931155" y="300662"/>
                      <a:pt x="2929314" y="293906"/>
                    </a:cubicBezTo>
                    <a:cubicBezTo>
                      <a:pt x="2929314" y="286695"/>
                      <a:pt x="2961286" y="283598"/>
                      <a:pt x="2965411" y="283598"/>
                    </a:cubicBezTo>
                    <a:cubicBezTo>
                      <a:pt x="2969536" y="283598"/>
                      <a:pt x="2977786" y="290820"/>
                      <a:pt x="2983968" y="290820"/>
                    </a:cubicBezTo>
                    <a:lnTo>
                      <a:pt x="3027287" y="290820"/>
                    </a:lnTo>
                    <a:cubicBezTo>
                      <a:pt x="3032440" y="290820"/>
                      <a:pt x="3039662" y="290820"/>
                      <a:pt x="3043787" y="290820"/>
                    </a:cubicBezTo>
                    <a:cubicBezTo>
                      <a:pt x="3060070" y="289348"/>
                      <a:pt x="3076256" y="286933"/>
                      <a:pt x="3092259" y="283598"/>
                    </a:cubicBezTo>
                    <a:cubicBezTo>
                      <a:pt x="3122162" y="283598"/>
                      <a:pt x="3132469" y="246473"/>
                      <a:pt x="3139691" y="234098"/>
                    </a:cubicBezTo>
                    <a:cubicBezTo>
                      <a:pt x="3143448" y="228782"/>
                      <a:pt x="3146241" y="222849"/>
                      <a:pt x="3147941" y="216569"/>
                    </a:cubicBezTo>
                    <a:cubicBezTo>
                      <a:pt x="3147941" y="209348"/>
                      <a:pt x="3147941" y="202126"/>
                      <a:pt x="3147941" y="200069"/>
                    </a:cubicBezTo>
                    <a:cubicBezTo>
                      <a:pt x="3142105" y="199733"/>
                      <a:pt x="3136248" y="199733"/>
                      <a:pt x="3130412" y="200069"/>
                    </a:cubicBezTo>
                    <a:cubicBezTo>
                      <a:pt x="3123277" y="201661"/>
                      <a:pt x="3115883" y="201661"/>
                      <a:pt x="3108759" y="200069"/>
                    </a:cubicBezTo>
                    <a:cubicBezTo>
                      <a:pt x="3102566" y="200069"/>
                      <a:pt x="3108759" y="187694"/>
                      <a:pt x="3108759" y="178405"/>
                    </a:cubicBezTo>
                    <a:cubicBezTo>
                      <a:pt x="3109073" y="168953"/>
                      <a:pt x="3106561" y="159609"/>
                      <a:pt x="3101537" y="151597"/>
                    </a:cubicBezTo>
                    <a:cubicBezTo>
                      <a:pt x="3101537" y="151597"/>
                      <a:pt x="3101537" y="135097"/>
                      <a:pt x="3101537" y="132001"/>
                    </a:cubicBezTo>
                    <a:cubicBezTo>
                      <a:pt x="3102046" y="125829"/>
                      <a:pt x="3102046" y="119615"/>
                      <a:pt x="3101537" y="113443"/>
                    </a:cubicBezTo>
                    <a:cubicBezTo>
                      <a:pt x="3101537" y="104154"/>
                      <a:pt x="3112884" y="106222"/>
                      <a:pt x="3121134" y="104154"/>
                    </a:cubicBezTo>
                    <a:cubicBezTo>
                      <a:pt x="3129384" y="102097"/>
                      <a:pt x="3139691" y="114472"/>
                      <a:pt x="3147941" y="117569"/>
                    </a:cubicBezTo>
                    <a:cubicBezTo>
                      <a:pt x="3171858" y="121076"/>
                      <a:pt x="3195969" y="123144"/>
                      <a:pt x="3220134" y="123750"/>
                    </a:cubicBezTo>
                    <a:lnTo>
                      <a:pt x="3259317" y="123750"/>
                    </a:lnTo>
                    <a:cubicBezTo>
                      <a:pt x="3278480" y="122516"/>
                      <a:pt x="3297481" y="119398"/>
                      <a:pt x="3316039" y="114472"/>
                    </a:cubicBezTo>
                    <a:cubicBezTo>
                      <a:pt x="3321095" y="113064"/>
                      <a:pt x="3326443" y="113064"/>
                      <a:pt x="3331510" y="114472"/>
                    </a:cubicBezTo>
                    <a:lnTo>
                      <a:pt x="3343885" y="114472"/>
                    </a:lnTo>
                    <a:close/>
                    <a:moveTo>
                      <a:pt x="2198081" y="79112"/>
                    </a:moveTo>
                    <a:cubicBezTo>
                      <a:pt x="2202917" y="81869"/>
                      <a:pt x="2209495" y="92309"/>
                      <a:pt x="2212588" y="96946"/>
                    </a:cubicBezTo>
                    <a:lnTo>
                      <a:pt x="2218770" y="79417"/>
                    </a:lnTo>
                    <a:cubicBezTo>
                      <a:pt x="2218770" y="79417"/>
                      <a:pt x="2218770" y="94889"/>
                      <a:pt x="2218770" y="100042"/>
                    </a:cubicBezTo>
                    <a:cubicBezTo>
                      <a:pt x="2216995" y="107848"/>
                      <a:pt x="2216995" y="115957"/>
                      <a:pt x="2218770" y="123764"/>
                    </a:cubicBezTo>
                    <a:cubicBezTo>
                      <a:pt x="2218770" y="128917"/>
                      <a:pt x="2218770" y="134071"/>
                      <a:pt x="2208463" y="142321"/>
                    </a:cubicBezTo>
                    <a:cubicBezTo>
                      <a:pt x="2202108" y="150344"/>
                      <a:pt x="2196575" y="158984"/>
                      <a:pt x="2191952" y="168100"/>
                    </a:cubicBezTo>
                    <a:cubicBezTo>
                      <a:pt x="2188509" y="175992"/>
                      <a:pt x="2188509" y="184968"/>
                      <a:pt x="2191952" y="192850"/>
                    </a:cubicBezTo>
                    <a:cubicBezTo>
                      <a:pt x="2191952" y="192850"/>
                      <a:pt x="2191952" y="207293"/>
                      <a:pt x="2191952" y="210379"/>
                    </a:cubicBezTo>
                    <a:cubicBezTo>
                      <a:pt x="2191952" y="213475"/>
                      <a:pt x="2200213" y="210379"/>
                      <a:pt x="2205367" y="210379"/>
                    </a:cubicBezTo>
                    <a:cubicBezTo>
                      <a:pt x="2210520" y="210379"/>
                      <a:pt x="2205367" y="216572"/>
                      <a:pt x="2211549" y="221725"/>
                    </a:cubicBezTo>
                    <a:cubicBezTo>
                      <a:pt x="2217742" y="226879"/>
                      <a:pt x="2221867" y="234100"/>
                      <a:pt x="2221867" y="240293"/>
                    </a:cubicBezTo>
                    <a:cubicBezTo>
                      <a:pt x="2223339" y="242848"/>
                      <a:pt x="2223339" y="245988"/>
                      <a:pt x="2221867" y="248543"/>
                    </a:cubicBezTo>
                    <a:cubicBezTo>
                      <a:pt x="2206872" y="259954"/>
                      <a:pt x="2194854" y="274809"/>
                      <a:pt x="2186798" y="291851"/>
                    </a:cubicBezTo>
                    <a:cubicBezTo>
                      <a:pt x="2186798" y="291851"/>
                      <a:pt x="2186798" y="305265"/>
                      <a:pt x="2186798" y="306293"/>
                    </a:cubicBezTo>
                    <a:lnTo>
                      <a:pt x="2202270" y="306293"/>
                    </a:lnTo>
                    <a:cubicBezTo>
                      <a:pt x="2207694" y="307224"/>
                      <a:pt x="2212718" y="309736"/>
                      <a:pt x="2216713" y="313515"/>
                    </a:cubicBezTo>
                    <a:cubicBezTo>
                      <a:pt x="2219788" y="317434"/>
                      <a:pt x="2221910" y="322025"/>
                      <a:pt x="2222895" y="326919"/>
                    </a:cubicBezTo>
                    <a:cubicBezTo>
                      <a:pt x="2220611" y="347793"/>
                      <a:pt x="2208810" y="366436"/>
                      <a:pt x="2190923" y="377448"/>
                    </a:cubicBezTo>
                    <a:cubicBezTo>
                      <a:pt x="2175452" y="390851"/>
                      <a:pt x="2147615" y="406323"/>
                      <a:pt x="2134201" y="416630"/>
                    </a:cubicBezTo>
                    <a:cubicBezTo>
                      <a:pt x="2120797" y="426948"/>
                      <a:pt x="2114615" y="444476"/>
                      <a:pt x="2107393" y="447573"/>
                    </a:cubicBezTo>
                    <a:cubicBezTo>
                      <a:pt x="2100172" y="450669"/>
                      <a:pt x="2100172" y="447573"/>
                      <a:pt x="2096047" y="447573"/>
                    </a:cubicBezTo>
                    <a:lnTo>
                      <a:pt x="2078518" y="447573"/>
                    </a:lnTo>
                    <a:cubicBezTo>
                      <a:pt x="2072325" y="447573"/>
                      <a:pt x="2073364" y="438294"/>
                      <a:pt x="2069239" y="434169"/>
                    </a:cubicBezTo>
                    <a:cubicBezTo>
                      <a:pt x="2064085" y="430769"/>
                      <a:pt x="2059841" y="426168"/>
                      <a:pt x="2056864" y="420765"/>
                    </a:cubicBezTo>
                    <a:cubicBezTo>
                      <a:pt x="2052100" y="412494"/>
                      <a:pt x="2048949" y="403388"/>
                      <a:pt x="2047585" y="393948"/>
                    </a:cubicBezTo>
                    <a:cubicBezTo>
                      <a:pt x="2051504" y="381648"/>
                      <a:pt x="2059993" y="371308"/>
                      <a:pt x="2071296" y="365072"/>
                    </a:cubicBezTo>
                    <a:cubicBezTo>
                      <a:pt x="2071296" y="365072"/>
                      <a:pt x="2081614" y="353726"/>
                      <a:pt x="2084700" y="351669"/>
                    </a:cubicBezTo>
                    <a:cubicBezTo>
                      <a:pt x="2088836" y="348020"/>
                      <a:pt x="2092030" y="343419"/>
                      <a:pt x="2093989" y="338265"/>
                    </a:cubicBezTo>
                    <a:cubicBezTo>
                      <a:pt x="2094552" y="334497"/>
                      <a:pt x="2094552" y="330676"/>
                      <a:pt x="2093989" y="326919"/>
                    </a:cubicBezTo>
                    <a:cubicBezTo>
                      <a:pt x="2094455" y="322122"/>
                      <a:pt x="2094455" y="317283"/>
                      <a:pt x="2093989" y="312475"/>
                    </a:cubicBezTo>
                    <a:cubicBezTo>
                      <a:pt x="2092885" y="308546"/>
                      <a:pt x="2090752" y="304983"/>
                      <a:pt x="2087796" y="302169"/>
                    </a:cubicBezTo>
                    <a:cubicBezTo>
                      <a:pt x="2084624" y="299765"/>
                      <a:pt x="2082123" y="296560"/>
                      <a:pt x="2080575" y="292890"/>
                    </a:cubicBezTo>
                    <a:cubicBezTo>
                      <a:pt x="2080586" y="292890"/>
                      <a:pt x="2066142" y="280515"/>
                      <a:pt x="2065114" y="274322"/>
                    </a:cubicBezTo>
                    <a:cubicBezTo>
                      <a:pt x="2064313" y="263744"/>
                      <a:pt x="2071296" y="254130"/>
                      <a:pt x="2081614" y="251639"/>
                    </a:cubicBezTo>
                    <a:lnTo>
                      <a:pt x="2095018" y="251639"/>
                    </a:lnTo>
                    <a:cubicBezTo>
                      <a:pt x="2103268" y="251639"/>
                      <a:pt x="2107393" y="241322"/>
                      <a:pt x="2110490" y="234100"/>
                    </a:cubicBezTo>
                    <a:cubicBezTo>
                      <a:pt x="2113586" y="226879"/>
                      <a:pt x="2110490" y="213475"/>
                      <a:pt x="2110490" y="206264"/>
                    </a:cubicBezTo>
                    <a:cubicBezTo>
                      <a:pt x="2110490" y="199043"/>
                      <a:pt x="2100172" y="195946"/>
                      <a:pt x="2093989" y="194918"/>
                    </a:cubicBezTo>
                    <a:cubicBezTo>
                      <a:pt x="2088154" y="194420"/>
                      <a:pt x="2082285" y="194420"/>
                      <a:pt x="2076461" y="194918"/>
                    </a:cubicBezTo>
                    <a:cubicBezTo>
                      <a:pt x="2076461" y="194918"/>
                      <a:pt x="2066142" y="189764"/>
                      <a:pt x="2065114" y="184599"/>
                    </a:cubicBezTo>
                    <a:cubicBezTo>
                      <a:pt x="2064085" y="179446"/>
                      <a:pt x="2059949" y="184599"/>
                      <a:pt x="2054796" y="184599"/>
                    </a:cubicBezTo>
                    <a:cubicBezTo>
                      <a:pt x="2049642" y="184599"/>
                      <a:pt x="2048614" y="169139"/>
                      <a:pt x="2047585" y="166043"/>
                    </a:cubicBezTo>
                    <a:cubicBezTo>
                      <a:pt x="2046546" y="162946"/>
                      <a:pt x="2047585" y="166043"/>
                      <a:pt x="2055824" y="158821"/>
                    </a:cubicBezTo>
                    <a:cubicBezTo>
                      <a:pt x="2064085" y="151600"/>
                      <a:pt x="2055824" y="151600"/>
                      <a:pt x="2060989" y="147475"/>
                    </a:cubicBezTo>
                    <a:cubicBezTo>
                      <a:pt x="2066142" y="143350"/>
                      <a:pt x="2069239" y="139225"/>
                      <a:pt x="2074393" y="136139"/>
                    </a:cubicBezTo>
                    <a:lnTo>
                      <a:pt x="2093989" y="136139"/>
                    </a:lnTo>
                    <a:cubicBezTo>
                      <a:pt x="2118740" y="121696"/>
                      <a:pt x="2144519" y="86639"/>
                      <a:pt x="2171337" y="84571"/>
                    </a:cubicBezTo>
                    <a:cubicBezTo>
                      <a:pt x="2198145" y="82514"/>
                      <a:pt x="2189895" y="84571"/>
                      <a:pt x="2194020" y="79417"/>
                    </a:cubicBezTo>
                    <a:cubicBezTo>
                      <a:pt x="2195051" y="78129"/>
                      <a:pt x="2196469" y="78194"/>
                      <a:pt x="2198081" y="79112"/>
                    </a:cubicBezTo>
                    <a:close/>
                    <a:moveTo>
                      <a:pt x="2394088" y="55695"/>
                    </a:moveTo>
                    <a:cubicBezTo>
                      <a:pt x="2379656" y="62916"/>
                      <a:pt x="2355934" y="70138"/>
                      <a:pt x="2356963" y="76320"/>
                    </a:cubicBezTo>
                    <a:cubicBezTo>
                      <a:pt x="2357991" y="82513"/>
                      <a:pt x="2359020" y="93860"/>
                      <a:pt x="2365213" y="93860"/>
                    </a:cubicBezTo>
                    <a:cubicBezTo>
                      <a:pt x="2372001" y="95408"/>
                      <a:pt x="2379050" y="95408"/>
                      <a:pt x="2385838" y="93860"/>
                    </a:cubicBezTo>
                    <a:cubicBezTo>
                      <a:pt x="2390992" y="88695"/>
                      <a:pt x="2397185" y="73224"/>
                      <a:pt x="2397185" y="73224"/>
                    </a:cubicBezTo>
                    <a:cubicBezTo>
                      <a:pt x="2397867" y="68092"/>
                      <a:pt x="2397867" y="62895"/>
                      <a:pt x="2397185" y="57763"/>
                    </a:cubicBezTo>
                    <a:close/>
                    <a:moveTo>
                      <a:pt x="2409561" y="1039"/>
                    </a:moveTo>
                    <a:cubicBezTo>
                      <a:pt x="2416782" y="10"/>
                      <a:pt x="2421936" y="6193"/>
                      <a:pt x="2427090" y="1039"/>
                    </a:cubicBezTo>
                    <a:cubicBezTo>
                      <a:pt x="2438393" y="-347"/>
                      <a:pt x="2449815" y="-347"/>
                      <a:pt x="2461119" y="1039"/>
                    </a:cubicBezTo>
                    <a:cubicBezTo>
                      <a:pt x="2461130" y="1039"/>
                      <a:pt x="2461130" y="12386"/>
                      <a:pt x="2469369" y="14443"/>
                    </a:cubicBezTo>
                    <a:cubicBezTo>
                      <a:pt x="2476872" y="19466"/>
                      <a:pt x="2482058" y="27251"/>
                      <a:pt x="2483812" y="36096"/>
                    </a:cubicBezTo>
                    <a:cubicBezTo>
                      <a:pt x="2483812" y="43318"/>
                      <a:pt x="2477630" y="54664"/>
                      <a:pt x="2477630" y="57761"/>
                    </a:cubicBezTo>
                    <a:cubicBezTo>
                      <a:pt x="2479600" y="63791"/>
                      <a:pt x="2479600" y="70288"/>
                      <a:pt x="2477630" y="76318"/>
                    </a:cubicBezTo>
                    <a:cubicBezTo>
                      <a:pt x="2472747" y="86549"/>
                      <a:pt x="2468936" y="97268"/>
                      <a:pt x="2466283" y="108290"/>
                    </a:cubicBezTo>
                    <a:cubicBezTo>
                      <a:pt x="2462169" y="115057"/>
                      <a:pt x="2457697" y="121596"/>
                      <a:pt x="2452879" y="127886"/>
                    </a:cubicBezTo>
                    <a:cubicBezTo>
                      <a:pt x="2445658" y="155722"/>
                      <a:pt x="2435340" y="175319"/>
                      <a:pt x="2429158" y="203165"/>
                    </a:cubicBezTo>
                    <a:cubicBezTo>
                      <a:pt x="2429158" y="203165"/>
                      <a:pt x="2422965" y="216569"/>
                      <a:pt x="2419868" y="215541"/>
                    </a:cubicBezTo>
                    <a:cubicBezTo>
                      <a:pt x="2416782" y="214512"/>
                      <a:pt x="2408532" y="215541"/>
                      <a:pt x="2406464" y="215541"/>
                    </a:cubicBezTo>
                    <a:cubicBezTo>
                      <a:pt x="2404407" y="215541"/>
                      <a:pt x="2396157" y="215541"/>
                      <a:pt x="2392032" y="222762"/>
                    </a:cubicBezTo>
                    <a:cubicBezTo>
                      <a:pt x="2387907" y="229973"/>
                      <a:pt x="2374503" y="222762"/>
                      <a:pt x="2372435" y="232041"/>
                    </a:cubicBezTo>
                    <a:cubicBezTo>
                      <a:pt x="2369859" y="237238"/>
                      <a:pt x="2369859" y="243344"/>
                      <a:pt x="2372435" y="248541"/>
                    </a:cubicBezTo>
                    <a:cubicBezTo>
                      <a:pt x="2377589" y="253694"/>
                      <a:pt x="2386879" y="248541"/>
                      <a:pt x="2387907" y="243387"/>
                    </a:cubicBezTo>
                    <a:cubicBezTo>
                      <a:pt x="2390603" y="238937"/>
                      <a:pt x="2395129" y="235906"/>
                      <a:pt x="2400282" y="235137"/>
                    </a:cubicBezTo>
                    <a:cubicBezTo>
                      <a:pt x="2406432" y="236079"/>
                      <a:pt x="2412690" y="236079"/>
                      <a:pt x="2418840" y="235137"/>
                    </a:cubicBezTo>
                    <a:cubicBezTo>
                      <a:pt x="2422867" y="235484"/>
                      <a:pt x="2426213" y="238407"/>
                      <a:pt x="2427090" y="242348"/>
                    </a:cubicBezTo>
                    <a:cubicBezTo>
                      <a:pt x="2428486" y="250338"/>
                      <a:pt x="2431280" y="258014"/>
                      <a:pt x="2435340" y="265041"/>
                    </a:cubicBezTo>
                    <a:cubicBezTo>
                      <a:pt x="2436444" y="268040"/>
                      <a:pt x="2436444" y="271320"/>
                      <a:pt x="2435340" y="274319"/>
                    </a:cubicBezTo>
                    <a:cubicBezTo>
                      <a:pt x="2430663" y="279625"/>
                      <a:pt x="2425477" y="284453"/>
                      <a:pt x="2419868" y="288763"/>
                    </a:cubicBezTo>
                    <a:cubicBezTo>
                      <a:pt x="2419868" y="288763"/>
                      <a:pt x="2407493" y="288763"/>
                      <a:pt x="2402339" y="298041"/>
                    </a:cubicBezTo>
                    <a:cubicBezTo>
                      <a:pt x="2400791" y="301657"/>
                      <a:pt x="2400791" y="305761"/>
                      <a:pt x="2402339" y="309377"/>
                    </a:cubicBezTo>
                    <a:cubicBezTo>
                      <a:pt x="2402339" y="316609"/>
                      <a:pt x="2408532" y="316609"/>
                      <a:pt x="2412657" y="315570"/>
                    </a:cubicBezTo>
                    <a:cubicBezTo>
                      <a:pt x="2416782" y="314541"/>
                      <a:pt x="2430186" y="308348"/>
                      <a:pt x="2436368" y="307320"/>
                    </a:cubicBezTo>
                    <a:cubicBezTo>
                      <a:pt x="2442886" y="307883"/>
                      <a:pt x="2449447" y="307883"/>
                      <a:pt x="2455965" y="307320"/>
                    </a:cubicBezTo>
                    <a:cubicBezTo>
                      <a:pt x="2455965" y="307320"/>
                      <a:pt x="2471437" y="299070"/>
                      <a:pt x="2477630" y="300098"/>
                    </a:cubicBezTo>
                    <a:cubicBezTo>
                      <a:pt x="2483812" y="301138"/>
                      <a:pt x="2493091" y="291848"/>
                      <a:pt x="2498244" y="300098"/>
                    </a:cubicBezTo>
                    <a:cubicBezTo>
                      <a:pt x="2503409" y="308348"/>
                      <a:pt x="2516812" y="310416"/>
                      <a:pt x="2517841" y="323820"/>
                    </a:cubicBezTo>
                    <a:cubicBezTo>
                      <a:pt x="2518880" y="337223"/>
                      <a:pt x="2511659" y="367138"/>
                      <a:pt x="2494119" y="370224"/>
                    </a:cubicBezTo>
                    <a:cubicBezTo>
                      <a:pt x="2476590" y="373320"/>
                      <a:pt x="2494119" y="370224"/>
                      <a:pt x="2467312" y="370224"/>
                    </a:cubicBezTo>
                    <a:lnTo>
                      <a:pt x="2422965" y="377445"/>
                    </a:lnTo>
                    <a:cubicBezTo>
                      <a:pt x="2414725" y="377997"/>
                      <a:pt x="2406454" y="377997"/>
                      <a:pt x="2398214" y="377445"/>
                    </a:cubicBezTo>
                    <a:cubicBezTo>
                      <a:pt x="2391177" y="378398"/>
                      <a:pt x="2384258" y="380130"/>
                      <a:pt x="2377589" y="382599"/>
                    </a:cubicBezTo>
                    <a:cubicBezTo>
                      <a:pt x="2369934" y="385760"/>
                      <a:pt x="2361987" y="388185"/>
                      <a:pt x="2353878" y="389820"/>
                    </a:cubicBezTo>
                    <a:cubicBezTo>
                      <a:pt x="2343971" y="391260"/>
                      <a:pt x="2334487" y="394779"/>
                      <a:pt x="2326031" y="400138"/>
                    </a:cubicBezTo>
                    <a:cubicBezTo>
                      <a:pt x="2316244" y="403256"/>
                      <a:pt x="2306250" y="405671"/>
                      <a:pt x="2296127" y="407360"/>
                    </a:cubicBezTo>
                    <a:cubicBezTo>
                      <a:pt x="2286578" y="412708"/>
                      <a:pt x="2276563" y="417191"/>
                      <a:pt x="2266212" y="420763"/>
                    </a:cubicBezTo>
                    <a:cubicBezTo>
                      <a:pt x="2261059" y="420763"/>
                      <a:pt x="2246616" y="420763"/>
                      <a:pt x="2245587" y="413542"/>
                    </a:cubicBezTo>
                    <a:cubicBezTo>
                      <a:pt x="2241776" y="405324"/>
                      <a:pt x="2239004" y="396663"/>
                      <a:pt x="2237348" y="387752"/>
                    </a:cubicBezTo>
                    <a:lnTo>
                      <a:pt x="2237337" y="379513"/>
                    </a:lnTo>
                    <a:cubicBezTo>
                      <a:pt x="2237337" y="379513"/>
                      <a:pt x="2237337" y="368167"/>
                      <a:pt x="2237337" y="364042"/>
                    </a:cubicBezTo>
                    <a:cubicBezTo>
                      <a:pt x="2237337" y="359917"/>
                      <a:pt x="2237337" y="357849"/>
                      <a:pt x="2243530" y="357849"/>
                    </a:cubicBezTo>
                    <a:cubicBezTo>
                      <a:pt x="2249712" y="357849"/>
                      <a:pt x="2248684" y="357849"/>
                      <a:pt x="2253837" y="357849"/>
                    </a:cubicBezTo>
                    <a:cubicBezTo>
                      <a:pt x="2262585" y="354362"/>
                      <a:pt x="2270890" y="349869"/>
                      <a:pt x="2278588" y="344445"/>
                    </a:cubicBezTo>
                    <a:lnTo>
                      <a:pt x="2310560" y="324848"/>
                    </a:lnTo>
                    <a:cubicBezTo>
                      <a:pt x="2310560" y="318666"/>
                      <a:pt x="2310560" y="315570"/>
                      <a:pt x="2303338" y="316609"/>
                    </a:cubicBezTo>
                    <a:cubicBezTo>
                      <a:pt x="2296127" y="317638"/>
                      <a:pt x="2293031" y="316609"/>
                      <a:pt x="2289934" y="316609"/>
                    </a:cubicBezTo>
                    <a:cubicBezTo>
                      <a:pt x="2286838" y="316609"/>
                      <a:pt x="2278588" y="316609"/>
                      <a:pt x="2277559" y="316609"/>
                    </a:cubicBezTo>
                    <a:cubicBezTo>
                      <a:pt x="2276531" y="316609"/>
                      <a:pt x="2277559" y="308348"/>
                      <a:pt x="2277559" y="305263"/>
                    </a:cubicBezTo>
                    <a:lnTo>
                      <a:pt x="2277559" y="291848"/>
                    </a:lnTo>
                    <a:cubicBezTo>
                      <a:pt x="2277559" y="291848"/>
                      <a:pt x="2277559" y="281541"/>
                      <a:pt x="2283752" y="280512"/>
                    </a:cubicBezTo>
                    <a:cubicBezTo>
                      <a:pt x="2289934" y="279473"/>
                      <a:pt x="2283752" y="280512"/>
                      <a:pt x="2291991" y="280512"/>
                    </a:cubicBezTo>
                    <a:lnTo>
                      <a:pt x="2300252" y="280512"/>
                    </a:lnTo>
                    <a:lnTo>
                      <a:pt x="2307463" y="280512"/>
                    </a:lnTo>
                    <a:cubicBezTo>
                      <a:pt x="2310289" y="278867"/>
                      <a:pt x="2312465" y="276322"/>
                      <a:pt x="2313656" y="273291"/>
                    </a:cubicBezTo>
                    <a:cubicBezTo>
                      <a:pt x="2314706" y="267845"/>
                      <a:pt x="2314706" y="262237"/>
                      <a:pt x="2313656" y="256791"/>
                    </a:cubicBezTo>
                    <a:cubicBezTo>
                      <a:pt x="2313656" y="256791"/>
                      <a:pt x="2308492" y="256791"/>
                      <a:pt x="2303338" y="256791"/>
                    </a:cubicBezTo>
                    <a:lnTo>
                      <a:pt x="2290963" y="261944"/>
                    </a:lnTo>
                    <a:cubicBezTo>
                      <a:pt x="2287552" y="262518"/>
                      <a:pt x="2284066" y="262518"/>
                      <a:pt x="2280656" y="261944"/>
                    </a:cubicBezTo>
                    <a:cubicBezTo>
                      <a:pt x="2277288" y="262984"/>
                      <a:pt x="2273694" y="262984"/>
                      <a:pt x="2270338" y="261944"/>
                    </a:cubicBezTo>
                    <a:cubicBezTo>
                      <a:pt x="2270338" y="261944"/>
                      <a:pt x="2270338" y="261944"/>
                      <a:pt x="2265184" y="255751"/>
                    </a:cubicBezTo>
                    <a:cubicBezTo>
                      <a:pt x="2262672" y="252774"/>
                      <a:pt x="2260907" y="249245"/>
                      <a:pt x="2260030" y="245444"/>
                    </a:cubicBezTo>
                    <a:cubicBezTo>
                      <a:pt x="2260030" y="235137"/>
                      <a:pt x="2250752" y="233069"/>
                      <a:pt x="2248684" y="231012"/>
                    </a:cubicBezTo>
                    <a:cubicBezTo>
                      <a:pt x="2245576" y="225588"/>
                      <a:pt x="2243476" y="219644"/>
                      <a:pt x="2242502" y="213473"/>
                    </a:cubicBezTo>
                    <a:cubicBezTo>
                      <a:pt x="2242502" y="203165"/>
                      <a:pt x="2249712" y="192847"/>
                      <a:pt x="2247655" y="186665"/>
                    </a:cubicBezTo>
                    <a:cubicBezTo>
                      <a:pt x="2242631" y="173002"/>
                      <a:pt x="2239167" y="158819"/>
                      <a:pt x="2237337" y="144386"/>
                    </a:cubicBezTo>
                    <a:cubicBezTo>
                      <a:pt x="2237337" y="144386"/>
                      <a:pt x="2231154" y="135097"/>
                      <a:pt x="2229086" y="126847"/>
                    </a:cubicBezTo>
                    <a:cubicBezTo>
                      <a:pt x="2227029" y="118597"/>
                      <a:pt x="2229086" y="117568"/>
                      <a:pt x="2229086" y="113443"/>
                    </a:cubicBezTo>
                    <a:cubicBezTo>
                      <a:pt x="2230191" y="105237"/>
                      <a:pt x="2230191" y="96911"/>
                      <a:pt x="2229086" y="88693"/>
                    </a:cubicBezTo>
                    <a:lnTo>
                      <a:pt x="2228058" y="86636"/>
                    </a:lnTo>
                    <a:cubicBezTo>
                      <a:pt x="2228058" y="76318"/>
                      <a:pt x="2228058" y="61886"/>
                      <a:pt x="2236309" y="61886"/>
                    </a:cubicBezTo>
                    <a:cubicBezTo>
                      <a:pt x="2244559" y="61886"/>
                      <a:pt x="2244559" y="69097"/>
                      <a:pt x="2251780" y="68068"/>
                    </a:cubicBezTo>
                    <a:cubicBezTo>
                      <a:pt x="2256533" y="69140"/>
                      <a:pt x="2261459" y="69140"/>
                      <a:pt x="2266223" y="68068"/>
                    </a:cubicBezTo>
                    <a:lnTo>
                      <a:pt x="2283752" y="59818"/>
                    </a:lnTo>
                    <a:cubicBezTo>
                      <a:pt x="2293204" y="53149"/>
                      <a:pt x="2303208" y="47280"/>
                      <a:pt x="2313656" y="42289"/>
                    </a:cubicBezTo>
                    <a:cubicBezTo>
                      <a:pt x="2320867" y="42289"/>
                      <a:pt x="2331185" y="42289"/>
                      <a:pt x="2337367" y="36096"/>
                    </a:cubicBezTo>
                    <a:cubicBezTo>
                      <a:pt x="2343560" y="29914"/>
                      <a:pt x="2402339" y="2068"/>
                      <a:pt x="2409561" y="10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14174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任意多边形: 形状 341">
            <a:extLst>
              <a:ext uri="{FF2B5EF4-FFF2-40B4-BE49-F238E27FC236}">
                <a16:creationId xmlns:a16="http://schemas.microsoft.com/office/drawing/2014/main" id="{A3088944-5535-4D68-A8EF-DDE6FEE4FFCC}"/>
              </a:ext>
            </a:extLst>
          </p:cNvPr>
          <p:cNvSpPr/>
          <p:nvPr/>
        </p:nvSpPr>
        <p:spPr>
          <a:xfrm>
            <a:off x="4612943" y="175895"/>
            <a:ext cx="6782002" cy="6528662"/>
          </a:xfrm>
          <a:custGeom>
            <a:avLst/>
            <a:gdLst>
              <a:gd name="connsiteX0" fmla="*/ 0 w 6782002"/>
              <a:gd name="connsiteY0" fmla="*/ 4815169 h 6528662"/>
              <a:gd name="connsiteX1" fmla="*/ 652924 w 6782002"/>
              <a:gd name="connsiteY1" fmla="*/ 4916505 h 6528662"/>
              <a:gd name="connsiteX2" fmla="*/ 2212687 w 6782002"/>
              <a:gd name="connsiteY2" fmla="*/ 4904414 h 6528662"/>
              <a:gd name="connsiteX3" fmla="*/ 2439540 w 6782002"/>
              <a:gd name="connsiteY3" fmla="*/ 4941263 h 6528662"/>
              <a:gd name="connsiteX4" fmla="*/ 2936430 w 6782002"/>
              <a:gd name="connsiteY4" fmla="*/ 4998840 h 6528662"/>
              <a:gd name="connsiteX5" fmla="*/ 2780972 w 6782002"/>
              <a:gd name="connsiteY5" fmla="*/ 5615490 h 6528662"/>
              <a:gd name="connsiteX6" fmla="*/ 3391289 w 6782002"/>
              <a:gd name="connsiteY6" fmla="*/ 5719129 h 6528662"/>
              <a:gd name="connsiteX7" fmla="*/ 4002182 w 6782002"/>
              <a:gd name="connsiteY7" fmla="*/ 5617217 h 6528662"/>
              <a:gd name="connsiteX8" fmla="*/ 3849602 w 6782002"/>
              <a:gd name="connsiteY8" fmla="*/ 5000567 h 6528662"/>
              <a:gd name="connsiteX9" fmla="*/ 4346492 w 6782002"/>
              <a:gd name="connsiteY9" fmla="*/ 4942990 h 6528662"/>
              <a:gd name="connsiteX10" fmla="*/ 4573346 w 6782002"/>
              <a:gd name="connsiteY10" fmla="*/ 4906141 h 6528662"/>
              <a:gd name="connsiteX11" fmla="*/ 6133108 w 6782002"/>
              <a:gd name="connsiteY11" fmla="*/ 4918232 h 6528662"/>
              <a:gd name="connsiteX12" fmla="*/ 6131957 w 6782002"/>
              <a:gd name="connsiteY12" fmla="*/ 4918232 h 6528662"/>
              <a:gd name="connsiteX13" fmla="*/ 6782002 w 6782002"/>
              <a:gd name="connsiteY13" fmla="*/ 4815169 h 6528662"/>
              <a:gd name="connsiteX14" fmla="*/ 6373205 w 6782002"/>
              <a:gd name="connsiteY14" fmla="*/ 5271180 h 6528662"/>
              <a:gd name="connsiteX15" fmla="*/ 3800086 w 6782002"/>
              <a:gd name="connsiteY15" fmla="*/ 5742735 h 6528662"/>
              <a:gd name="connsiteX16" fmla="*/ 3968211 w 6782002"/>
              <a:gd name="connsiteY16" fmla="*/ 6403720 h 6528662"/>
              <a:gd name="connsiteX17" fmla="*/ 3392440 w 6782002"/>
              <a:gd name="connsiteY17" fmla="*/ 6528662 h 6528662"/>
              <a:gd name="connsiteX18" fmla="*/ 2816670 w 6782002"/>
              <a:gd name="connsiteY18" fmla="*/ 6403720 h 6528662"/>
              <a:gd name="connsiteX19" fmla="*/ 2981916 w 6782002"/>
              <a:gd name="connsiteY19" fmla="*/ 5742735 h 6528662"/>
              <a:gd name="connsiteX20" fmla="*/ 408797 w 6782002"/>
              <a:gd name="connsiteY20" fmla="*/ 5271180 h 6528662"/>
              <a:gd name="connsiteX21" fmla="*/ 0 w 6782002"/>
              <a:gd name="connsiteY21" fmla="*/ 4815169 h 6528662"/>
              <a:gd name="connsiteX22" fmla="*/ 377129 w 6782002"/>
              <a:gd name="connsiteY22" fmla="*/ 4007939 h 6528662"/>
              <a:gd name="connsiteX23" fmla="*/ 737561 w 6782002"/>
              <a:gd name="connsiteY23" fmla="*/ 4047091 h 6528662"/>
              <a:gd name="connsiteX24" fmla="*/ 1050205 w 6782002"/>
              <a:gd name="connsiteY24" fmla="*/ 4047091 h 6528662"/>
              <a:gd name="connsiteX25" fmla="*/ 1408334 w 6782002"/>
              <a:gd name="connsiteY25" fmla="*/ 4043637 h 6528662"/>
              <a:gd name="connsiteX26" fmla="*/ 1948983 w 6782002"/>
              <a:gd name="connsiteY26" fmla="*/ 4057455 h 6528662"/>
              <a:gd name="connsiteX27" fmla="*/ 2533390 w 6782002"/>
              <a:gd name="connsiteY27" fmla="*/ 4193337 h 6528662"/>
              <a:gd name="connsiteX28" fmla="*/ 2946793 w 6782002"/>
              <a:gd name="connsiteY28" fmla="*/ 4222126 h 6528662"/>
              <a:gd name="connsiteX29" fmla="*/ 2807457 w 6782002"/>
              <a:gd name="connsiteY29" fmla="*/ 4815169 h 6528662"/>
              <a:gd name="connsiteX30" fmla="*/ 3383227 w 6782002"/>
              <a:gd name="connsiteY30" fmla="*/ 4883110 h 6528662"/>
              <a:gd name="connsiteX31" fmla="*/ 3397046 w 6782002"/>
              <a:gd name="connsiteY31" fmla="*/ 4883110 h 6528662"/>
              <a:gd name="connsiteX32" fmla="*/ 3972816 w 6782002"/>
              <a:gd name="connsiteY32" fmla="*/ 4814594 h 6528662"/>
              <a:gd name="connsiteX33" fmla="*/ 3836935 w 6782002"/>
              <a:gd name="connsiteY33" fmla="*/ 4223277 h 6528662"/>
              <a:gd name="connsiteX34" fmla="*/ 4249762 w 6782002"/>
              <a:gd name="connsiteY34" fmla="*/ 4195064 h 6528662"/>
              <a:gd name="connsiteX35" fmla="*/ 4834169 w 6782002"/>
              <a:gd name="connsiteY35" fmla="*/ 4059183 h 6528662"/>
              <a:gd name="connsiteX36" fmla="*/ 5374818 w 6782002"/>
              <a:gd name="connsiteY36" fmla="*/ 4045364 h 6528662"/>
              <a:gd name="connsiteX37" fmla="*/ 5732947 w 6782002"/>
              <a:gd name="connsiteY37" fmla="*/ 4048819 h 6528662"/>
              <a:gd name="connsiteX38" fmla="*/ 6045591 w 6782002"/>
              <a:gd name="connsiteY38" fmla="*/ 4048819 h 6528662"/>
              <a:gd name="connsiteX39" fmla="*/ 6044439 w 6782002"/>
              <a:gd name="connsiteY39" fmla="*/ 4047667 h 6528662"/>
              <a:gd name="connsiteX40" fmla="*/ 6404871 w 6782002"/>
              <a:gd name="connsiteY40" fmla="*/ 4008515 h 6528662"/>
              <a:gd name="connsiteX41" fmla="*/ 6059409 w 6782002"/>
              <a:gd name="connsiteY41" fmla="*/ 4348795 h 6528662"/>
              <a:gd name="connsiteX42" fmla="*/ 5556762 w 6782002"/>
              <a:gd name="connsiteY42" fmla="*/ 4579103 h 6528662"/>
              <a:gd name="connsiteX43" fmla="*/ 4334400 w 6782002"/>
              <a:gd name="connsiteY43" fmla="*/ 4850291 h 6528662"/>
              <a:gd name="connsiteX44" fmla="*/ 3786842 w 6782002"/>
              <a:gd name="connsiteY44" fmla="*/ 4911899 h 6528662"/>
              <a:gd name="connsiteX45" fmla="*/ 3733296 w 6782002"/>
              <a:gd name="connsiteY45" fmla="*/ 4917081 h 6528662"/>
              <a:gd name="connsiteX46" fmla="*/ 3887602 w 6782002"/>
              <a:gd name="connsiteY46" fmla="*/ 5540640 h 6528662"/>
              <a:gd name="connsiteX47" fmla="*/ 3391288 w 6782002"/>
              <a:gd name="connsiteY47" fmla="*/ 5624703 h 6528662"/>
              <a:gd name="connsiteX48" fmla="*/ 2895550 w 6782002"/>
              <a:gd name="connsiteY48" fmla="*/ 5540640 h 6528662"/>
              <a:gd name="connsiteX49" fmla="*/ 3048705 w 6782002"/>
              <a:gd name="connsiteY49" fmla="*/ 4916505 h 6528662"/>
              <a:gd name="connsiteX50" fmla="*/ 2995158 w 6782002"/>
              <a:gd name="connsiteY50" fmla="*/ 4911323 h 6528662"/>
              <a:gd name="connsiteX51" fmla="*/ 2447600 w 6782002"/>
              <a:gd name="connsiteY51" fmla="*/ 4849716 h 6528662"/>
              <a:gd name="connsiteX52" fmla="*/ 1225239 w 6782002"/>
              <a:gd name="connsiteY52" fmla="*/ 4578527 h 6528662"/>
              <a:gd name="connsiteX53" fmla="*/ 722591 w 6782002"/>
              <a:gd name="connsiteY53" fmla="*/ 4348219 h 6528662"/>
              <a:gd name="connsiteX54" fmla="*/ 377129 w 6782002"/>
              <a:gd name="connsiteY54" fmla="*/ 4007939 h 6528662"/>
              <a:gd name="connsiteX55" fmla="*/ 6060561 w 6782002"/>
              <a:gd name="connsiteY55" fmla="*/ 3114343 h 6528662"/>
              <a:gd name="connsiteX56" fmla="*/ 5720857 w 6782002"/>
              <a:gd name="connsiteY56" fmla="*/ 3488018 h 6528662"/>
              <a:gd name="connsiteX57" fmla="*/ 5218785 w 6782002"/>
              <a:gd name="connsiteY57" fmla="*/ 3812753 h 6528662"/>
              <a:gd name="connsiteX58" fmla="*/ 4230187 w 6782002"/>
              <a:gd name="connsiteY58" fmla="*/ 4100638 h 6528662"/>
              <a:gd name="connsiteX59" fmla="*/ 3803540 w 6782002"/>
              <a:gd name="connsiteY59" fmla="*/ 4127699 h 6528662"/>
              <a:gd name="connsiteX60" fmla="*/ 3775328 w 6782002"/>
              <a:gd name="connsiteY60" fmla="*/ 4127699 h 6528662"/>
              <a:gd name="connsiteX61" fmla="*/ 3717751 w 6782002"/>
              <a:gd name="connsiteY61" fmla="*/ 4127699 h 6528662"/>
              <a:gd name="connsiteX62" fmla="*/ 3858239 w 6782002"/>
              <a:gd name="connsiteY62" fmla="*/ 4733986 h 6528662"/>
              <a:gd name="connsiteX63" fmla="*/ 3394743 w 6782002"/>
              <a:gd name="connsiteY63" fmla="*/ 4791563 h 6528662"/>
              <a:gd name="connsiteX64" fmla="*/ 3388410 w 6782002"/>
              <a:gd name="connsiteY64" fmla="*/ 4791563 h 6528662"/>
              <a:gd name="connsiteX65" fmla="*/ 3382652 w 6782002"/>
              <a:gd name="connsiteY65" fmla="*/ 4791563 h 6528662"/>
              <a:gd name="connsiteX66" fmla="*/ 2922036 w 6782002"/>
              <a:gd name="connsiteY66" fmla="*/ 4733986 h 6528662"/>
              <a:gd name="connsiteX67" fmla="*/ 3063099 w 6782002"/>
              <a:gd name="connsiteY67" fmla="*/ 4128275 h 6528662"/>
              <a:gd name="connsiteX68" fmla="*/ 3005522 w 6782002"/>
              <a:gd name="connsiteY68" fmla="*/ 4128275 h 6528662"/>
              <a:gd name="connsiteX69" fmla="*/ 2976734 w 6782002"/>
              <a:gd name="connsiteY69" fmla="*/ 4128275 h 6528662"/>
              <a:gd name="connsiteX70" fmla="*/ 2550088 w 6782002"/>
              <a:gd name="connsiteY70" fmla="*/ 4101214 h 6528662"/>
              <a:gd name="connsiteX71" fmla="*/ 1561490 w 6782002"/>
              <a:gd name="connsiteY71" fmla="*/ 3813329 h 6528662"/>
              <a:gd name="connsiteX72" fmla="*/ 1058842 w 6782002"/>
              <a:gd name="connsiteY72" fmla="*/ 3488018 h 6528662"/>
              <a:gd name="connsiteX73" fmla="*/ 719713 w 6782002"/>
              <a:gd name="connsiteY73" fmla="*/ 3114919 h 6528662"/>
              <a:gd name="connsiteX74" fmla="*/ 1076115 w 6782002"/>
              <a:gd name="connsiteY74" fmla="*/ 3155223 h 6528662"/>
              <a:gd name="connsiteX75" fmla="*/ 1214300 w 6782002"/>
              <a:gd name="connsiteY75" fmla="*/ 3161557 h 6528662"/>
              <a:gd name="connsiteX76" fmla="*/ 1863193 w 6782002"/>
              <a:gd name="connsiteY76" fmla="*/ 3195527 h 6528662"/>
              <a:gd name="connsiteX77" fmla="*/ 1935740 w 6782002"/>
              <a:gd name="connsiteY77" fmla="*/ 3234103 h 6528662"/>
              <a:gd name="connsiteX78" fmla="*/ 2669848 w 6782002"/>
              <a:gd name="connsiteY78" fmla="*/ 3468442 h 6528662"/>
              <a:gd name="connsiteX79" fmla="*/ 2801124 w 6782002"/>
              <a:gd name="connsiteY79" fmla="*/ 3477078 h 6528662"/>
              <a:gd name="connsiteX80" fmla="*/ 2961764 w 6782002"/>
              <a:gd name="connsiteY80" fmla="*/ 3468442 h 6528662"/>
              <a:gd name="connsiteX81" fmla="*/ 2835670 w 6782002"/>
              <a:gd name="connsiteY81" fmla="*/ 3995848 h 6528662"/>
              <a:gd name="connsiteX82" fmla="*/ 3391289 w 6782002"/>
              <a:gd name="connsiteY82" fmla="*/ 4030394 h 6528662"/>
              <a:gd name="connsiteX83" fmla="*/ 3947483 w 6782002"/>
              <a:gd name="connsiteY83" fmla="*/ 3993545 h 6528662"/>
              <a:gd name="connsiteX84" fmla="*/ 3820814 w 6782002"/>
              <a:gd name="connsiteY84" fmla="*/ 3466139 h 6528662"/>
              <a:gd name="connsiteX85" fmla="*/ 3982030 w 6782002"/>
              <a:gd name="connsiteY85" fmla="*/ 3474775 h 6528662"/>
              <a:gd name="connsiteX86" fmla="*/ 4113305 w 6782002"/>
              <a:gd name="connsiteY86" fmla="*/ 3466139 h 6528662"/>
              <a:gd name="connsiteX87" fmla="*/ 4846837 w 6782002"/>
              <a:gd name="connsiteY87" fmla="*/ 3231800 h 6528662"/>
              <a:gd name="connsiteX88" fmla="*/ 4919960 w 6782002"/>
              <a:gd name="connsiteY88" fmla="*/ 3193225 h 6528662"/>
              <a:gd name="connsiteX89" fmla="*/ 5568853 w 6782002"/>
              <a:gd name="connsiteY89" fmla="*/ 3159253 h 6528662"/>
              <a:gd name="connsiteX90" fmla="*/ 5707038 w 6782002"/>
              <a:gd name="connsiteY90" fmla="*/ 3152920 h 6528662"/>
              <a:gd name="connsiteX91" fmla="*/ 5704735 w 6782002"/>
              <a:gd name="connsiteY91" fmla="*/ 3154647 h 6528662"/>
              <a:gd name="connsiteX92" fmla="*/ 6060561 w 6782002"/>
              <a:gd name="connsiteY92" fmla="*/ 3114343 h 6528662"/>
              <a:gd name="connsiteX93" fmla="*/ 3386683 w 6782002"/>
              <a:gd name="connsiteY93" fmla="*/ 821625 h 6528662"/>
              <a:gd name="connsiteX94" fmla="*/ 3271529 w 6782002"/>
              <a:gd name="connsiteY94" fmla="*/ 984569 h 6528662"/>
              <a:gd name="connsiteX95" fmla="*/ 3271529 w 6782002"/>
              <a:gd name="connsiteY95" fmla="*/ 992630 h 6528662"/>
              <a:gd name="connsiteX96" fmla="*/ 3174223 w 6782002"/>
              <a:gd name="connsiteY96" fmla="*/ 1495277 h 6528662"/>
              <a:gd name="connsiteX97" fmla="*/ 3166738 w 6782002"/>
              <a:gd name="connsiteY97" fmla="*/ 1532702 h 6528662"/>
              <a:gd name="connsiteX98" fmla="*/ 3094191 w 6782002"/>
              <a:gd name="connsiteY98" fmla="*/ 1532702 h 6528662"/>
              <a:gd name="connsiteX99" fmla="*/ 1344424 w 6782002"/>
              <a:gd name="connsiteY99" fmla="*/ 1279938 h 6528662"/>
              <a:gd name="connsiteX100" fmla="*/ 1497004 w 6782002"/>
              <a:gd name="connsiteY100" fmla="*/ 1655916 h 6528662"/>
              <a:gd name="connsiteX101" fmla="*/ 1915589 w 6782002"/>
              <a:gd name="connsiteY101" fmla="*/ 1915589 h 6528662"/>
              <a:gd name="connsiteX102" fmla="*/ 1950135 w 6782002"/>
              <a:gd name="connsiteY102" fmla="*/ 1922498 h 6528662"/>
              <a:gd name="connsiteX103" fmla="*/ 1950135 w 6782002"/>
              <a:gd name="connsiteY103" fmla="*/ 1957620 h 6528662"/>
              <a:gd name="connsiteX104" fmla="*/ 2102714 w 6782002"/>
              <a:gd name="connsiteY104" fmla="*/ 2262779 h 6528662"/>
              <a:gd name="connsiteX105" fmla="*/ 2424570 w 6782002"/>
              <a:gd name="connsiteY105" fmla="*/ 2364690 h 6528662"/>
              <a:gd name="connsiteX106" fmla="*/ 2467753 w 6782002"/>
              <a:gd name="connsiteY106" fmla="*/ 2364690 h 6528662"/>
              <a:gd name="connsiteX107" fmla="*/ 2504026 w 6782002"/>
              <a:gd name="connsiteY107" fmla="*/ 2360660 h 6528662"/>
              <a:gd name="connsiteX108" fmla="*/ 2516693 w 6782002"/>
              <a:gd name="connsiteY108" fmla="*/ 2395207 h 6528662"/>
              <a:gd name="connsiteX109" fmla="*/ 2757365 w 6782002"/>
              <a:gd name="connsiteY109" fmla="*/ 2594422 h 6528662"/>
              <a:gd name="connsiteX110" fmla="*/ 2880580 w 6782002"/>
              <a:gd name="connsiteY110" fmla="*/ 2612847 h 6528662"/>
              <a:gd name="connsiteX111" fmla="*/ 3040069 w 6782002"/>
              <a:gd name="connsiteY111" fmla="*/ 2585211 h 6528662"/>
              <a:gd name="connsiteX112" fmla="*/ 3124707 w 6782002"/>
              <a:gd name="connsiteY112" fmla="*/ 2550088 h 6528662"/>
              <a:gd name="connsiteX113" fmla="*/ 3000341 w 6782002"/>
              <a:gd name="connsiteY113" fmla="*/ 3059069 h 6528662"/>
              <a:gd name="connsiteX114" fmla="*/ 3782237 w 6782002"/>
              <a:gd name="connsiteY114" fmla="*/ 3059069 h 6528662"/>
              <a:gd name="connsiteX115" fmla="*/ 3657871 w 6782002"/>
              <a:gd name="connsiteY115" fmla="*/ 2549512 h 6528662"/>
              <a:gd name="connsiteX116" fmla="*/ 3742509 w 6782002"/>
              <a:gd name="connsiteY116" fmla="*/ 2585211 h 6528662"/>
              <a:gd name="connsiteX117" fmla="*/ 3902573 w 6782002"/>
              <a:gd name="connsiteY117" fmla="*/ 2612271 h 6528662"/>
              <a:gd name="connsiteX118" fmla="*/ 4025788 w 6782002"/>
              <a:gd name="connsiteY118" fmla="*/ 2593847 h 6528662"/>
              <a:gd name="connsiteX119" fmla="*/ 4266460 w 6782002"/>
              <a:gd name="connsiteY119" fmla="*/ 2394630 h 6528662"/>
              <a:gd name="connsiteX120" fmla="*/ 4279127 w 6782002"/>
              <a:gd name="connsiteY120" fmla="*/ 2360660 h 6528662"/>
              <a:gd name="connsiteX121" fmla="*/ 4317704 w 6782002"/>
              <a:gd name="connsiteY121" fmla="*/ 2367569 h 6528662"/>
              <a:gd name="connsiteX122" fmla="*/ 4360886 w 6782002"/>
              <a:gd name="connsiteY122" fmla="*/ 2367569 h 6528662"/>
              <a:gd name="connsiteX123" fmla="*/ 4682742 w 6782002"/>
              <a:gd name="connsiteY123" fmla="*/ 2265657 h 6528662"/>
              <a:gd name="connsiteX124" fmla="*/ 4835322 w 6782002"/>
              <a:gd name="connsiteY124" fmla="*/ 1958196 h 6528662"/>
              <a:gd name="connsiteX125" fmla="*/ 4835322 w 6782002"/>
              <a:gd name="connsiteY125" fmla="*/ 1923074 h 6528662"/>
              <a:gd name="connsiteX126" fmla="*/ 4869868 w 6782002"/>
              <a:gd name="connsiteY126" fmla="*/ 1916166 h 6528662"/>
              <a:gd name="connsiteX127" fmla="*/ 5285574 w 6782002"/>
              <a:gd name="connsiteY127" fmla="*/ 1655916 h 6528662"/>
              <a:gd name="connsiteX128" fmla="*/ 5438153 w 6782002"/>
              <a:gd name="connsiteY128" fmla="*/ 1279938 h 6528662"/>
              <a:gd name="connsiteX129" fmla="*/ 3688386 w 6782002"/>
              <a:gd name="connsiteY129" fmla="*/ 1532702 h 6528662"/>
              <a:gd name="connsiteX130" fmla="*/ 3616991 w 6782002"/>
              <a:gd name="connsiteY130" fmla="*/ 1532702 h 6528662"/>
              <a:gd name="connsiteX131" fmla="*/ 3609506 w 6782002"/>
              <a:gd name="connsiteY131" fmla="*/ 1495277 h 6528662"/>
              <a:gd name="connsiteX132" fmla="*/ 3512201 w 6782002"/>
              <a:gd name="connsiteY132" fmla="*/ 992630 h 6528662"/>
              <a:gd name="connsiteX133" fmla="*/ 3512201 w 6782002"/>
              <a:gd name="connsiteY133" fmla="*/ 984569 h 6528662"/>
              <a:gd name="connsiteX134" fmla="*/ 3397047 w 6782002"/>
              <a:gd name="connsiteY134" fmla="*/ 821625 h 6528662"/>
              <a:gd name="connsiteX135" fmla="*/ 4169942 w 6782002"/>
              <a:gd name="connsiteY135" fmla="*/ 789139 h 6528662"/>
              <a:gd name="connsiteX136" fmla="*/ 4291794 w 6782002"/>
              <a:gd name="connsiteY136" fmla="*/ 801473 h 6528662"/>
              <a:gd name="connsiteX137" fmla="*/ 4516920 w 6782002"/>
              <a:gd name="connsiteY137" fmla="*/ 947143 h 6528662"/>
              <a:gd name="connsiteX138" fmla="*/ 4249763 w 6782002"/>
              <a:gd name="connsiteY138" fmla="*/ 962113 h 6528662"/>
              <a:gd name="connsiteX139" fmla="*/ 4050546 w 6782002"/>
              <a:gd name="connsiteY139" fmla="*/ 816443 h 6528662"/>
              <a:gd name="connsiteX140" fmla="*/ 4169942 w 6782002"/>
              <a:gd name="connsiteY140" fmla="*/ 789139 h 6528662"/>
              <a:gd name="connsiteX141" fmla="*/ 4538223 w 6782002"/>
              <a:gd name="connsiteY141" fmla="*/ 544104 h 6528662"/>
              <a:gd name="connsiteX142" fmla="*/ 4768532 w 6782002"/>
              <a:gd name="connsiteY142" fmla="*/ 575771 h 6528662"/>
              <a:gd name="connsiteX143" fmla="*/ 4552042 w 6782002"/>
              <a:gd name="connsiteY143" fmla="*/ 700138 h 6528662"/>
              <a:gd name="connsiteX144" fmla="*/ 4318279 w 6782002"/>
              <a:gd name="connsiteY144" fmla="*/ 625863 h 6528662"/>
              <a:gd name="connsiteX145" fmla="*/ 4539375 w 6782002"/>
              <a:gd name="connsiteY145" fmla="*/ 544680 h 6528662"/>
              <a:gd name="connsiteX146" fmla="*/ 4090850 w 6782002"/>
              <a:gd name="connsiteY146" fmla="*/ 257370 h 6528662"/>
              <a:gd name="connsiteX147" fmla="*/ 4136335 w 6782002"/>
              <a:gd name="connsiteY147" fmla="*/ 525103 h 6528662"/>
              <a:gd name="connsiteX148" fmla="*/ 4138639 w 6782002"/>
              <a:gd name="connsiteY148" fmla="*/ 525103 h 6528662"/>
              <a:gd name="connsiteX149" fmla="*/ 4023484 w 6782002"/>
              <a:gd name="connsiteY149" fmla="*/ 748502 h 6528662"/>
              <a:gd name="connsiteX150" fmla="*/ 3965907 w 6782002"/>
              <a:gd name="connsiteY150" fmla="*/ 499194 h 6528662"/>
              <a:gd name="connsiteX151" fmla="*/ 4090850 w 6782002"/>
              <a:gd name="connsiteY151" fmla="*/ 257370 h 6528662"/>
              <a:gd name="connsiteX152" fmla="*/ 4689076 w 6782002"/>
              <a:gd name="connsiteY152" fmla="*/ 0 h 6528662"/>
              <a:gd name="connsiteX153" fmla="*/ 4645317 w 6782002"/>
              <a:gd name="connsiteY153" fmla="*/ 258521 h 6528662"/>
              <a:gd name="connsiteX154" fmla="*/ 4510011 w 6782002"/>
              <a:gd name="connsiteY154" fmla="*/ 399009 h 6528662"/>
              <a:gd name="connsiteX155" fmla="*/ 4457615 w 6782002"/>
              <a:gd name="connsiteY155" fmla="*/ 485950 h 6528662"/>
              <a:gd name="connsiteX156" fmla="*/ 3777055 w 6782002"/>
              <a:gd name="connsiteY156" fmla="*/ 955779 h 6528662"/>
              <a:gd name="connsiteX157" fmla="*/ 3977998 w 6782002"/>
              <a:gd name="connsiteY157" fmla="*/ 969598 h 6528662"/>
              <a:gd name="connsiteX158" fmla="*/ 3979150 w 6782002"/>
              <a:gd name="connsiteY158" fmla="*/ 968446 h 6528662"/>
              <a:gd name="connsiteX159" fmla="*/ 4200246 w 6782002"/>
              <a:gd name="connsiteY159" fmla="*/ 1127359 h 6528662"/>
              <a:gd name="connsiteX160" fmla="*/ 3939422 w 6782002"/>
              <a:gd name="connsiteY160" fmla="*/ 1131389 h 6528662"/>
              <a:gd name="connsiteX161" fmla="*/ 3755751 w 6782002"/>
              <a:gd name="connsiteY161" fmla="*/ 963840 h 6528662"/>
              <a:gd name="connsiteX162" fmla="*/ 3612037 w 6782002"/>
              <a:gd name="connsiteY162" fmla="*/ 1016625 h 6528662"/>
              <a:gd name="connsiteX163" fmla="*/ 3617549 w 6782002"/>
              <a:gd name="connsiteY163" fmla="*/ 1044871 h 6528662"/>
              <a:gd name="connsiteX164" fmla="*/ 3694144 w 6782002"/>
              <a:gd name="connsiteY164" fmla="*/ 1439427 h 6528662"/>
              <a:gd name="connsiteX165" fmla="*/ 5473275 w 6782002"/>
              <a:gd name="connsiteY165" fmla="*/ 1172269 h 6528662"/>
              <a:gd name="connsiteX166" fmla="*/ 5534883 w 6782002"/>
              <a:gd name="connsiteY166" fmla="*/ 1151541 h 6528662"/>
              <a:gd name="connsiteX167" fmla="*/ 5534883 w 6782002"/>
              <a:gd name="connsiteY167" fmla="*/ 1212574 h 6528662"/>
              <a:gd name="connsiteX168" fmla="*/ 5358697 w 6782002"/>
              <a:gd name="connsiteY168" fmla="*/ 1711766 h 6528662"/>
              <a:gd name="connsiteX169" fmla="*/ 4921111 w 6782002"/>
              <a:gd name="connsiteY169" fmla="*/ 1996773 h 6528662"/>
              <a:gd name="connsiteX170" fmla="*/ 4738592 w 6782002"/>
              <a:gd name="connsiteY170" fmla="*/ 2335326 h 6528662"/>
              <a:gd name="connsiteX171" fmla="*/ 4654529 w 6782002"/>
              <a:gd name="connsiteY171" fmla="*/ 2392903 h 6528662"/>
              <a:gd name="connsiteX172" fmla="*/ 5495155 w 6782002"/>
              <a:gd name="connsiteY172" fmla="*/ 2264506 h 6528662"/>
              <a:gd name="connsiteX173" fmla="*/ 5561368 w 6782002"/>
              <a:gd name="connsiteY173" fmla="*/ 2251839 h 6528662"/>
              <a:gd name="connsiteX174" fmla="*/ 5556762 w 6782002"/>
              <a:gd name="connsiteY174" fmla="*/ 2251839 h 6528662"/>
              <a:gd name="connsiteX175" fmla="*/ 5736978 w 6782002"/>
              <a:gd name="connsiteY175" fmla="*/ 2214414 h 6528662"/>
              <a:gd name="connsiteX176" fmla="*/ 5457730 w 6782002"/>
              <a:gd name="connsiteY176" fmla="*/ 2625514 h 6528662"/>
              <a:gd name="connsiteX177" fmla="*/ 4800200 w 6782002"/>
              <a:gd name="connsiteY177" fmla="*/ 3149465 h 6528662"/>
              <a:gd name="connsiteX178" fmla="*/ 4094881 w 6782002"/>
              <a:gd name="connsiteY178" fmla="*/ 3374016 h 6528662"/>
              <a:gd name="connsiteX179" fmla="*/ 3979727 w 6782002"/>
              <a:gd name="connsiteY179" fmla="*/ 3382077 h 6528662"/>
              <a:gd name="connsiteX180" fmla="*/ 3764964 w 6782002"/>
              <a:gd name="connsiteY180" fmla="*/ 3366531 h 6528662"/>
              <a:gd name="connsiteX181" fmla="*/ 3697023 w 6782002"/>
              <a:gd name="connsiteY181" fmla="*/ 3356167 h 6528662"/>
              <a:gd name="connsiteX182" fmla="*/ 3828875 w 6782002"/>
              <a:gd name="connsiteY182" fmla="*/ 3907755 h 6528662"/>
              <a:gd name="connsiteX183" fmla="*/ 3388986 w 6782002"/>
              <a:gd name="connsiteY183" fmla="*/ 3935392 h 6528662"/>
              <a:gd name="connsiteX184" fmla="*/ 2949673 w 6782002"/>
              <a:gd name="connsiteY184" fmla="*/ 3907755 h 6528662"/>
              <a:gd name="connsiteX185" fmla="*/ 3081524 w 6782002"/>
              <a:gd name="connsiteY185" fmla="*/ 3356167 h 6528662"/>
              <a:gd name="connsiteX186" fmla="*/ 3013583 w 6782002"/>
              <a:gd name="connsiteY186" fmla="*/ 3366531 h 6528662"/>
              <a:gd name="connsiteX187" fmla="*/ 2798821 w 6782002"/>
              <a:gd name="connsiteY187" fmla="*/ 3382077 h 6528662"/>
              <a:gd name="connsiteX188" fmla="*/ 2683667 w 6782002"/>
              <a:gd name="connsiteY188" fmla="*/ 3374016 h 6528662"/>
              <a:gd name="connsiteX189" fmla="*/ 1978348 w 6782002"/>
              <a:gd name="connsiteY189" fmla="*/ 3149465 h 6528662"/>
              <a:gd name="connsiteX190" fmla="*/ 1320818 w 6782002"/>
              <a:gd name="connsiteY190" fmla="*/ 2625514 h 6528662"/>
              <a:gd name="connsiteX191" fmla="*/ 1041569 w 6782002"/>
              <a:gd name="connsiteY191" fmla="*/ 2214414 h 6528662"/>
              <a:gd name="connsiteX192" fmla="*/ 1221785 w 6782002"/>
              <a:gd name="connsiteY192" fmla="*/ 2251839 h 6528662"/>
              <a:gd name="connsiteX193" fmla="*/ 1287999 w 6782002"/>
              <a:gd name="connsiteY193" fmla="*/ 2264506 h 6528662"/>
              <a:gd name="connsiteX194" fmla="*/ 2128624 w 6782002"/>
              <a:gd name="connsiteY194" fmla="*/ 2392327 h 6528662"/>
              <a:gd name="connsiteX195" fmla="*/ 2044561 w 6782002"/>
              <a:gd name="connsiteY195" fmla="*/ 2337629 h 6528662"/>
              <a:gd name="connsiteX196" fmla="*/ 1862042 w 6782002"/>
              <a:gd name="connsiteY196" fmla="*/ 1999076 h 6528662"/>
              <a:gd name="connsiteX197" fmla="*/ 1424456 w 6782002"/>
              <a:gd name="connsiteY197" fmla="*/ 1714070 h 6528662"/>
              <a:gd name="connsiteX198" fmla="*/ 1248271 w 6782002"/>
              <a:gd name="connsiteY198" fmla="*/ 1214877 h 6528662"/>
              <a:gd name="connsiteX199" fmla="*/ 1248271 w 6782002"/>
              <a:gd name="connsiteY199" fmla="*/ 1151541 h 6528662"/>
              <a:gd name="connsiteX200" fmla="*/ 1313333 w 6782002"/>
              <a:gd name="connsiteY200" fmla="*/ 1171118 h 6528662"/>
              <a:gd name="connsiteX201" fmla="*/ 3092464 w 6782002"/>
              <a:gd name="connsiteY201" fmla="*/ 1439427 h 6528662"/>
              <a:gd name="connsiteX202" fmla="*/ 3182860 w 6782002"/>
              <a:gd name="connsiteY202" fmla="*/ 974205 h 6528662"/>
              <a:gd name="connsiteX203" fmla="*/ 3182860 w 6782002"/>
              <a:gd name="connsiteY203" fmla="*/ 966719 h 6528662"/>
              <a:gd name="connsiteX204" fmla="*/ 3389562 w 6782002"/>
              <a:gd name="connsiteY204" fmla="*/ 728350 h 6528662"/>
              <a:gd name="connsiteX205" fmla="*/ 3397047 w 6782002"/>
              <a:gd name="connsiteY205" fmla="*/ 728350 h 6528662"/>
              <a:gd name="connsiteX206" fmla="*/ 3598149 w 6782002"/>
              <a:gd name="connsiteY206" fmla="*/ 939946 h 6528662"/>
              <a:gd name="connsiteX207" fmla="*/ 3599281 w 6782002"/>
              <a:gd name="connsiteY207" fmla="*/ 945357 h 6528662"/>
              <a:gd name="connsiteX208" fmla="*/ 3735024 w 6782002"/>
              <a:gd name="connsiteY208" fmla="*/ 895323 h 6528662"/>
              <a:gd name="connsiteX209" fmla="*/ 3677446 w 6782002"/>
              <a:gd name="connsiteY209" fmla="*/ 648893 h 6528662"/>
              <a:gd name="connsiteX210" fmla="*/ 3813904 w 6782002"/>
              <a:gd name="connsiteY210" fmla="*/ 412252 h 6528662"/>
              <a:gd name="connsiteX211" fmla="*/ 3857663 w 6782002"/>
              <a:gd name="connsiteY211" fmla="*/ 677682 h 6528662"/>
              <a:gd name="connsiteX212" fmla="*/ 3738478 w 6782002"/>
              <a:gd name="connsiteY212" fmla="*/ 893596 h 6528662"/>
              <a:gd name="connsiteX213" fmla="*/ 4276824 w 6782002"/>
              <a:gd name="connsiteY213" fmla="*/ 575771 h 6528662"/>
              <a:gd name="connsiteX214" fmla="*/ 4223277 w 6782002"/>
              <a:gd name="connsiteY214" fmla="*/ 336826 h 6528662"/>
              <a:gd name="connsiteX215" fmla="*/ 4338431 w 6782002"/>
              <a:gd name="connsiteY215" fmla="*/ 106518 h 6528662"/>
              <a:gd name="connsiteX216" fmla="*/ 4381038 w 6782002"/>
              <a:gd name="connsiteY216" fmla="*/ 363887 h 6528662"/>
              <a:gd name="connsiteX217" fmla="*/ 4279703 w 6782002"/>
              <a:gd name="connsiteY217" fmla="*/ 575771 h 6528662"/>
              <a:gd name="connsiteX218" fmla="*/ 4445524 w 6782002"/>
              <a:gd name="connsiteY218" fmla="*/ 424343 h 6528662"/>
              <a:gd name="connsiteX219" fmla="*/ 4483525 w 6782002"/>
              <a:gd name="connsiteY219" fmla="*/ 379433 h 6528662"/>
              <a:gd name="connsiteX220" fmla="*/ 4516344 w 6782002"/>
              <a:gd name="connsiteY220" fmla="*/ 172731 h 6528662"/>
              <a:gd name="connsiteX221" fmla="*/ 4689076 w 6782002"/>
              <a:gd name="connsiteY221" fmla="*/ 0 h 6528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</a:cxnLst>
            <a:rect l="l" t="t" r="r" b="b"/>
            <a:pathLst>
              <a:path w="6782002" h="6528662">
                <a:moveTo>
                  <a:pt x="0" y="4815169"/>
                </a:moveTo>
                <a:cubicBezTo>
                  <a:pt x="214456" y="4866988"/>
                  <a:pt x="432850" y="4900884"/>
                  <a:pt x="652924" y="4916505"/>
                </a:cubicBezTo>
                <a:cubicBezTo>
                  <a:pt x="1073236" y="4933202"/>
                  <a:pt x="1668007" y="4897504"/>
                  <a:pt x="2212687" y="4904414"/>
                </a:cubicBezTo>
                <a:cubicBezTo>
                  <a:pt x="2300204" y="4920535"/>
                  <a:pt x="2378509" y="4933202"/>
                  <a:pt x="2439540" y="4941263"/>
                </a:cubicBezTo>
                <a:cubicBezTo>
                  <a:pt x="2585786" y="4961415"/>
                  <a:pt x="2829337" y="4987325"/>
                  <a:pt x="2936430" y="4998840"/>
                </a:cubicBezTo>
                <a:lnTo>
                  <a:pt x="2780972" y="5615490"/>
                </a:lnTo>
                <a:lnTo>
                  <a:pt x="3391289" y="5719129"/>
                </a:lnTo>
                <a:lnTo>
                  <a:pt x="4002182" y="5617217"/>
                </a:lnTo>
                <a:lnTo>
                  <a:pt x="3849602" y="5000567"/>
                </a:lnTo>
                <a:cubicBezTo>
                  <a:pt x="3956696" y="4987325"/>
                  <a:pt x="4200247" y="4961415"/>
                  <a:pt x="4346492" y="4942990"/>
                </a:cubicBezTo>
                <a:cubicBezTo>
                  <a:pt x="4407524" y="4934929"/>
                  <a:pt x="4485829" y="4922262"/>
                  <a:pt x="4573346" y="4906141"/>
                </a:cubicBezTo>
                <a:cubicBezTo>
                  <a:pt x="5118025" y="4899231"/>
                  <a:pt x="5712796" y="4934929"/>
                  <a:pt x="6133108" y="4918232"/>
                </a:cubicBezTo>
                <a:lnTo>
                  <a:pt x="6131957" y="4918232"/>
                </a:lnTo>
                <a:cubicBezTo>
                  <a:pt x="6351095" y="4901886"/>
                  <a:pt x="6568564" y="4867415"/>
                  <a:pt x="6782002" y="4815169"/>
                </a:cubicBezTo>
                <a:cubicBezTo>
                  <a:pt x="6782002" y="4815169"/>
                  <a:pt x="6591422" y="5121479"/>
                  <a:pt x="6373205" y="5271180"/>
                </a:cubicBezTo>
                <a:cubicBezTo>
                  <a:pt x="5533386" y="5513850"/>
                  <a:pt x="4671382" y="5671824"/>
                  <a:pt x="3800086" y="5742735"/>
                </a:cubicBezTo>
                <a:lnTo>
                  <a:pt x="3968211" y="6403720"/>
                </a:lnTo>
                <a:lnTo>
                  <a:pt x="3392440" y="6528662"/>
                </a:lnTo>
                <a:lnTo>
                  <a:pt x="2816670" y="6403720"/>
                </a:lnTo>
                <a:lnTo>
                  <a:pt x="2981916" y="5742735"/>
                </a:lnTo>
                <a:cubicBezTo>
                  <a:pt x="2110620" y="5671824"/>
                  <a:pt x="1248616" y="5513850"/>
                  <a:pt x="408797" y="5271180"/>
                </a:cubicBezTo>
                <a:cubicBezTo>
                  <a:pt x="190580" y="5124358"/>
                  <a:pt x="0" y="4815169"/>
                  <a:pt x="0" y="4815169"/>
                </a:cubicBezTo>
                <a:close/>
                <a:moveTo>
                  <a:pt x="377129" y="4007939"/>
                </a:moveTo>
                <a:cubicBezTo>
                  <a:pt x="496107" y="4030101"/>
                  <a:pt x="616598" y="4043193"/>
                  <a:pt x="737561" y="4047091"/>
                </a:cubicBezTo>
                <a:cubicBezTo>
                  <a:pt x="823351" y="4050546"/>
                  <a:pt x="928717" y="4047091"/>
                  <a:pt x="1050205" y="4047091"/>
                </a:cubicBezTo>
                <a:cubicBezTo>
                  <a:pt x="1157874" y="4043637"/>
                  <a:pt x="1279937" y="4043637"/>
                  <a:pt x="1408334" y="4043637"/>
                </a:cubicBezTo>
                <a:cubicBezTo>
                  <a:pt x="1557459" y="4043637"/>
                  <a:pt x="1745736" y="4045940"/>
                  <a:pt x="1948983" y="4057455"/>
                </a:cubicBezTo>
                <a:cubicBezTo>
                  <a:pt x="2140801" y="4114744"/>
                  <a:pt x="2335975" y="4160121"/>
                  <a:pt x="2533390" y="4193337"/>
                </a:cubicBezTo>
                <a:cubicBezTo>
                  <a:pt x="2670308" y="4212954"/>
                  <a:pt x="2808476" y="4222580"/>
                  <a:pt x="2946793" y="4222126"/>
                </a:cubicBezTo>
                <a:lnTo>
                  <a:pt x="2807457" y="4815169"/>
                </a:lnTo>
                <a:lnTo>
                  <a:pt x="3383227" y="4883110"/>
                </a:lnTo>
                <a:lnTo>
                  <a:pt x="3397046" y="4883110"/>
                </a:lnTo>
                <a:lnTo>
                  <a:pt x="3972816" y="4814594"/>
                </a:lnTo>
                <a:lnTo>
                  <a:pt x="3836935" y="4223277"/>
                </a:lnTo>
                <a:cubicBezTo>
                  <a:pt x="3975044" y="4223893"/>
                  <a:pt x="4113016" y="4214462"/>
                  <a:pt x="4249762" y="4195064"/>
                </a:cubicBezTo>
                <a:cubicBezTo>
                  <a:pt x="4447177" y="4161848"/>
                  <a:pt x="4642352" y="4116472"/>
                  <a:pt x="4834169" y="4059183"/>
                </a:cubicBezTo>
                <a:cubicBezTo>
                  <a:pt x="5037416" y="4045364"/>
                  <a:pt x="5225694" y="4045364"/>
                  <a:pt x="5374818" y="4045364"/>
                </a:cubicBezTo>
                <a:cubicBezTo>
                  <a:pt x="5502639" y="4045364"/>
                  <a:pt x="5625278" y="4048819"/>
                  <a:pt x="5732947" y="4048819"/>
                </a:cubicBezTo>
                <a:cubicBezTo>
                  <a:pt x="5853859" y="4048819"/>
                  <a:pt x="5959801" y="4048819"/>
                  <a:pt x="6045591" y="4048819"/>
                </a:cubicBezTo>
                <a:lnTo>
                  <a:pt x="6044439" y="4047667"/>
                </a:lnTo>
                <a:cubicBezTo>
                  <a:pt x="6165409" y="4043769"/>
                  <a:pt x="6285918" y="4030676"/>
                  <a:pt x="6404871" y="4008515"/>
                </a:cubicBezTo>
                <a:cubicBezTo>
                  <a:pt x="6307221" y="4138438"/>
                  <a:pt x="6190800" y="4253114"/>
                  <a:pt x="6059409" y="4348795"/>
                </a:cubicBezTo>
                <a:cubicBezTo>
                  <a:pt x="5898942" y="4440204"/>
                  <a:pt x="5730759" y="4517271"/>
                  <a:pt x="5556762" y="4579103"/>
                </a:cubicBezTo>
                <a:cubicBezTo>
                  <a:pt x="5155438" y="4695190"/>
                  <a:pt x="4747165" y="4785770"/>
                  <a:pt x="4334400" y="4850291"/>
                </a:cubicBezTo>
                <a:cubicBezTo>
                  <a:pt x="4145548" y="4874474"/>
                  <a:pt x="3790297" y="4911899"/>
                  <a:pt x="3786842" y="4911899"/>
                </a:cubicBezTo>
                <a:lnTo>
                  <a:pt x="3733296" y="4917081"/>
                </a:lnTo>
                <a:lnTo>
                  <a:pt x="3887602" y="5540640"/>
                </a:lnTo>
                <a:lnTo>
                  <a:pt x="3391288" y="5624703"/>
                </a:lnTo>
                <a:lnTo>
                  <a:pt x="2895550" y="5540640"/>
                </a:lnTo>
                <a:lnTo>
                  <a:pt x="3048705" y="4916505"/>
                </a:lnTo>
                <a:lnTo>
                  <a:pt x="2995158" y="4911323"/>
                </a:lnTo>
                <a:cubicBezTo>
                  <a:pt x="2991703" y="4910747"/>
                  <a:pt x="2636453" y="4873898"/>
                  <a:pt x="2447600" y="4849716"/>
                </a:cubicBezTo>
                <a:cubicBezTo>
                  <a:pt x="2034836" y="4785195"/>
                  <a:pt x="1626563" y="4694615"/>
                  <a:pt x="1225239" y="4578527"/>
                </a:cubicBezTo>
                <a:cubicBezTo>
                  <a:pt x="1051241" y="4516695"/>
                  <a:pt x="883036" y="4439629"/>
                  <a:pt x="722591" y="4348219"/>
                </a:cubicBezTo>
                <a:cubicBezTo>
                  <a:pt x="591212" y="4252538"/>
                  <a:pt x="474783" y="4137862"/>
                  <a:pt x="377129" y="4007939"/>
                </a:cubicBezTo>
                <a:close/>
                <a:moveTo>
                  <a:pt x="6060561" y="3114343"/>
                </a:moveTo>
                <a:cubicBezTo>
                  <a:pt x="5966480" y="3255050"/>
                  <a:pt x="5851960" y="3380982"/>
                  <a:pt x="5720857" y="3488018"/>
                </a:cubicBezTo>
                <a:cubicBezTo>
                  <a:pt x="5568490" y="3617843"/>
                  <a:pt x="5399680" y="3727026"/>
                  <a:pt x="5218785" y="3812753"/>
                </a:cubicBezTo>
                <a:cubicBezTo>
                  <a:pt x="4903648" y="3952596"/>
                  <a:pt x="4571135" y="4049429"/>
                  <a:pt x="4230187" y="4100638"/>
                </a:cubicBezTo>
                <a:cubicBezTo>
                  <a:pt x="4088812" y="4119967"/>
                  <a:pt x="3946222" y="4129012"/>
                  <a:pt x="3803540" y="4127699"/>
                </a:cubicBezTo>
                <a:lnTo>
                  <a:pt x="3775328" y="4127699"/>
                </a:lnTo>
                <a:lnTo>
                  <a:pt x="3717751" y="4127699"/>
                </a:lnTo>
                <a:lnTo>
                  <a:pt x="3858239" y="4733986"/>
                </a:lnTo>
                <a:lnTo>
                  <a:pt x="3394743" y="4791563"/>
                </a:lnTo>
                <a:lnTo>
                  <a:pt x="3388410" y="4791563"/>
                </a:lnTo>
                <a:lnTo>
                  <a:pt x="3382652" y="4791563"/>
                </a:lnTo>
                <a:lnTo>
                  <a:pt x="2922036" y="4733986"/>
                </a:lnTo>
                <a:lnTo>
                  <a:pt x="3063099" y="4128275"/>
                </a:lnTo>
                <a:lnTo>
                  <a:pt x="3005522" y="4128275"/>
                </a:lnTo>
                <a:lnTo>
                  <a:pt x="2976734" y="4128275"/>
                </a:lnTo>
                <a:cubicBezTo>
                  <a:pt x="2834052" y="4129553"/>
                  <a:pt x="2691462" y="4120508"/>
                  <a:pt x="2550088" y="4101214"/>
                </a:cubicBezTo>
                <a:cubicBezTo>
                  <a:pt x="2209174" y="4049861"/>
                  <a:pt x="1876678" y="3953034"/>
                  <a:pt x="1561490" y="3813329"/>
                </a:cubicBezTo>
                <a:cubicBezTo>
                  <a:pt x="1380496" y="3727228"/>
                  <a:pt x="1211525" y="3617866"/>
                  <a:pt x="1058842" y="3488018"/>
                </a:cubicBezTo>
                <a:cubicBezTo>
                  <a:pt x="928073" y="3381000"/>
                  <a:pt x="813800" y="3255280"/>
                  <a:pt x="719713" y="3114919"/>
                </a:cubicBezTo>
                <a:cubicBezTo>
                  <a:pt x="845807" y="3133919"/>
                  <a:pt x="1030053" y="3155223"/>
                  <a:pt x="1076115" y="3155223"/>
                </a:cubicBezTo>
                <a:lnTo>
                  <a:pt x="1214300" y="3161557"/>
                </a:lnTo>
                <a:cubicBezTo>
                  <a:pt x="1381849" y="3169617"/>
                  <a:pt x="1598915" y="3179405"/>
                  <a:pt x="1863193" y="3195527"/>
                </a:cubicBezTo>
                <a:lnTo>
                  <a:pt x="1935740" y="3234103"/>
                </a:lnTo>
                <a:cubicBezTo>
                  <a:pt x="2166440" y="3350714"/>
                  <a:pt x="2414252" y="3429819"/>
                  <a:pt x="2669848" y="3468442"/>
                </a:cubicBezTo>
                <a:cubicBezTo>
                  <a:pt x="2713330" y="3474574"/>
                  <a:pt x="2757210" y="3477458"/>
                  <a:pt x="2801124" y="3477078"/>
                </a:cubicBezTo>
                <a:cubicBezTo>
                  <a:pt x="2854786" y="3477009"/>
                  <a:pt x="2908407" y="3474130"/>
                  <a:pt x="2961764" y="3468442"/>
                </a:cubicBezTo>
                <a:lnTo>
                  <a:pt x="2835670" y="3995848"/>
                </a:lnTo>
                <a:lnTo>
                  <a:pt x="3391289" y="4030394"/>
                </a:lnTo>
                <a:lnTo>
                  <a:pt x="3947483" y="3993545"/>
                </a:lnTo>
                <a:lnTo>
                  <a:pt x="3820814" y="3466139"/>
                </a:lnTo>
                <a:cubicBezTo>
                  <a:pt x="3874366" y="3471810"/>
                  <a:pt x="3928178" y="3474689"/>
                  <a:pt x="3982030" y="3474775"/>
                </a:cubicBezTo>
                <a:cubicBezTo>
                  <a:pt x="4025943" y="3475155"/>
                  <a:pt x="4069823" y="3472271"/>
                  <a:pt x="4113305" y="3466139"/>
                </a:cubicBezTo>
                <a:cubicBezTo>
                  <a:pt x="4368740" y="3427603"/>
                  <a:pt x="4616373" y="3348492"/>
                  <a:pt x="4846837" y="3231800"/>
                </a:cubicBezTo>
                <a:lnTo>
                  <a:pt x="4919960" y="3193225"/>
                </a:lnTo>
                <a:cubicBezTo>
                  <a:pt x="5183663" y="3177102"/>
                  <a:pt x="5401304" y="3167314"/>
                  <a:pt x="5568853" y="3159253"/>
                </a:cubicBezTo>
                <a:lnTo>
                  <a:pt x="5707038" y="3152920"/>
                </a:lnTo>
                <a:lnTo>
                  <a:pt x="5704735" y="3154647"/>
                </a:lnTo>
                <a:cubicBezTo>
                  <a:pt x="5750797" y="3152344"/>
                  <a:pt x="5935043" y="3133343"/>
                  <a:pt x="6060561" y="3114343"/>
                </a:cubicBezTo>
                <a:close/>
                <a:moveTo>
                  <a:pt x="3386683" y="821625"/>
                </a:moveTo>
                <a:cubicBezTo>
                  <a:pt x="3312984" y="821625"/>
                  <a:pt x="3287074" y="903960"/>
                  <a:pt x="3271529" y="984569"/>
                </a:cubicBezTo>
                <a:lnTo>
                  <a:pt x="3271529" y="992630"/>
                </a:lnTo>
                <a:cubicBezTo>
                  <a:pt x="3263468" y="1034660"/>
                  <a:pt x="3174223" y="1495277"/>
                  <a:pt x="3174223" y="1495277"/>
                </a:cubicBezTo>
                <a:lnTo>
                  <a:pt x="3166738" y="1532702"/>
                </a:lnTo>
                <a:lnTo>
                  <a:pt x="3094191" y="1532702"/>
                </a:lnTo>
                <a:cubicBezTo>
                  <a:pt x="2501683" y="1534936"/>
                  <a:pt x="1912082" y="1449768"/>
                  <a:pt x="1344424" y="1279938"/>
                </a:cubicBezTo>
                <a:cubicBezTo>
                  <a:pt x="1357391" y="1417496"/>
                  <a:pt x="1410442" y="1548224"/>
                  <a:pt x="1497004" y="1655916"/>
                </a:cubicBezTo>
                <a:cubicBezTo>
                  <a:pt x="1605554" y="1784573"/>
                  <a:pt x="1752104" y="1875487"/>
                  <a:pt x="1915589" y="1915589"/>
                </a:cubicBezTo>
                <a:lnTo>
                  <a:pt x="1950135" y="1922498"/>
                </a:lnTo>
                <a:lnTo>
                  <a:pt x="1950135" y="1957620"/>
                </a:lnTo>
                <a:cubicBezTo>
                  <a:pt x="1962796" y="2074335"/>
                  <a:pt x="2016942" y="2182620"/>
                  <a:pt x="2102714" y="2262779"/>
                </a:cubicBezTo>
                <a:cubicBezTo>
                  <a:pt x="2195759" y="2331445"/>
                  <a:pt x="2308961" y="2367292"/>
                  <a:pt x="2424570" y="2364690"/>
                </a:cubicBezTo>
                <a:cubicBezTo>
                  <a:pt x="2451055" y="2364690"/>
                  <a:pt x="2467753" y="2364690"/>
                  <a:pt x="2467753" y="2364690"/>
                </a:cubicBezTo>
                <a:lnTo>
                  <a:pt x="2504026" y="2360660"/>
                </a:lnTo>
                <a:lnTo>
                  <a:pt x="2516693" y="2395207"/>
                </a:lnTo>
                <a:cubicBezTo>
                  <a:pt x="2564707" y="2492995"/>
                  <a:pt x="2652328" y="2565525"/>
                  <a:pt x="2757365" y="2594422"/>
                </a:cubicBezTo>
                <a:cubicBezTo>
                  <a:pt x="2797266" y="2606778"/>
                  <a:pt x="2838814" y="2612992"/>
                  <a:pt x="2880580" y="2612847"/>
                </a:cubicBezTo>
                <a:cubicBezTo>
                  <a:pt x="2934927" y="2612772"/>
                  <a:pt x="2988866" y="2603422"/>
                  <a:pt x="3040069" y="2585211"/>
                </a:cubicBezTo>
                <a:lnTo>
                  <a:pt x="3124707" y="2550088"/>
                </a:lnTo>
                <a:lnTo>
                  <a:pt x="3000341" y="3059069"/>
                </a:lnTo>
                <a:lnTo>
                  <a:pt x="3782237" y="3059069"/>
                </a:lnTo>
                <a:lnTo>
                  <a:pt x="3657871" y="2549512"/>
                </a:lnTo>
                <a:lnTo>
                  <a:pt x="3742509" y="2585211"/>
                </a:lnTo>
                <a:cubicBezTo>
                  <a:pt x="3793931" y="2603295"/>
                  <a:pt x="3848065" y="2612444"/>
                  <a:pt x="3902573" y="2612271"/>
                </a:cubicBezTo>
                <a:cubicBezTo>
                  <a:pt x="3944340" y="2612415"/>
                  <a:pt x="3985887" y="2606204"/>
                  <a:pt x="4025788" y="2593847"/>
                </a:cubicBezTo>
                <a:cubicBezTo>
                  <a:pt x="4130861" y="2565019"/>
                  <a:pt x="4218504" y="2492471"/>
                  <a:pt x="4266460" y="2394630"/>
                </a:cubicBezTo>
                <a:lnTo>
                  <a:pt x="4279127" y="2360660"/>
                </a:lnTo>
                <a:lnTo>
                  <a:pt x="4317704" y="2367569"/>
                </a:lnTo>
                <a:cubicBezTo>
                  <a:pt x="4317704" y="2367569"/>
                  <a:pt x="4334401" y="2367569"/>
                  <a:pt x="4360886" y="2367569"/>
                </a:cubicBezTo>
                <a:cubicBezTo>
                  <a:pt x="4476496" y="2370171"/>
                  <a:pt x="4589698" y="2334325"/>
                  <a:pt x="4682742" y="2265657"/>
                </a:cubicBezTo>
                <a:cubicBezTo>
                  <a:pt x="4769010" y="2184917"/>
                  <a:pt x="4823196" y="2075728"/>
                  <a:pt x="4835322" y="1958196"/>
                </a:cubicBezTo>
                <a:lnTo>
                  <a:pt x="4835322" y="1923074"/>
                </a:lnTo>
                <a:lnTo>
                  <a:pt x="4869868" y="1916166"/>
                </a:lnTo>
                <a:cubicBezTo>
                  <a:pt x="5032195" y="1874916"/>
                  <a:pt x="5177554" y="1783916"/>
                  <a:pt x="5285574" y="1655916"/>
                </a:cubicBezTo>
                <a:cubicBezTo>
                  <a:pt x="5372136" y="1548224"/>
                  <a:pt x="5425187" y="1417496"/>
                  <a:pt x="5438153" y="1279938"/>
                </a:cubicBezTo>
                <a:cubicBezTo>
                  <a:pt x="4870495" y="1449768"/>
                  <a:pt x="4280895" y="1534936"/>
                  <a:pt x="3688386" y="1532702"/>
                </a:cubicBezTo>
                <a:lnTo>
                  <a:pt x="3616991" y="1532702"/>
                </a:lnTo>
                <a:lnTo>
                  <a:pt x="3609506" y="1495277"/>
                </a:lnTo>
                <a:cubicBezTo>
                  <a:pt x="3609506" y="1495277"/>
                  <a:pt x="3519686" y="1032357"/>
                  <a:pt x="3512201" y="992630"/>
                </a:cubicBezTo>
                <a:lnTo>
                  <a:pt x="3512201" y="984569"/>
                </a:lnTo>
                <a:cubicBezTo>
                  <a:pt x="3497231" y="903960"/>
                  <a:pt x="3470745" y="821625"/>
                  <a:pt x="3397047" y="821625"/>
                </a:cubicBezTo>
                <a:close/>
                <a:moveTo>
                  <a:pt x="4169942" y="789139"/>
                </a:moveTo>
                <a:cubicBezTo>
                  <a:pt x="4210693" y="786611"/>
                  <a:pt x="4251853" y="790689"/>
                  <a:pt x="4291794" y="801473"/>
                </a:cubicBezTo>
                <a:cubicBezTo>
                  <a:pt x="4377452" y="831234"/>
                  <a:pt x="4454674" y="881200"/>
                  <a:pt x="4516920" y="947143"/>
                </a:cubicBezTo>
                <a:cubicBezTo>
                  <a:pt x="4429213" y="966189"/>
                  <a:pt x="4339048" y="971245"/>
                  <a:pt x="4249763" y="962113"/>
                </a:cubicBezTo>
                <a:cubicBezTo>
                  <a:pt x="4139215" y="950022"/>
                  <a:pt x="4050546" y="816443"/>
                  <a:pt x="4050546" y="816443"/>
                </a:cubicBezTo>
                <a:cubicBezTo>
                  <a:pt x="4088849" y="800802"/>
                  <a:pt x="4129191" y="791667"/>
                  <a:pt x="4169942" y="789139"/>
                </a:cubicBezTo>
                <a:close/>
                <a:moveTo>
                  <a:pt x="4538223" y="544104"/>
                </a:moveTo>
                <a:cubicBezTo>
                  <a:pt x="4615774" y="547888"/>
                  <a:pt x="4692841" y="558484"/>
                  <a:pt x="4768532" y="575771"/>
                </a:cubicBezTo>
                <a:cubicBezTo>
                  <a:pt x="4709976" y="637373"/>
                  <a:pt x="4634751" y="680585"/>
                  <a:pt x="4552042" y="700138"/>
                </a:cubicBezTo>
                <a:cubicBezTo>
                  <a:pt x="4449555" y="721441"/>
                  <a:pt x="4318279" y="625863"/>
                  <a:pt x="4318279" y="625863"/>
                </a:cubicBezTo>
                <a:cubicBezTo>
                  <a:pt x="4380192" y="573739"/>
                  <a:pt x="4458439" y="545007"/>
                  <a:pt x="4539375" y="544680"/>
                </a:cubicBezTo>
                <a:close/>
                <a:moveTo>
                  <a:pt x="4090850" y="257370"/>
                </a:moveTo>
                <a:cubicBezTo>
                  <a:pt x="4116633" y="344481"/>
                  <a:pt x="4131908" y="434364"/>
                  <a:pt x="4136335" y="525103"/>
                </a:cubicBezTo>
                <a:lnTo>
                  <a:pt x="4138639" y="525103"/>
                </a:lnTo>
                <a:cubicBezTo>
                  <a:pt x="4138639" y="637954"/>
                  <a:pt x="4023484" y="748502"/>
                  <a:pt x="4023484" y="748502"/>
                </a:cubicBezTo>
                <a:cubicBezTo>
                  <a:pt x="3978183" y="673669"/>
                  <a:pt x="3958008" y="586313"/>
                  <a:pt x="3965907" y="499194"/>
                </a:cubicBezTo>
                <a:cubicBezTo>
                  <a:pt x="3983515" y="408276"/>
                  <a:pt x="4026882" y="324336"/>
                  <a:pt x="4090850" y="257370"/>
                </a:cubicBezTo>
                <a:close/>
                <a:moveTo>
                  <a:pt x="4689076" y="0"/>
                </a:moveTo>
                <a:cubicBezTo>
                  <a:pt x="4687671" y="87893"/>
                  <a:pt x="4672914" y="175061"/>
                  <a:pt x="4645317" y="258521"/>
                </a:cubicBezTo>
                <a:cubicBezTo>
                  <a:pt x="4624900" y="324071"/>
                  <a:pt x="4574745" y="376142"/>
                  <a:pt x="4510011" y="399009"/>
                </a:cubicBezTo>
                <a:cubicBezTo>
                  <a:pt x="4497563" y="430731"/>
                  <a:pt x="4479846" y="460124"/>
                  <a:pt x="4457615" y="485950"/>
                </a:cubicBezTo>
                <a:cubicBezTo>
                  <a:pt x="4318279" y="651772"/>
                  <a:pt x="4064940" y="831413"/>
                  <a:pt x="3777055" y="955779"/>
                </a:cubicBezTo>
                <a:cubicBezTo>
                  <a:pt x="3843516" y="936042"/>
                  <a:pt x="3914865" y="940947"/>
                  <a:pt x="3977998" y="969598"/>
                </a:cubicBezTo>
                <a:lnTo>
                  <a:pt x="3979150" y="968446"/>
                </a:lnTo>
                <a:cubicBezTo>
                  <a:pt x="4061324" y="1008497"/>
                  <a:pt x="4136094" y="1062233"/>
                  <a:pt x="4200246" y="1127359"/>
                </a:cubicBezTo>
                <a:cubicBezTo>
                  <a:pt x="4200246" y="1127359"/>
                  <a:pt x="4116183" y="1171117"/>
                  <a:pt x="3939422" y="1131389"/>
                </a:cubicBezTo>
                <a:cubicBezTo>
                  <a:pt x="3854841" y="1108289"/>
                  <a:pt x="3786503" y="1045951"/>
                  <a:pt x="3755751" y="963840"/>
                </a:cubicBezTo>
                <a:lnTo>
                  <a:pt x="3612037" y="1016625"/>
                </a:lnTo>
                <a:lnTo>
                  <a:pt x="3617549" y="1044871"/>
                </a:lnTo>
                <a:cubicBezTo>
                  <a:pt x="3638871" y="1154205"/>
                  <a:pt x="3678167" y="1356084"/>
                  <a:pt x="3694144" y="1439427"/>
                </a:cubicBezTo>
                <a:cubicBezTo>
                  <a:pt x="4297454" y="1443205"/>
                  <a:pt x="4897683" y="1353073"/>
                  <a:pt x="5473275" y="1172269"/>
                </a:cubicBezTo>
                <a:lnTo>
                  <a:pt x="5534883" y="1151541"/>
                </a:lnTo>
                <a:lnTo>
                  <a:pt x="5534883" y="1212574"/>
                </a:lnTo>
                <a:cubicBezTo>
                  <a:pt x="5534025" y="1394063"/>
                  <a:pt x="5471946" y="1569948"/>
                  <a:pt x="5358697" y="1711766"/>
                </a:cubicBezTo>
                <a:cubicBezTo>
                  <a:pt x="5244971" y="1848782"/>
                  <a:pt x="5092409" y="1948149"/>
                  <a:pt x="4921111" y="1996773"/>
                </a:cubicBezTo>
                <a:cubicBezTo>
                  <a:pt x="4902128" y="2127628"/>
                  <a:pt x="4837475" y="2247549"/>
                  <a:pt x="4738592" y="2335326"/>
                </a:cubicBezTo>
                <a:cubicBezTo>
                  <a:pt x="4712590" y="2357314"/>
                  <a:pt x="4684424" y="2376603"/>
                  <a:pt x="4654529" y="2392903"/>
                </a:cubicBezTo>
                <a:cubicBezTo>
                  <a:pt x="5050084" y="2347993"/>
                  <a:pt x="5351212" y="2291567"/>
                  <a:pt x="5495155" y="2264506"/>
                </a:cubicBezTo>
                <a:lnTo>
                  <a:pt x="5561368" y="2251839"/>
                </a:lnTo>
                <a:lnTo>
                  <a:pt x="5556762" y="2251839"/>
                </a:lnTo>
                <a:cubicBezTo>
                  <a:pt x="5621824" y="2240899"/>
                  <a:pt x="5684583" y="2227081"/>
                  <a:pt x="5736978" y="2214414"/>
                </a:cubicBezTo>
                <a:cubicBezTo>
                  <a:pt x="5659278" y="2361287"/>
                  <a:pt x="5565629" y="2499150"/>
                  <a:pt x="5457730" y="2625514"/>
                </a:cubicBezTo>
                <a:cubicBezTo>
                  <a:pt x="5275366" y="2841935"/>
                  <a:pt x="5051874" y="3020021"/>
                  <a:pt x="4800200" y="3149465"/>
                </a:cubicBezTo>
                <a:cubicBezTo>
                  <a:pt x="4578464" y="3261188"/>
                  <a:pt x="4340395" y="3336988"/>
                  <a:pt x="4094881" y="3374016"/>
                </a:cubicBezTo>
                <a:cubicBezTo>
                  <a:pt x="4056753" y="3379572"/>
                  <a:pt x="4018257" y="3382267"/>
                  <a:pt x="3979727" y="3382077"/>
                </a:cubicBezTo>
                <a:cubicBezTo>
                  <a:pt x="3907882" y="3381437"/>
                  <a:pt x="3836153" y="3376244"/>
                  <a:pt x="3764964" y="3366531"/>
                </a:cubicBezTo>
                <a:lnTo>
                  <a:pt x="3697023" y="3356167"/>
                </a:lnTo>
                <a:lnTo>
                  <a:pt x="3828875" y="3907755"/>
                </a:lnTo>
                <a:lnTo>
                  <a:pt x="3388986" y="3935392"/>
                </a:lnTo>
                <a:lnTo>
                  <a:pt x="2949673" y="3907755"/>
                </a:lnTo>
                <a:lnTo>
                  <a:pt x="3081524" y="3356167"/>
                </a:lnTo>
                <a:lnTo>
                  <a:pt x="3013583" y="3366531"/>
                </a:lnTo>
                <a:cubicBezTo>
                  <a:pt x="2942395" y="3376244"/>
                  <a:pt x="2870666" y="3381437"/>
                  <a:pt x="2798821" y="3382077"/>
                </a:cubicBezTo>
                <a:cubicBezTo>
                  <a:pt x="2760290" y="3382267"/>
                  <a:pt x="2721794" y="3379572"/>
                  <a:pt x="2683667" y="3374016"/>
                </a:cubicBezTo>
                <a:cubicBezTo>
                  <a:pt x="2438153" y="3336982"/>
                  <a:pt x="2200083" y="3261188"/>
                  <a:pt x="1978348" y="3149465"/>
                </a:cubicBezTo>
                <a:cubicBezTo>
                  <a:pt x="1726540" y="3020228"/>
                  <a:pt x="1503015" y="2842107"/>
                  <a:pt x="1320818" y="2625514"/>
                </a:cubicBezTo>
                <a:cubicBezTo>
                  <a:pt x="1212918" y="2499150"/>
                  <a:pt x="1119269" y="2361287"/>
                  <a:pt x="1041569" y="2214414"/>
                </a:cubicBezTo>
                <a:cubicBezTo>
                  <a:pt x="1093964" y="2227081"/>
                  <a:pt x="1158450" y="2240899"/>
                  <a:pt x="1221785" y="2251839"/>
                </a:cubicBezTo>
                <a:lnTo>
                  <a:pt x="1287999" y="2264506"/>
                </a:lnTo>
                <a:cubicBezTo>
                  <a:pt x="1431942" y="2291567"/>
                  <a:pt x="1732494" y="2347993"/>
                  <a:pt x="2128624" y="2392327"/>
                </a:cubicBezTo>
                <a:cubicBezTo>
                  <a:pt x="2098718" y="2377173"/>
                  <a:pt x="2070534" y="2358834"/>
                  <a:pt x="2044561" y="2337629"/>
                </a:cubicBezTo>
                <a:cubicBezTo>
                  <a:pt x="1945673" y="2249853"/>
                  <a:pt x="1881025" y="2129931"/>
                  <a:pt x="1862042" y="1999076"/>
                </a:cubicBezTo>
                <a:cubicBezTo>
                  <a:pt x="1690745" y="1950452"/>
                  <a:pt x="1538183" y="1851085"/>
                  <a:pt x="1424456" y="1714070"/>
                </a:cubicBezTo>
                <a:cubicBezTo>
                  <a:pt x="1311208" y="1572252"/>
                  <a:pt x="1249129" y="1396365"/>
                  <a:pt x="1248271" y="1214877"/>
                </a:cubicBezTo>
                <a:lnTo>
                  <a:pt x="1248271" y="1151541"/>
                </a:lnTo>
                <a:lnTo>
                  <a:pt x="1313333" y="1171118"/>
                </a:lnTo>
                <a:cubicBezTo>
                  <a:pt x="1888867" y="1352313"/>
                  <a:pt x="2489091" y="1442830"/>
                  <a:pt x="3092464" y="1439427"/>
                </a:cubicBezTo>
                <a:cubicBezTo>
                  <a:pt x="3113768" y="1328304"/>
                  <a:pt x="3176526" y="1006447"/>
                  <a:pt x="3182860" y="974205"/>
                </a:cubicBezTo>
                <a:lnTo>
                  <a:pt x="3182860" y="966719"/>
                </a:lnTo>
                <a:cubicBezTo>
                  <a:pt x="3193800" y="907416"/>
                  <a:pt x="3228922" y="728350"/>
                  <a:pt x="3389562" y="728350"/>
                </a:cubicBezTo>
                <a:lnTo>
                  <a:pt x="3397047" y="728350"/>
                </a:lnTo>
                <a:cubicBezTo>
                  <a:pt x="3537607" y="728350"/>
                  <a:pt x="3581627" y="866769"/>
                  <a:pt x="3598149" y="939946"/>
                </a:cubicBezTo>
                <a:lnTo>
                  <a:pt x="3599281" y="945357"/>
                </a:lnTo>
                <a:lnTo>
                  <a:pt x="3735024" y="895323"/>
                </a:lnTo>
                <a:cubicBezTo>
                  <a:pt x="3688455" y="822079"/>
                  <a:pt x="3668153" y="735190"/>
                  <a:pt x="3677446" y="648893"/>
                </a:cubicBezTo>
                <a:cubicBezTo>
                  <a:pt x="3698491" y="558239"/>
                  <a:pt x="3745986" y="475876"/>
                  <a:pt x="3813904" y="412252"/>
                </a:cubicBezTo>
                <a:cubicBezTo>
                  <a:pt x="3839848" y="498478"/>
                  <a:pt x="3854553" y="587689"/>
                  <a:pt x="3857663" y="677682"/>
                </a:cubicBezTo>
                <a:cubicBezTo>
                  <a:pt x="3861117" y="778442"/>
                  <a:pt x="3758630" y="875171"/>
                  <a:pt x="3738478" y="893596"/>
                </a:cubicBezTo>
                <a:cubicBezTo>
                  <a:pt x="3931068" y="811675"/>
                  <a:pt x="4112061" y="704818"/>
                  <a:pt x="4276824" y="575771"/>
                </a:cubicBezTo>
                <a:cubicBezTo>
                  <a:pt x="4234625" y="503604"/>
                  <a:pt x="4215913" y="420100"/>
                  <a:pt x="4223277" y="336826"/>
                </a:cubicBezTo>
                <a:cubicBezTo>
                  <a:pt x="4239347" y="250791"/>
                  <a:pt x="4279247" y="170995"/>
                  <a:pt x="4338431" y="106518"/>
                </a:cubicBezTo>
                <a:cubicBezTo>
                  <a:pt x="4362337" y="190417"/>
                  <a:pt x="4376627" y="276760"/>
                  <a:pt x="4381038" y="363887"/>
                </a:cubicBezTo>
                <a:cubicBezTo>
                  <a:pt x="4386220" y="460616"/>
                  <a:pt x="4295248" y="559649"/>
                  <a:pt x="4279703" y="575771"/>
                </a:cubicBezTo>
                <a:cubicBezTo>
                  <a:pt x="4338707" y="529536"/>
                  <a:pt x="4394137" y="478916"/>
                  <a:pt x="4445524" y="424343"/>
                </a:cubicBezTo>
                <a:cubicBezTo>
                  <a:pt x="4459020" y="410095"/>
                  <a:pt x="4471705" y="395101"/>
                  <a:pt x="4483525" y="379433"/>
                </a:cubicBezTo>
                <a:cubicBezTo>
                  <a:pt x="4469655" y="308820"/>
                  <a:pt x="4481286" y="235576"/>
                  <a:pt x="4516344" y="172731"/>
                </a:cubicBezTo>
                <a:cubicBezTo>
                  <a:pt x="4554667" y="98672"/>
                  <a:pt x="4615014" y="38322"/>
                  <a:pt x="4689076" y="0"/>
                </a:cubicBezTo>
                <a:close/>
              </a:path>
            </a:pathLst>
          </a:custGeom>
          <a:solidFill>
            <a:schemeClr val="tx1">
              <a:alpha val="3000"/>
            </a:schemeClr>
          </a:solidFill>
          <a:ln w="5755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562B6659-3604-4A5D-84A6-6A47FE169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7430" y="1483539"/>
            <a:ext cx="7373912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FF2961-8E0B-4CFB-9897-39262A918722}"/>
              </a:ext>
            </a:extLst>
          </p:cNvPr>
          <p:cNvSpPr/>
          <p:nvPr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占位符 12">
            <a:extLst>
              <a:ext uri="{FF2B5EF4-FFF2-40B4-BE49-F238E27FC236}">
                <a16:creationId xmlns:a16="http://schemas.microsoft.com/office/drawing/2014/main" id="{F63B7C85-1073-4365-852C-DE0C04E61B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7429" y="4461296"/>
            <a:ext cx="7373913" cy="119983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答辩人：北小理</a:t>
            </a:r>
            <a:endParaRPr lang="en-US" altLang="zh-CN" dirty="0"/>
          </a:p>
          <a:p>
            <a:pPr lvl="0"/>
            <a:r>
              <a:rPr lang="zh-CN" altLang="en-US" dirty="0"/>
              <a:t>导　师：京小工</a:t>
            </a:r>
            <a:endParaRPr lang="en-US" altLang="zh-CN" dirty="0"/>
          </a:p>
          <a:p>
            <a:pPr lvl="0"/>
            <a:r>
              <a:rPr lang="zh-CN" altLang="en-US" dirty="0"/>
              <a:t>时　间：</a:t>
            </a:r>
            <a:fld id="{F6F1CC6F-731D-497C-9A0B-70CB610DC019}" type="datetime1">
              <a:rPr lang="zh-CN" altLang="en-US" smtClean="0"/>
              <a:t>2019/5/27</a:t>
            </a:fld>
            <a:endParaRPr lang="zh-CN" altLang="en-US" dirty="0"/>
          </a:p>
        </p:txBody>
      </p:sp>
      <p:sp>
        <p:nvSpPr>
          <p:cNvPr id="191" name="TextBox 189_1">
            <a:extLst>
              <a:ext uri="{FF2B5EF4-FFF2-40B4-BE49-F238E27FC236}">
                <a16:creationId xmlns:a16="http://schemas.microsoft.com/office/drawing/2014/main" id="{631B26DE-9164-47EA-95E0-E3BFB15FBF49}"/>
              </a:ext>
            </a:extLst>
          </p:cNvPr>
          <p:cNvSpPr txBox="1"/>
          <p:nvPr/>
        </p:nvSpPr>
        <p:spPr>
          <a:xfrm rot="5400000">
            <a:off x="-1435064" y="3602354"/>
            <a:ext cx="3222949" cy="122616"/>
          </a:xfrm>
          <a:custGeom>
            <a:avLst/>
            <a:gdLst/>
            <a:ahLst/>
            <a:cxnLst/>
            <a:rect l="l" t="t" r="r" b="b"/>
            <a:pathLst>
              <a:path w="2967187" h="112886">
                <a:moveTo>
                  <a:pt x="2865165" y="1860"/>
                </a:moveTo>
                <a:lnTo>
                  <a:pt x="2890987" y="1860"/>
                </a:lnTo>
                <a:lnTo>
                  <a:pt x="2916660" y="45020"/>
                </a:lnTo>
                <a:lnTo>
                  <a:pt x="2941812" y="1860"/>
                </a:lnTo>
                <a:lnTo>
                  <a:pt x="2967187" y="1860"/>
                </a:lnTo>
                <a:lnTo>
                  <a:pt x="2927078" y="65186"/>
                </a:lnTo>
                <a:lnTo>
                  <a:pt x="2927078" y="110951"/>
                </a:lnTo>
                <a:lnTo>
                  <a:pt x="2905126" y="110951"/>
                </a:lnTo>
                <a:lnTo>
                  <a:pt x="2905126" y="65038"/>
                </a:lnTo>
                <a:close/>
                <a:moveTo>
                  <a:pt x="2758381" y="56033"/>
                </a:moveTo>
                <a:cubicBezTo>
                  <a:pt x="2758381" y="44673"/>
                  <a:pt x="2760762" y="34577"/>
                  <a:pt x="2765525" y="25747"/>
                </a:cubicBezTo>
                <a:cubicBezTo>
                  <a:pt x="2770287" y="16916"/>
                  <a:pt x="2777257" y="10145"/>
                  <a:pt x="2786435" y="5432"/>
                </a:cubicBezTo>
                <a:cubicBezTo>
                  <a:pt x="2793430" y="1810"/>
                  <a:pt x="2802136" y="0"/>
                  <a:pt x="2812554" y="0"/>
                </a:cubicBezTo>
                <a:cubicBezTo>
                  <a:pt x="2826098" y="0"/>
                  <a:pt x="2836677" y="2840"/>
                  <a:pt x="2844292" y="8520"/>
                </a:cubicBezTo>
                <a:cubicBezTo>
                  <a:pt x="2851907" y="14200"/>
                  <a:pt x="2856806" y="22051"/>
                  <a:pt x="2858989" y="32072"/>
                </a:cubicBezTo>
                <a:lnTo>
                  <a:pt x="2837111" y="36165"/>
                </a:lnTo>
                <a:cubicBezTo>
                  <a:pt x="2835573" y="30807"/>
                  <a:pt x="2832683" y="26578"/>
                  <a:pt x="2828442" y="23477"/>
                </a:cubicBezTo>
                <a:cubicBezTo>
                  <a:pt x="2824200" y="20377"/>
                  <a:pt x="2818904" y="18826"/>
                  <a:pt x="2812554" y="18826"/>
                </a:cubicBezTo>
                <a:cubicBezTo>
                  <a:pt x="2802930" y="18826"/>
                  <a:pt x="2795278" y="21877"/>
                  <a:pt x="2789598" y="27979"/>
                </a:cubicBezTo>
                <a:cubicBezTo>
                  <a:pt x="2783918" y="34081"/>
                  <a:pt x="2781077" y="43135"/>
                  <a:pt x="2781077" y="55140"/>
                </a:cubicBezTo>
                <a:cubicBezTo>
                  <a:pt x="2781077" y="68089"/>
                  <a:pt x="2783955" y="77800"/>
                  <a:pt x="2789709" y="84274"/>
                </a:cubicBezTo>
                <a:cubicBezTo>
                  <a:pt x="2795464" y="90748"/>
                  <a:pt x="2803005" y="93985"/>
                  <a:pt x="2812331" y="93985"/>
                </a:cubicBezTo>
                <a:cubicBezTo>
                  <a:pt x="2816945" y="93985"/>
                  <a:pt x="2821571" y="93079"/>
                  <a:pt x="2826209" y="91268"/>
                </a:cubicBezTo>
                <a:cubicBezTo>
                  <a:pt x="2830848" y="89458"/>
                  <a:pt x="2834829" y="87263"/>
                  <a:pt x="2838153" y="84683"/>
                </a:cubicBezTo>
                <a:lnTo>
                  <a:pt x="2838153" y="70842"/>
                </a:lnTo>
                <a:lnTo>
                  <a:pt x="2812927" y="70842"/>
                </a:lnTo>
                <a:lnTo>
                  <a:pt x="2812927" y="52462"/>
                </a:lnTo>
                <a:lnTo>
                  <a:pt x="2860403" y="52462"/>
                </a:lnTo>
                <a:lnTo>
                  <a:pt x="2860403" y="95919"/>
                </a:lnTo>
                <a:cubicBezTo>
                  <a:pt x="2855789" y="100384"/>
                  <a:pt x="2849104" y="104316"/>
                  <a:pt x="2840348" y="107714"/>
                </a:cubicBezTo>
                <a:cubicBezTo>
                  <a:pt x="2831592" y="111112"/>
                  <a:pt x="2822724" y="112811"/>
                  <a:pt x="2813745" y="112811"/>
                </a:cubicBezTo>
                <a:cubicBezTo>
                  <a:pt x="2802335" y="112811"/>
                  <a:pt x="2792388" y="110418"/>
                  <a:pt x="2783905" y="105630"/>
                </a:cubicBezTo>
                <a:cubicBezTo>
                  <a:pt x="2775422" y="100843"/>
                  <a:pt x="2769047" y="93997"/>
                  <a:pt x="2764781" y="85092"/>
                </a:cubicBezTo>
                <a:cubicBezTo>
                  <a:pt x="2760514" y="76187"/>
                  <a:pt x="2758381" y="66501"/>
                  <a:pt x="2758381" y="56033"/>
                </a:cubicBezTo>
                <a:close/>
                <a:moveTo>
                  <a:pt x="2656583" y="56331"/>
                </a:moveTo>
                <a:cubicBezTo>
                  <a:pt x="2656583" y="68684"/>
                  <a:pt x="2659435" y="78048"/>
                  <a:pt x="2665140" y="84422"/>
                </a:cubicBezTo>
                <a:cubicBezTo>
                  <a:pt x="2670845" y="90797"/>
                  <a:pt x="2678088" y="93985"/>
                  <a:pt x="2686869" y="93985"/>
                </a:cubicBezTo>
                <a:cubicBezTo>
                  <a:pt x="2695650" y="93985"/>
                  <a:pt x="2702856" y="90822"/>
                  <a:pt x="2708486" y="84497"/>
                </a:cubicBezTo>
                <a:cubicBezTo>
                  <a:pt x="2714117" y="78172"/>
                  <a:pt x="2716932" y="68684"/>
                  <a:pt x="2716932" y="56033"/>
                </a:cubicBezTo>
                <a:cubicBezTo>
                  <a:pt x="2716932" y="43532"/>
                  <a:pt x="2714192" y="34205"/>
                  <a:pt x="2708710" y="28054"/>
                </a:cubicBezTo>
                <a:cubicBezTo>
                  <a:pt x="2703228" y="21902"/>
                  <a:pt x="2695948" y="18826"/>
                  <a:pt x="2686869" y="18826"/>
                </a:cubicBezTo>
                <a:cubicBezTo>
                  <a:pt x="2677791" y="18826"/>
                  <a:pt x="2670473" y="21939"/>
                  <a:pt x="2664917" y="28165"/>
                </a:cubicBezTo>
                <a:cubicBezTo>
                  <a:pt x="2659361" y="34391"/>
                  <a:pt x="2656583" y="43780"/>
                  <a:pt x="2656583" y="56331"/>
                </a:cubicBezTo>
                <a:close/>
                <a:moveTo>
                  <a:pt x="2633886" y="57075"/>
                </a:moveTo>
                <a:cubicBezTo>
                  <a:pt x="2633886" y="45963"/>
                  <a:pt x="2635548" y="36636"/>
                  <a:pt x="2638872" y="29096"/>
                </a:cubicBezTo>
                <a:cubicBezTo>
                  <a:pt x="2641352" y="23539"/>
                  <a:pt x="2644738" y="18554"/>
                  <a:pt x="2649030" y="14138"/>
                </a:cubicBezTo>
                <a:cubicBezTo>
                  <a:pt x="2653321" y="9723"/>
                  <a:pt x="2658021" y="6449"/>
                  <a:pt x="2663131" y="4316"/>
                </a:cubicBezTo>
                <a:cubicBezTo>
                  <a:pt x="2669927" y="1438"/>
                  <a:pt x="2677766" y="0"/>
                  <a:pt x="2686646" y="0"/>
                </a:cubicBezTo>
                <a:cubicBezTo>
                  <a:pt x="2702719" y="0"/>
                  <a:pt x="2715580" y="4985"/>
                  <a:pt x="2725230" y="14957"/>
                </a:cubicBezTo>
                <a:cubicBezTo>
                  <a:pt x="2734879" y="24928"/>
                  <a:pt x="2739703" y="38794"/>
                  <a:pt x="2739703" y="56554"/>
                </a:cubicBezTo>
                <a:cubicBezTo>
                  <a:pt x="2739703" y="74166"/>
                  <a:pt x="2734916" y="87945"/>
                  <a:pt x="2725341" y="97891"/>
                </a:cubicBezTo>
                <a:cubicBezTo>
                  <a:pt x="2715766" y="107838"/>
                  <a:pt x="2702967" y="112811"/>
                  <a:pt x="2686944" y="112811"/>
                </a:cubicBezTo>
                <a:cubicBezTo>
                  <a:pt x="2670721" y="112811"/>
                  <a:pt x="2657823" y="107863"/>
                  <a:pt x="2648248" y="97966"/>
                </a:cubicBezTo>
                <a:cubicBezTo>
                  <a:pt x="2638673" y="88069"/>
                  <a:pt x="2633886" y="74439"/>
                  <a:pt x="2633886" y="57075"/>
                </a:cubicBezTo>
                <a:close/>
                <a:moveTo>
                  <a:pt x="2534171" y="110951"/>
                </a:moveTo>
                <a:lnTo>
                  <a:pt x="2534171" y="2753"/>
                </a:lnTo>
                <a:lnTo>
                  <a:pt x="2556198" y="2753"/>
                </a:lnTo>
                <a:lnTo>
                  <a:pt x="2556198" y="92571"/>
                </a:lnTo>
                <a:lnTo>
                  <a:pt x="2610967" y="92571"/>
                </a:lnTo>
                <a:lnTo>
                  <a:pt x="2610967" y="110951"/>
                </a:lnTo>
                <a:close/>
                <a:moveTo>
                  <a:pt x="2437508" y="56331"/>
                </a:moveTo>
                <a:cubicBezTo>
                  <a:pt x="2437508" y="68684"/>
                  <a:pt x="2440360" y="78048"/>
                  <a:pt x="2446065" y="84422"/>
                </a:cubicBezTo>
                <a:cubicBezTo>
                  <a:pt x="2451770" y="90797"/>
                  <a:pt x="2459013" y="93985"/>
                  <a:pt x="2467794" y="93985"/>
                </a:cubicBezTo>
                <a:cubicBezTo>
                  <a:pt x="2476575" y="93985"/>
                  <a:pt x="2483781" y="90822"/>
                  <a:pt x="2489411" y="84497"/>
                </a:cubicBezTo>
                <a:cubicBezTo>
                  <a:pt x="2495042" y="78172"/>
                  <a:pt x="2497857" y="68684"/>
                  <a:pt x="2497857" y="56033"/>
                </a:cubicBezTo>
                <a:cubicBezTo>
                  <a:pt x="2497857" y="43532"/>
                  <a:pt x="2495117" y="34205"/>
                  <a:pt x="2489635" y="28054"/>
                </a:cubicBezTo>
                <a:cubicBezTo>
                  <a:pt x="2484153" y="21902"/>
                  <a:pt x="2476873" y="18826"/>
                  <a:pt x="2467794" y="18826"/>
                </a:cubicBezTo>
                <a:cubicBezTo>
                  <a:pt x="2458716" y="18826"/>
                  <a:pt x="2451398" y="21939"/>
                  <a:pt x="2445842" y="28165"/>
                </a:cubicBezTo>
                <a:cubicBezTo>
                  <a:pt x="2440286" y="34391"/>
                  <a:pt x="2437508" y="43780"/>
                  <a:pt x="2437508" y="56331"/>
                </a:cubicBezTo>
                <a:close/>
                <a:moveTo>
                  <a:pt x="2414811" y="57075"/>
                </a:moveTo>
                <a:cubicBezTo>
                  <a:pt x="2414811" y="45963"/>
                  <a:pt x="2416473" y="36636"/>
                  <a:pt x="2419797" y="29096"/>
                </a:cubicBezTo>
                <a:cubicBezTo>
                  <a:pt x="2422277" y="23539"/>
                  <a:pt x="2425663" y="18554"/>
                  <a:pt x="2429955" y="14138"/>
                </a:cubicBezTo>
                <a:cubicBezTo>
                  <a:pt x="2434246" y="9723"/>
                  <a:pt x="2438946" y="6449"/>
                  <a:pt x="2444056" y="4316"/>
                </a:cubicBezTo>
                <a:cubicBezTo>
                  <a:pt x="2450852" y="1438"/>
                  <a:pt x="2458691" y="0"/>
                  <a:pt x="2467571" y="0"/>
                </a:cubicBezTo>
                <a:cubicBezTo>
                  <a:pt x="2483644" y="0"/>
                  <a:pt x="2496505" y="4985"/>
                  <a:pt x="2506155" y="14957"/>
                </a:cubicBezTo>
                <a:cubicBezTo>
                  <a:pt x="2515804" y="24928"/>
                  <a:pt x="2520628" y="38794"/>
                  <a:pt x="2520628" y="56554"/>
                </a:cubicBezTo>
                <a:cubicBezTo>
                  <a:pt x="2520628" y="74166"/>
                  <a:pt x="2515841" y="87945"/>
                  <a:pt x="2506266" y="97891"/>
                </a:cubicBezTo>
                <a:cubicBezTo>
                  <a:pt x="2496691" y="107838"/>
                  <a:pt x="2483892" y="112811"/>
                  <a:pt x="2467869" y="112811"/>
                </a:cubicBezTo>
                <a:cubicBezTo>
                  <a:pt x="2451646" y="112811"/>
                  <a:pt x="2438748" y="107863"/>
                  <a:pt x="2429173" y="97966"/>
                </a:cubicBezTo>
                <a:cubicBezTo>
                  <a:pt x="2419598" y="88069"/>
                  <a:pt x="2414811" y="74439"/>
                  <a:pt x="2414811" y="57075"/>
                </a:cubicBezTo>
                <a:close/>
                <a:moveTo>
                  <a:pt x="2305199" y="110951"/>
                </a:moveTo>
                <a:lnTo>
                  <a:pt x="2305199" y="1860"/>
                </a:lnTo>
                <a:lnTo>
                  <a:pt x="2326631" y="1860"/>
                </a:lnTo>
                <a:lnTo>
                  <a:pt x="2371279" y="74711"/>
                </a:lnTo>
                <a:lnTo>
                  <a:pt x="2371279" y="1860"/>
                </a:lnTo>
                <a:lnTo>
                  <a:pt x="2391743" y="1860"/>
                </a:lnTo>
                <a:lnTo>
                  <a:pt x="2391743" y="110951"/>
                </a:lnTo>
                <a:lnTo>
                  <a:pt x="2369642" y="110951"/>
                </a:lnTo>
                <a:lnTo>
                  <a:pt x="2325663" y="39811"/>
                </a:lnTo>
                <a:lnTo>
                  <a:pt x="2325663" y="110951"/>
                </a:lnTo>
                <a:close/>
                <a:moveTo>
                  <a:pt x="2190751" y="110951"/>
                </a:moveTo>
                <a:lnTo>
                  <a:pt x="2190751" y="1860"/>
                </a:lnTo>
                <a:lnTo>
                  <a:pt x="2212777" y="1860"/>
                </a:lnTo>
                <a:lnTo>
                  <a:pt x="2212777" y="44797"/>
                </a:lnTo>
                <a:lnTo>
                  <a:pt x="2255937" y="44797"/>
                </a:lnTo>
                <a:lnTo>
                  <a:pt x="2255937" y="1860"/>
                </a:lnTo>
                <a:lnTo>
                  <a:pt x="2277964" y="1860"/>
                </a:lnTo>
                <a:lnTo>
                  <a:pt x="2277964" y="110951"/>
                </a:lnTo>
                <a:lnTo>
                  <a:pt x="2255937" y="110951"/>
                </a:lnTo>
                <a:lnTo>
                  <a:pt x="2255937" y="63252"/>
                </a:lnTo>
                <a:lnTo>
                  <a:pt x="2212777" y="63252"/>
                </a:lnTo>
                <a:lnTo>
                  <a:pt x="2212777" y="110951"/>
                </a:lnTo>
                <a:close/>
                <a:moveTo>
                  <a:pt x="2072507" y="57373"/>
                </a:moveTo>
                <a:cubicBezTo>
                  <a:pt x="2072507" y="39216"/>
                  <a:pt x="2077195" y="25114"/>
                  <a:pt x="2086571" y="15068"/>
                </a:cubicBezTo>
                <a:cubicBezTo>
                  <a:pt x="2095947" y="5023"/>
                  <a:pt x="2108275" y="0"/>
                  <a:pt x="2123555" y="0"/>
                </a:cubicBezTo>
                <a:cubicBezTo>
                  <a:pt x="2136899" y="0"/>
                  <a:pt x="2147739" y="3944"/>
                  <a:pt x="2156074" y="11831"/>
                </a:cubicBezTo>
                <a:cubicBezTo>
                  <a:pt x="2161034" y="16495"/>
                  <a:pt x="2164755" y="23192"/>
                  <a:pt x="2167236" y="31923"/>
                </a:cubicBezTo>
                <a:lnTo>
                  <a:pt x="2145432" y="37132"/>
                </a:lnTo>
                <a:cubicBezTo>
                  <a:pt x="2144142" y="31477"/>
                  <a:pt x="2141451" y="27012"/>
                  <a:pt x="2137358" y="23738"/>
                </a:cubicBezTo>
                <a:cubicBezTo>
                  <a:pt x="2133266" y="20463"/>
                  <a:pt x="2128292" y="18826"/>
                  <a:pt x="2122438" y="18826"/>
                </a:cubicBezTo>
                <a:cubicBezTo>
                  <a:pt x="2114352" y="18826"/>
                  <a:pt x="2107791" y="21729"/>
                  <a:pt x="2102756" y="27533"/>
                </a:cubicBezTo>
                <a:cubicBezTo>
                  <a:pt x="2097720" y="33337"/>
                  <a:pt x="2095203" y="42738"/>
                  <a:pt x="2095203" y="55736"/>
                </a:cubicBezTo>
                <a:cubicBezTo>
                  <a:pt x="2095203" y="69527"/>
                  <a:pt x="2097683" y="79350"/>
                  <a:pt x="2102644" y="85204"/>
                </a:cubicBezTo>
                <a:cubicBezTo>
                  <a:pt x="2107605" y="91058"/>
                  <a:pt x="2114054" y="93985"/>
                  <a:pt x="2121992" y="93985"/>
                </a:cubicBezTo>
                <a:cubicBezTo>
                  <a:pt x="2127846" y="93985"/>
                  <a:pt x="2132881" y="92124"/>
                  <a:pt x="2137098" y="88404"/>
                </a:cubicBezTo>
                <a:cubicBezTo>
                  <a:pt x="2141315" y="84683"/>
                  <a:pt x="2144341" y="78829"/>
                  <a:pt x="2146177" y="70842"/>
                </a:cubicBezTo>
                <a:lnTo>
                  <a:pt x="2167533" y="77613"/>
                </a:lnTo>
                <a:cubicBezTo>
                  <a:pt x="2164259" y="89520"/>
                  <a:pt x="2158814" y="98363"/>
                  <a:pt x="2151199" y="104142"/>
                </a:cubicBezTo>
                <a:cubicBezTo>
                  <a:pt x="2143584" y="109922"/>
                  <a:pt x="2133923" y="112811"/>
                  <a:pt x="2122215" y="112811"/>
                </a:cubicBezTo>
                <a:cubicBezTo>
                  <a:pt x="2107729" y="112811"/>
                  <a:pt x="2095823" y="107863"/>
                  <a:pt x="2086496" y="97966"/>
                </a:cubicBezTo>
                <a:cubicBezTo>
                  <a:pt x="2077170" y="88069"/>
                  <a:pt x="2072507" y="74538"/>
                  <a:pt x="2072507" y="57373"/>
                </a:cubicBezTo>
                <a:close/>
                <a:moveTo>
                  <a:pt x="1971601" y="110951"/>
                </a:moveTo>
                <a:lnTo>
                  <a:pt x="1971601" y="1860"/>
                </a:lnTo>
                <a:lnTo>
                  <a:pt x="2052489" y="1860"/>
                </a:lnTo>
                <a:lnTo>
                  <a:pt x="2052489" y="20315"/>
                </a:lnTo>
                <a:lnTo>
                  <a:pt x="1993628" y="20315"/>
                </a:lnTo>
                <a:lnTo>
                  <a:pt x="1993628" y="44499"/>
                </a:lnTo>
                <a:lnTo>
                  <a:pt x="2048396" y="44499"/>
                </a:lnTo>
                <a:lnTo>
                  <a:pt x="2048396" y="62880"/>
                </a:lnTo>
                <a:lnTo>
                  <a:pt x="1993628" y="62880"/>
                </a:lnTo>
                <a:lnTo>
                  <a:pt x="1993628" y="92571"/>
                </a:lnTo>
                <a:lnTo>
                  <a:pt x="2054573" y="92571"/>
                </a:lnTo>
                <a:lnTo>
                  <a:pt x="2054573" y="110951"/>
                </a:lnTo>
                <a:close/>
                <a:moveTo>
                  <a:pt x="1868537" y="20315"/>
                </a:moveTo>
                <a:lnTo>
                  <a:pt x="1868537" y="1860"/>
                </a:lnTo>
                <a:lnTo>
                  <a:pt x="1955230" y="1860"/>
                </a:lnTo>
                <a:lnTo>
                  <a:pt x="1955230" y="20315"/>
                </a:lnTo>
                <a:lnTo>
                  <a:pt x="1922934" y="20315"/>
                </a:lnTo>
                <a:lnTo>
                  <a:pt x="1922934" y="110951"/>
                </a:lnTo>
                <a:lnTo>
                  <a:pt x="1900908" y="110951"/>
                </a:lnTo>
                <a:lnTo>
                  <a:pt x="1900908" y="20315"/>
                </a:lnTo>
                <a:close/>
                <a:moveTo>
                  <a:pt x="1705050" y="110951"/>
                </a:moveTo>
                <a:lnTo>
                  <a:pt x="1705050" y="1860"/>
                </a:lnTo>
                <a:lnTo>
                  <a:pt x="1779836" y="1860"/>
                </a:lnTo>
                <a:lnTo>
                  <a:pt x="1779836" y="20315"/>
                </a:lnTo>
                <a:lnTo>
                  <a:pt x="1727076" y="20315"/>
                </a:lnTo>
                <a:lnTo>
                  <a:pt x="1727076" y="46136"/>
                </a:lnTo>
                <a:lnTo>
                  <a:pt x="1772618" y="46136"/>
                </a:lnTo>
                <a:lnTo>
                  <a:pt x="1772618" y="64591"/>
                </a:lnTo>
                <a:lnTo>
                  <a:pt x="1727076" y="64591"/>
                </a:lnTo>
                <a:lnTo>
                  <a:pt x="1727076" y="110951"/>
                </a:lnTo>
                <a:close/>
                <a:moveTo>
                  <a:pt x="1608832" y="56331"/>
                </a:moveTo>
                <a:cubicBezTo>
                  <a:pt x="1608832" y="68684"/>
                  <a:pt x="1611685" y="78048"/>
                  <a:pt x="1617390" y="84422"/>
                </a:cubicBezTo>
                <a:cubicBezTo>
                  <a:pt x="1623095" y="90797"/>
                  <a:pt x="1630338" y="93985"/>
                  <a:pt x="1639119" y="93985"/>
                </a:cubicBezTo>
                <a:cubicBezTo>
                  <a:pt x="1647900" y="93985"/>
                  <a:pt x="1655105" y="90822"/>
                  <a:pt x="1660736" y="84497"/>
                </a:cubicBezTo>
                <a:cubicBezTo>
                  <a:pt x="1666367" y="78172"/>
                  <a:pt x="1669182" y="68684"/>
                  <a:pt x="1669182" y="56033"/>
                </a:cubicBezTo>
                <a:cubicBezTo>
                  <a:pt x="1669182" y="43532"/>
                  <a:pt x="1666441" y="34205"/>
                  <a:pt x="1660959" y="28054"/>
                </a:cubicBezTo>
                <a:cubicBezTo>
                  <a:pt x="1655478" y="21902"/>
                  <a:pt x="1648197" y="18826"/>
                  <a:pt x="1639119" y="18826"/>
                </a:cubicBezTo>
                <a:cubicBezTo>
                  <a:pt x="1630040" y="18826"/>
                  <a:pt x="1622723" y="21939"/>
                  <a:pt x="1617167" y="28165"/>
                </a:cubicBezTo>
                <a:cubicBezTo>
                  <a:pt x="1611610" y="34391"/>
                  <a:pt x="1608832" y="43780"/>
                  <a:pt x="1608832" y="56331"/>
                </a:cubicBezTo>
                <a:close/>
                <a:moveTo>
                  <a:pt x="1586136" y="57075"/>
                </a:moveTo>
                <a:cubicBezTo>
                  <a:pt x="1586136" y="45963"/>
                  <a:pt x="1587798" y="36636"/>
                  <a:pt x="1591122" y="29096"/>
                </a:cubicBezTo>
                <a:cubicBezTo>
                  <a:pt x="1593602" y="23539"/>
                  <a:pt x="1596988" y="18554"/>
                  <a:pt x="1601279" y="14138"/>
                </a:cubicBezTo>
                <a:cubicBezTo>
                  <a:pt x="1605571" y="9723"/>
                  <a:pt x="1610271" y="6449"/>
                  <a:pt x="1615381" y="4316"/>
                </a:cubicBezTo>
                <a:cubicBezTo>
                  <a:pt x="1622177" y="1438"/>
                  <a:pt x="1630016" y="0"/>
                  <a:pt x="1638896" y="0"/>
                </a:cubicBezTo>
                <a:cubicBezTo>
                  <a:pt x="1654969" y="0"/>
                  <a:pt x="1667830" y="4985"/>
                  <a:pt x="1677479" y="14957"/>
                </a:cubicBezTo>
                <a:cubicBezTo>
                  <a:pt x="1687128" y="24928"/>
                  <a:pt x="1691953" y="38794"/>
                  <a:pt x="1691953" y="56554"/>
                </a:cubicBezTo>
                <a:cubicBezTo>
                  <a:pt x="1691953" y="74166"/>
                  <a:pt x="1687166" y="87945"/>
                  <a:pt x="1677591" y="97891"/>
                </a:cubicBezTo>
                <a:cubicBezTo>
                  <a:pt x="1668016" y="107838"/>
                  <a:pt x="1655217" y="112811"/>
                  <a:pt x="1639193" y="112811"/>
                </a:cubicBezTo>
                <a:cubicBezTo>
                  <a:pt x="1622971" y="112811"/>
                  <a:pt x="1610073" y="107863"/>
                  <a:pt x="1600498" y="97966"/>
                </a:cubicBezTo>
                <a:cubicBezTo>
                  <a:pt x="1590923" y="88069"/>
                  <a:pt x="1586136" y="74439"/>
                  <a:pt x="1586136" y="57075"/>
                </a:cubicBezTo>
                <a:close/>
                <a:moveTo>
                  <a:pt x="1400101" y="110951"/>
                </a:moveTo>
                <a:lnTo>
                  <a:pt x="1400101" y="1860"/>
                </a:lnTo>
                <a:lnTo>
                  <a:pt x="1480989" y="1860"/>
                </a:lnTo>
                <a:lnTo>
                  <a:pt x="1480989" y="20315"/>
                </a:lnTo>
                <a:lnTo>
                  <a:pt x="1422128" y="20315"/>
                </a:lnTo>
                <a:lnTo>
                  <a:pt x="1422128" y="44499"/>
                </a:lnTo>
                <a:lnTo>
                  <a:pt x="1476896" y="44499"/>
                </a:lnTo>
                <a:lnTo>
                  <a:pt x="1476896" y="62880"/>
                </a:lnTo>
                <a:lnTo>
                  <a:pt x="1422128" y="62880"/>
                </a:lnTo>
                <a:lnTo>
                  <a:pt x="1422128" y="92571"/>
                </a:lnTo>
                <a:lnTo>
                  <a:pt x="1483073" y="92571"/>
                </a:lnTo>
                <a:lnTo>
                  <a:pt x="1483073" y="110951"/>
                </a:lnTo>
                <a:close/>
                <a:moveTo>
                  <a:pt x="1297037" y="20315"/>
                </a:moveTo>
                <a:lnTo>
                  <a:pt x="1297037" y="1860"/>
                </a:lnTo>
                <a:lnTo>
                  <a:pt x="1383730" y="1860"/>
                </a:lnTo>
                <a:lnTo>
                  <a:pt x="1383730" y="20315"/>
                </a:lnTo>
                <a:lnTo>
                  <a:pt x="1351434" y="20315"/>
                </a:lnTo>
                <a:lnTo>
                  <a:pt x="1351434" y="110951"/>
                </a:lnTo>
                <a:lnTo>
                  <a:pt x="1329408" y="110951"/>
                </a:lnTo>
                <a:lnTo>
                  <a:pt x="1329408" y="20315"/>
                </a:lnTo>
                <a:close/>
                <a:moveTo>
                  <a:pt x="1190402" y="60052"/>
                </a:moveTo>
                <a:lnTo>
                  <a:pt x="1190402" y="1860"/>
                </a:lnTo>
                <a:lnTo>
                  <a:pt x="1212429" y="1860"/>
                </a:lnTo>
                <a:lnTo>
                  <a:pt x="1212429" y="60945"/>
                </a:lnTo>
                <a:cubicBezTo>
                  <a:pt x="1212429" y="70321"/>
                  <a:pt x="1212701" y="76398"/>
                  <a:pt x="1213247" y="79176"/>
                </a:cubicBezTo>
                <a:cubicBezTo>
                  <a:pt x="1214190" y="83641"/>
                  <a:pt x="1216435" y="87225"/>
                  <a:pt x="1219982" y="89929"/>
                </a:cubicBezTo>
                <a:cubicBezTo>
                  <a:pt x="1223529" y="92633"/>
                  <a:pt x="1228378" y="93985"/>
                  <a:pt x="1234530" y="93985"/>
                </a:cubicBezTo>
                <a:cubicBezTo>
                  <a:pt x="1240780" y="93985"/>
                  <a:pt x="1245493" y="92707"/>
                  <a:pt x="1248668" y="90152"/>
                </a:cubicBezTo>
                <a:cubicBezTo>
                  <a:pt x="1251843" y="87597"/>
                  <a:pt x="1253753" y="84460"/>
                  <a:pt x="1254398" y="80739"/>
                </a:cubicBezTo>
                <a:cubicBezTo>
                  <a:pt x="1255043" y="77018"/>
                  <a:pt x="1255366" y="70842"/>
                  <a:pt x="1255366" y="62210"/>
                </a:cubicBezTo>
                <a:lnTo>
                  <a:pt x="1255366" y="1860"/>
                </a:lnTo>
                <a:lnTo>
                  <a:pt x="1277392" y="1860"/>
                </a:lnTo>
                <a:lnTo>
                  <a:pt x="1277392" y="59159"/>
                </a:lnTo>
                <a:cubicBezTo>
                  <a:pt x="1277392" y="72256"/>
                  <a:pt x="1276797" y="81508"/>
                  <a:pt x="1275606" y="86915"/>
                </a:cubicBezTo>
                <a:cubicBezTo>
                  <a:pt x="1274416" y="92323"/>
                  <a:pt x="1272220" y="96887"/>
                  <a:pt x="1269021" y="100607"/>
                </a:cubicBezTo>
                <a:cubicBezTo>
                  <a:pt x="1265821" y="104328"/>
                  <a:pt x="1261542" y="107292"/>
                  <a:pt x="1256184" y="109500"/>
                </a:cubicBezTo>
                <a:cubicBezTo>
                  <a:pt x="1250826" y="111708"/>
                  <a:pt x="1243831" y="112811"/>
                  <a:pt x="1235199" y="112811"/>
                </a:cubicBezTo>
                <a:cubicBezTo>
                  <a:pt x="1224781" y="112811"/>
                  <a:pt x="1216881" y="111608"/>
                  <a:pt x="1211498" y="109202"/>
                </a:cubicBezTo>
                <a:cubicBezTo>
                  <a:pt x="1206116" y="106796"/>
                  <a:pt x="1201862" y="103671"/>
                  <a:pt x="1198736" y="99826"/>
                </a:cubicBezTo>
                <a:cubicBezTo>
                  <a:pt x="1195611" y="95981"/>
                  <a:pt x="1193552" y="91951"/>
                  <a:pt x="1192560" y="87734"/>
                </a:cubicBezTo>
                <a:cubicBezTo>
                  <a:pt x="1191121" y="81483"/>
                  <a:pt x="1190402" y="72256"/>
                  <a:pt x="1190402" y="60052"/>
                </a:cubicBezTo>
                <a:close/>
                <a:moveTo>
                  <a:pt x="1087487" y="20315"/>
                </a:moveTo>
                <a:lnTo>
                  <a:pt x="1087487" y="1860"/>
                </a:lnTo>
                <a:lnTo>
                  <a:pt x="1174180" y="1860"/>
                </a:lnTo>
                <a:lnTo>
                  <a:pt x="1174180" y="20315"/>
                </a:lnTo>
                <a:lnTo>
                  <a:pt x="1141884" y="20315"/>
                </a:lnTo>
                <a:lnTo>
                  <a:pt x="1141884" y="110951"/>
                </a:lnTo>
                <a:lnTo>
                  <a:pt x="1119858" y="110951"/>
                </a:lnTo>
                <a:lnTo>
                  <a:pt x="1119858" y="20315"/>
                </a:lnTo>
                <a:close/>
                <a:moveTo>
                  <a:pt x="1056531" y="110951"/>
                </a:moveTo>
                <a:lnTo>
                  <a:pt x="1056531" y="1860"/>
                </a:lnTo>
                <a:lnTo>
                  <a:pt x="1078558" y="1860"/>
                </a:lnTo>
                <a:lnTo>
                  <a:pt x="1078558" y="110951"/>
                </a:lnTo>
                <a:close/>
                <a:moveTo>
                  <a:pt x="954137" y="20315"/>
                </a:moveTo>
                <a:lnTo>
                  <a:pt x="954137" y="1860"/>
                </a:lnTo>
                <a:lnTo>
                  <a:pt x="1040830" y="1860"/>
                </a:lnTo>
                <a:lnTo>
                  <a:pt x="1040830" y="20315"/>
                </a:lnTo>
                <a:lnTo>
                  <a:pt x="1008534" y="20315"/>
                </a:lnTo>
                <a:lnTo>
                  <a:pt x="1008534" y="110951"/>
                </a:lnTo>
                <a:lnTo>
                  <a:pt x="986508" y="110951"/>
                </a:lnTo>
                <a:lnTo>
                  <a:pt x="986508" y="20315"/>
                </a:lnTo>
                <a:close/>
                <a:moveTo>
                  <a:pt x="851595" y="75455"/>
                </a:moveTo>
                <a:lnTo>
                  <a:pt x="873026" y="73372"/>
                </a:lnTo>
                <a:cubicBezTo>
                  <a:pt x="874316" y="80565"/>
                  <a:pt x="876933" y="85849"/>
                  <a:pt x="880877" y="89222"/>
                </a:cubicBezTo>
                <a:cubicBezTo>
                  <a:pt x="884821" y="92596"/>
                  <a:pt x="890141" y="94282"/>
                  <a:pt x="896839" y="94282"/>
                </a:cubicBezTo>
                <a:cubicBezTo>
                  <a:pt x="903933" y="94282"/>
                  <a:pt x="909278" y="92782"/>
                  <a:pt x="912875" y="89780"/>
                </a:cubicBezTo>
                <a:cubicBezTo>
                  <a:pt x="916471" y="86779"/>
                  <a:pt x="918270" y="83269"/>
                  <a:pt x="918270" y="79251"/>
                </a:cubicBezTo>
                <a:cubicBezTo>
                  <a:pt x="918270" y="76671"/>
                  <a:pt x="917513" y="74476"/>
                  <a:pt x="916000" y="72665"/>
                </a:cubicBezTo>
                <a:cubicBezTo>
                  <a:pt x="914487" y="70854"/>
                  <a:pt x="911845" y="69279"/>
                  <a:pt x="908075" y="67940"/>
                </a:cubicBezTo>
                <a:cubicBezTo>
                  <a:pt x="905495" y="67047"/>
                  <a:pt x="899617" y="65459"/>
                  <a:pt x="890439" y="63177"/>
                </a:cubicBezTo>
                <a:cubicBezTo>
                  <a:pt x="878632" y="60250"/>
                  <a:pt x="870347" y="56654"/>
                  <a:pt x="865585" y="52387"/>
                </a:cubicBezTo>
                <a:cubicBezTo>
                  <a:pt x="858887" y="46384"/>
                  <a:pt x="855539" y="39067"/>
                  <a:pt x="855539" y="30435"/>
                </a:cubicBezTo>
                <a:cubicBezTo>
                  <a:pt x="855539" y="24879"/>
                  <a:pt x="857114" y="19682"/>
                  <a:pt x="860264" y="14845"/>
                </a:cubicBezTo>
                <a:cubicBezTo>
                  <a:pt x="863414" y="10008"/>
                  <a:pt x="867954" y="6325"/>
                  <a:pt x="873882" y="3795"/>
                </a:cubicBezTo>
                <a:cubicBezTo>
                  <a:pt x="879810" y="1265"/>
                  <a:pt x="886966" y="0"/>
                  <a:pt x="895350" y="0"/>
                </a:cubicBezTo>
                <a:cubicBezTo>
                  <a:pt x="909042" y="0"/>
                  <a:pt x="919349" y="3001"/>
                  <a:pt x="926269" y="9004"/>
                </a:cubicBezTo>
                <a:cubicBezTo>
                  <a:pt x="933190" y="15006"/>
                  <a:pt x="936824" y="23018"/>
                  <a:pt x="937171" y="33039"/>
                </a:cubicBezTo>
                <a:lnTo>
                  <a:pt x="915144" y="34007"/>
                </a:lnTo>
                <a:cubicBezTo>
                  <a:pt x="914202" y="28401"/>
                  <a:pt x="912180" y="24370"/>
                  <a:pt x="909080" y="21915"/>
                </a:cubicBezTo>
                <a:cubicBezTo>
                  <a:pt x="905979" y="19459"/>
                  <a:pt x="901328" y="18231"/>
                  <a:pt x="895127" y="18231"/>
                </a:cubicBezTo>
                <a:cubicBezTo>
                  <a:pt x="888727" y="18231"/>
                  <a:pt x="883717" y="19546"/>
                  <a:pt x="880095" y="22175"/>
                </a:cubicBezTo>
                <a:cubicBezTo>
                  <a:pt x="877764" y="23862"/>
                  <a:pt x="876598" y="26119"/>
                  <a:pt x="876598" y="28947"/>
                </a:cubicBezTo>
                <a:cubicBezTo>
                  <a:pt x="876598" y="31526"/>
                  <a:pt x="877689" y="33734"/>
                  <a:pt x="879872" y="35570"/>
                </a:cubicBezTo>
                <a:cubicBezTo>
                  <a:pt x="882650" y="37901"/>
                  <a:pt x="889397" y="40332"/>
                  <a:pt x="900113" y="42862"/>
                </a:cubicBezTo>
                <a:cubicBezTo>
                  <a:pt x="910828" y="45392"/>
                  <a:pt x="918753" y="48009"/>
                  <a:pt x="923888" y="50713"/>
                </a:cubicBezTo>
                <a:cubicBezTo>
                  <a:pt x="929023" y="53417"/>
                  <a:pt x="933041" y="57112"/>
                  <a:pt x="935943" y="61801"/>
                </a:cubicBezTo>
                <a:cubicBezTo>
                  <a:pt x="938845" y="66489"/>
                  <a:pt x="940296" y="72281"/>
                  <a:pt x="940296" y="79176"/>
                </a:cubicBezTo>
                <a:cubicBezTo>
                  <a:pt x="940296" y="85427"/>
                  <a:pt x="938560" y="91281"/>
                  <a:pt x="935087" y="96738"/>
                </a:cubicBezTo>
                <a:cubicBezTo>
                  <a:pt x="931615" y="102195"/>
                  <a:pt x="926703" y="106251"/>
                  <a:pt x="920353" y="108905"/>
                </a:cubicBezTo>
                <a:cubicBezTo>
                  <a:pt x="914003" y="111559"/>
                  <a:pt x="906091" y="112886"/>
                  <a:pt x="896615" y="112886"/>
                </a:cubicBezTo>
                <a:cubicBezTo>
                  <a:pt x="882824" y="112886"/>
                  <a:pt x="872232" y="109698"/>
                  <a:pt x="864840" y="103324"/>
                </a:cubicBezTo>
                <a:cubicBezTo>
                  <a:pt x="857449" y="96949"/>
                  <a:pt x="853034" y="87659"/>
                  <a:pt x="851595" y="75455"/>
                </a:cubicBezTo>
                <a:close/>
                <a:moveTo>
                  <a:pt x="743099" y="110951"/>
                </a:moveTo>
                <a:lnTo>
                  <a:pt x="743099" y="1860"/>
                </a:lnTo>
                <a:lnTo>
                  <a:pt x="764530" y="1860"/>
                </a:lnTo>
                <a:lnTo>
                  <a:pt x="809179" y="74711"/>
                </a:lnTo>
                <a:lnTo>
                  <a:pt x="809179" y="1860"/>
                </a:lnTo>
                <a:lnTo>
                  <a:pt x="829643" y="1860"/>
                </a:lnTo>
                <a:lnTo>
                  <a:pt x="829643" y="110951"/>
                </a:lnTo>
                <a:lnTo>
                  <a:pt x="807542" y="110951"/>
                </a:lnTo>
                <a:lnTo>
                  <a:pt x="763563" y="39811"/>
                </a:lnTo>
                <a:lnTo>
                  <a:pt x="763563" y="110951"/>
                </a:lnTo>
                <a:close/>
                <a:moveTo>
                  <a:pt x="704106" y="110951"/>
                </a:moveTo>
                <a:lnTo>
                  <a:pt x="704106" y="1860"/>
                </a:lnTo>
                <a:lnTo>
                  <a:pt x="726133" y="1860"/>
                </a:lnTo>
                <a:lnTo>
                  <a:pt x="726133" y="110951"/>
                </a:lnTo>
                <a:close/>
                <a:moveTo>
                  <a:pt x="500956" y="56033"/>
                </a:moveTo>
                <a:cubicBezTo>
                  <a:pt x="500956" y="44673"/>
                  <a:pt x="503337" y="34577"/>
                  <a:pt x="508099" y="25747"/>
                </a:cubicBezTo>
                <a:cubicBezTo>
                  <a:pt x="512862" y="16916"/>
                  <a:pt x="519832" y="10145"/>
                  <a:pt x="529010" y="5432"/>
                </a:cubicBezTo>
                <a:cubicBezTo>
                  <a:pt x="536005" y="1810"/>
                  <a:pt x="544711" y="0"/>
                  <a:pt x="555129" y="0"/>
                </a:cubicBezTo>
                <a:cubicBezTo>
                  <a:pt x="568673" y="0"/>
                  <a:pt x="579252" y="2840"/>
                  <a:pt x="586867" y="8520"/>
                </a:cubicBezTo>
                <a:cubicBezTo>
                  <a:pt x="594482" y="14200"/>
                  <a:pt x="599381" y="22051"/>
                  <a:pt x="601564" y="32072"/>
                </a:cubicBezTo>
                <a:lnTo>
                  <a:pt x="579686" y="36165"/>
                </a:lnTo>
                <a:cubicBezTo>
                  <a:pt x="578148" y="30807"/>
                  <a:pt x="575258" y="26578"/>
                  <a:pt x="571017" y="23477"/>
                </a:cubicBezTo>
                <a:cubicBezTo>
                  <a:pt x="566775" y="20377"/>
                  <a:pt x="561479" y="18826"/>
                  <a:pt x="555129" y="18826"/>
                </a:cubicBezTo>
                <a:cubicBezTo>
                  <a:pt x="545505" y="18826"/>
                  <a:pt x="537853" y="21877"/>
                  <a:pt x="532172" y="27979"/>
                </a:cubicBezTo>
                <a:cubicBezTo>
                  <a:pt x="526492" y="34081"/>
                  <a:pt x="523652" y="43135"/>
                  <a:pt x="523652" y="55140"/>
                </a:cubicBezTo>
                <a:cubicBezTo>
                  <a:pt x="523652" y="68089"/>
                  <a:pt x="526529" y="77800"/>
                  <a:pt x="532284" y="84274"/>
                </a:cubicBezTo>
                <a:cubicBezTo>
                  <a:pt x="538039" y="90748"/>
                  <a:pt x="545579" y="93985"/>
                  <a:pt x="554906" y="93985"/>
                </a:cubicBezTo>
                <a:cubicBezTo>
                  <a:pt x="559520" y="93985"/>
                  <a:pt x="564146" y="93079"/>
                  <a:pt x="568784" y="91268"/>
                </a:cubicBezTo>
                <a:cubicBezTo>
                  <a:pt x="573423" y="89458"/>
                  <a:pt x="577404" y="87263"/>
                  <a:pt x="580728" y="84683"/>
                </a:cubicBezTo>
                <a:lnTo>
                  <a:pt x="580728" y="70842"/>
                </a:lnTo>
                <a:lnTo>
                  <a:pt x="555501" y="70842"/>
                </a:lnTo>
                <a:lnTo>
                  <a:pt x="555501" y="52462"/>
                </a:lnTo>
                <a:lnTo>
                  <a:pt x="602977" y="52462"/>
                </a:lnTo>
                <a:lnTo>
                  <a:pt x="602977" y="95919"/>
                </a:lnTo>
                <a:cubicBezTo>
                  <a:pt x="598364" y="100384"/>
                  <a:pt x="591679" y="104316"/>
                  <a:pt x="582923" y="107714"/>
                </a:cubicBezTo>
                <a:cubicBezTo>
                  <a:pt x="574167" y="111112"/>
                  <a:pt x="565299" y="112811"/>
                  <a:pt x="556320" y="112811"/>
                </a:cubicBezTo>
                <a:cubicBezTo>
                  <a:pt x="544910" y="112811"/>
                  <a:pt x="534963" y="110418"/>
                  <a:pt x="526480" y="105630"/>
                </a:cubicBezTo>
                <a:cubicBezTo>
                  <a:pt x="517997" y="100843"/>
                  <a:pt x="511622" y="93997"/>
                  <a:pt x="507355" y="85092"/>
                </a:cubicBezTo>
                <a:cubicBezTo>
                  <a:pt x="503089" y="76187"/>
                  <a:pt x="500956" y="66501"/>
                  <a:pt x="500956" y="56033"/>
                </a:cubicBezTo>
                <a:close/>
                <a:moveTo>
                  <a:pt x="381149" y="110951"/>
                </a:moveTo>
                <a:lnTo>
                  <a:pt x="381149" y="1860"/>
                </a:lnTo>
                <a:lnTo>
                  <a:pt x="402580" y="1860"/>
                </a:lnTo>
                <a:lnTo>
                  <a:pt x="447229" y="74711"/>
                </a:lnTo>
                <a:lnTo>
                  <a:pt x="447229" y="1860"/>
                </a:lnTo>
                <a:lnTo>
                  <a:pt x="467693" y="1860"/>
                </a:lnTo>
                <a:lnTo>
                  <a:pt x="467693" y="110951"/>
                </a:lnTo>
                <a:lnTo>
                  <a:pt x="445592" y="110951"/>
                </a:lnTo>
                <a:lnTo>
                  <a:pt x="401613" y="39811"/>
                </a:lnTo>
                <a:lnTo>
                  <a:pt x="401613" y="110951"/>
                </a:lnTo>
                <a:close/>
                <a:moveTo>
                  <a:pt x="342156" y="110951"/>
                </a:moveTo>
                <a:lnTo>
                  <a:pt x="342156" y="1860"/>
                </a:lnTo>
                <a:lnTo>
                  <a:pt x="364183" y="1860"/>
                </a:lnTo>
                <a:lnTo>
                  <a:pt x="364183" y="110951"/>
                </a:lnTo>
                <a:close/>
                <a:moveTo>
                  <a:pt x="248618" y="77241"/>
                </a:moveTo>
                <a:lnTo>
                  <a:pt x="269379" y="74860"/>
                </a:lnTo>
                <a:cubicBezTo>
                  <a:pt x="269627" y="81111"/>
                  <a:pt x="270545" y="85526"/>
                  <a:pt x="272132" y="88106"/>
                </a:cubicBezTo>
                <a:cubicBezTo>
                  <a:pt x="274514" y="92025"/>
                  <a:pt x="278135" y="93985"/>
                  <a:pt x="282997" y="93985"/>
                </a:cubicBezTo>
                <a:cubicBezTo>
                  <a:pt x="287908" y="93985"/>
                  <a:pt x="291381" y="92583"/>
                  <a:pt x="293415" y="89780"/>
                </a:cubicBezTo>
                <a:cubicBezTo>
                  <a:pt x="295449" y="86977"/>
                  <a:pt x="296466" y="81161"/>
                  <a:pt x="296466" y="72330"/>
                </a:cubicBezTo>
                <a:lnTo>
                  <a:pt x="296466" y="1860"/>
                </a:lnTo>
                <a:lnTo>
                  <a:pt x="318418" y="1860"/>
                </a:lnTo>
                <a:lnTo>
                  <a:pt x="318418" y="70916"/>
                </a:lnTo>
                <a:cubicBezTo>
                  <a:pt x="318418" y="79945"/>
                  <a:pt x="317624" y="86890"/>
                  <a:pt x="316037" y="91752"/>
                </a:cubicBezTo>
                <a:cubicBezTo>
                  <a:pt x="313904" y="98102"/>
                  <a:pt x="310034" y="103200"/>
                  <a:pt x="304428" y="107044"/>
                </a:cubicBezTo>
                <a:cubicBezTo>
                  <a:pt x="298822" y="110889"/>
                  <a:pt x="291431" y="112811"/>
                  <a:pt x="282253" y="112811"/>
                </a:cubicBezTo>
                <a:cubicBezTo>
                  <a:pt x="271488" y="112811"/>
                  <a:pt x="263203" y="109798"/>
                  <a:pt x="257399" y="103770"/>
                </a:cubicBezTo>
                <a:cubicBezTo>
                  <a:pt x="251594" y="97743"/>
                  <a:pt x="248667" y="88900"/>
                  <a:pt x="248618" y="77241"/>
                </a:cubicBezTo>
                <a:close/>
                <a:moveTo>
                  <a:pt x="218331" y="110951"/>
                </a:moveTo>
                <a:lnTo>
                  <a:pt x="218331" y="1860"/>
                </a:lnTo>
                <a:lnTo>
                  <a:pt x="240358" y="1860"/>
                </a:lnTo>
                <a:lnTo>
                  <a:pt x="240358" y="110951"/>
                </a:lnTo>
                <a:close/>
                <a:moveTo>
                  <a:pt x="114226" y="110951"/>
                </a:moveTo>
                <a:lnTo>
                  <a:pt x="114226" y="1860"/>
                </a:lnTo>
                <a:lnTo>
                  <a:pt x="195114" y="1860"/>
                </a:lnTo>
                <a:lnTo>
                  <a:pt x="195114" y="20315"/>
                </a:lnTo>
                <a:lnTo>
                  <a:pt x="136252" y="20315"/>
                </a:lnTo>
                <a:lnTo>
                  <a:pt x="136252" y="44499"/>
                </a:lnTo>
                <a:lnTo>
                  <a:pt x="191021" y="44499"/>
                </a:lnTo>
                <a:lnTo>
                  <a:pt x="191021" y="62880"/>
                </a:lnTo>
                <a:lnTo>
                  <a:pt x="136252" y="62880"/>
                </a:lnTo>
                <a:lnTo>
                  <a:pt x="136252" y="92571"/>
                </a:lnTo>
                <a:lnTo>
                  <a:pt x="197198" y="92571"/>
                </a:lnTo>
                <a:lnTo>
                  <a:pt x="197198" y="110951"/>
                </a:lnTo>
                <a:close/>
                <a:moveTo>
                  <a:pt x="22027" y="45243"/>
                </a:moveTo>
                <a:lnTo>
                  <a:pt x="36463" y="45243"/>
                </a:lnTo>
                <a:cubicBezTo>
                  <a:pt x="45046" y="45243"/>
                  <a:pt x="50379" y="45119"/>
                  <a:pt x="52462" y="44871"/>
                </a:cubicBezTo>
                <a:cubicBezTo>
                  <a:pt x="56232" y="44425"/>
                  <a:pt x="59197" y="43123"/>
                  <a:pt x="61355" y="40965"/>
                </a:cubicBezTo>
                <a:cubicBezTo>
                  <a:pt x="63513" y="38807"/>
                  <a:pt x="64592" y="35966"/>
                  <a:pt x="64592" y="32444"/>
                </a:cubicBezTo>
                <a:cubicBezTo>
                  <a:pt x="64592" y="29071"/>
                  <a:pt x="63661" y="26330"/>
                  <a:pt x="61801" y="24221"/>
                </a:cubicBezTo>
                <a:cubicBezTo>
                  <a:pt x="59941" y="22113"/>
                  <a:pt x="57175" y="20836"/>
                  <a:pt x="53504" y="20389"/>
                </a:cubicBezTo>
                <a:cubicBezTo>
                  <a:pt x="51321" y="20141"/>
                  <a:pt x="45046" y="20017"/>
                  <a:pt x="34677" y="20017"/>
                </a:cubicBezTo>
                <a:lnTo>
                  <a:pt x="22027" y="20017"/>
                </a:lnTo>
                <a:close/>
                <a:moveTo>
                  <a:pt x="22027" y="92571"/>
                </a:moveTo>
                <a:lnTo>
                  <a:pt x="42416" y="92571"/>
                </a:lnTo>
                <a:cubicBezTo>
                  <a:pt x="50354" y="92571"/>
                  <a:pt x="55389" y="92347"/>
                  <a:pt x="57522" y="91901"/>
                </a:cubicBezTo>
                <a:cubicBezTo>
                  <a:pt x="60797" y="91306"/>
                  <a:pt x="63463" y="89855"/>
                  <a:pt x="65522" y="87548"/>
                </a:cubicBezTo>
                <a:cubicBezTo>
                  <a:pt x="67581" y="85241"/>
                  <a:pt x="68610" y="82153"/>
                  <a:pt x="68610" y="78283"/>
                </a:cubicBezTo>
                <a:cubicBezTo>
                  <a:pt x="68610" y="75009"/>
                  <a:pt x="67816" y="72231"/>
                  <a:pt x="66229" y="69949"/>
                </a:cubicBezTo>
                <a:cubicBezTo>
                  <a:pt x="64641" y="67667"/>
                  <a:pt x="62347" y="66005"/>
                  <a:pt x="59345" y="64963"/>
                </a:cubicBezTo>
                <a:cubicBezTo>
                  <a:pt x="56344" y="63921"/>
                  <a:pt x="49833" y="63400"/>
                  <a:pt x="39812" y="63400"/>
                </a:cubicBezTo>
                <a:lnTo>
                  <a:pt x="22027" y="63400"/>
                </a:lnTo>
                <a:close/>
                <a:moveTo>
                  <a:pt x="0" y="110951"/>
                </a:moveTo>
                <a:lnTo>
                  <a:pt x="0" y="1860"/>
                </a:lnTo>
                <a:lnTo>
                  <a:pt x="43607" y="1860"/>
                </a:lnTo>
                <a:cubicBezTo>
                  <a:pt x="52239" y="1860"/>
                  <a:pt x="58676" y="2220"/>
                  <a:pt x="62917" y="2939"/>
                </a:cubicBezTo>
                <a:cubicBezTo>
                  <a:pt x="67159" y="3658"/>
                  <a:pt x="70954" y="5159"/>
                  <a:pt x="74303" y="7441"/>
                </a:cubicBezTo>
                <a:cubicBezTo>
                  <a:pt x="77651" y="9723"/>
                  <a:pt x="80442" y="12762"/>
                  <a:pt x="82674" y="16557"/>
                </a:cubicBezTo>
                <a:cubicBezTo>
                  <a:pt x="84907" y="20352"/>
                  <a:pt x="86023" y="24606"/>
                  <a:pt x="86023" y="29319"/>
                </a:cubicBezTo>
                <a:cubicBezTo>
                  <a:pt x="86023" y="34429"/>
                  <a:pt x="84646" y="39117"/>
                  <a:pt x="81893" y="43383"/>
                </a:cubicBezTo>
                <a:cubicBezTo>
                  <a:pt x="79140" y="47649"/>
                  <a:pt x="75407" y="50849"/>
                  <a:pt x="70694" y="52982"/>
                </a:cubicBezTo>
                <a:cubicBezTo>
                  <a:pt x="77341" y="54917"/>
                  <a:pt x="82451" y="58216"/>
                  <a:pt x="86023" y="62880"/>
                </a:cubicBezTo>
                <a:cubicBezTo>
                  <a:pt x="89595" y="67543"/>
                  <a:pt x="91381" y="73025"/>
                  <a:pt x="91381" y="79325"/>
                </a:cubicBezTo>
                <a:cubicBezTo>
                  <a:pt x="91381" y="84286"/>
                  <a:pt x="90227" y="89110"/>
                  <a:pt x="87920" y="93799"/>
                </a:cubicBezTo>
                <a:cubicBezTo>
                  <a:pt x="85614" y="98487"/>
                  <a:pt x="82463" y="102232"/>
                  <a:pt x="78470" y="105035"/>
                </a:cubicBezTo>
                <a:cubicBezTo>
                  <a:pt x="74476" y="107838"/>
                  <a:pt x="69553" y="109562"/>
                  <a:pt x="63699" y="110207"/>
                </a:cubicBezTo>
                <a:cubicBezTo>
                  <a:pt x="60028" y="110604"/>
                  <a:pt x="51172" y="110852"/>
                  <a:pt x="37133" y="110951"/>
                </a:cubicBezTo>
                <a:close/>
              </a:path>
            </a:pathLst>
          </a:custGeom>
          <a:solidFill>
            <a:prstClr val="white">
              <a:alpha val="10000"/>
            </a:prst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54469BE7-02A9-454B-919A-0C4E1139AFEB}"/>
              </a:ext>
            </a:extLst>
          </p:cNvPr>
          <p:cNvGrpSpPr/>
          <p:nvPr/>
        </p:nvGrpSpPr>
        <p:grpSpPr>
          <a:xfrm>
            <a:off x="9825510" y="2044717"/>
            <a:ext cx="1795614" cy="3226199"/>
            <a:chOff x="561994" y="2044717"/>
            <a:chExt cx="1795614" cy="3226199"/>
          </a:xfrm>
          <a:solidFill>
            <a:schemeClr val="bg1">
              <a:alpha val="10000"/>
            </a:schemeClr>
          </a:solidFill>
        </p:grpSpPr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2F200B9F-7F18-4049-9E1F-AD3821E2C87D}"/>
                </a:ext>
              </a:extLst>
            </p:cNvPr>
            <p:cNvGrpSpPr/>
            <p:nvPr/>
          </p:nvGrpSpPr>
          <p:grpSpPr>
            <a:xfrm>
              <a:off x="561994" y="2044717"/>
              <a:ext cx="613545" cy="3226199"/>
              <a:chOff x="2216999" y="2681186"/>
              <a:chExt cx="240761" cy="1265992"/>
            </a:xfrm>
            <a:grpFill/>
          </p:grpSpPr>
          <p:sp>
            <p:nvSpPr>
              <p:cNvPr id="209" name="Freeform 5">
                <a:extLst>
                  <a:ext uri="{FF2B5EF4-FFF2-40B4-BE49-F238E27FC236}">
                    <a16:creationId xmlns:a16="http://schemas.microsoft.com/office/drawing/2014/main" id="{257D65D6-880A-4319-B7D5-085337BED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9790" y="3364140"/>
                <a:ext cx="235178" cy="26518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0" name="Freeform 6">
                <a:extLst>
                  <a:ext uri="{FF2B5EF4-FFF2-40B4-BE49-F238E27FC236}">
                    <a16:creationId xmlns:a16="http://schemas.microsoft.com/office/drawing/2014/main" id="{7EF9A999-5384-49B9-A417-7CE12DB20E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9687" y="3743404"/>
                <a:ext cx="135385" cy="203774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11" name="组合 210">
                <a:extLst>
                  <a:ext uri="{FF2B5EF4-FFF2-40B4-BE49-F238E27FC236}">
                    <a16:creationId xmlns:a16="http://schemas.microsoft.com/office/drawing/2014/main" id="{DC6F2F32-1929-4F94-9F94-949A83726E31}"/>
                  </a:ext>
                </a:extLst>
              </p:cNvPr>
              <p:cNvGrpSpPr/>
              <p:nvPr/>
            </p:nvGrpSpPr>
            <p:grpSpPr>
              <a:xfrm>
                <a:off x="2216999" y="2681186"/>
                <a:ext cx="240761" cy="298683"/>
                <a:chOff x="5548313" y="2084388"/>
                <a:chExt cx="547688" cy="679451"/>
              </a:xfrm>
              <a:grpFill/>
            </p:grpSpPr>
            <p:sp>
              <p:nvSpPr>
                <p:cNvPr id="216" name="Freeform 7">
                  <a:extLst>
                    <a:ext uri="{FF2B5EF4-FFF2-40B4-BE49-F238E27FC236}">
                      <a16:creationId xmlns:a16="http://schemas.microsoft.com/office/drawing/2014/main" id="{F29B6D0D-3D25-4D30-A550-135CF77BC7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" name="Freeform 8">
                  <a:extLst>
                    <a:ext uri="{FF2B5EF4-FFF2-40B4-BE49-F238E27FC236}">
                      <a16:creationId xmlns:a16="http://schemas.microsoft.com/office/drawing/2014/main" id="{88306CBE-E6DF-4BD9-8F93-90134CB9C0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2" name="组合 211">
                <a:extLst>
                  <a:ext uri="{FF2B5EF4-FFF2-40B4-BE49-F238E27FC236}">
                    <a16:creationId xmlns:a16="http://schemas.microsoft.com/office/drawing/2014/main" id="{40E14A8F-EBEA-4199-B77B-DF2C9B451592}"/>
                  </a:ext>
                </a:extLst>
              </p:cNvPr>
              <p:cNvGrpSpPr/>
              <p:nvPr/>
            </p:nvGrpSpPr>
            <p:grpSpPr>
              <a:xfrm>
                <a:off x="2264553" y="3093948"/>
                <a:ext cx="145652" cy="156113"/>
                <a:chOff x="3792874" y="3156423"/>
                <a:chExt cx="331330" cy="355128"/>
              </a:xfrm>
              <a:grpFill/>
            </p:grpSpPr>
            <p:sp>
              <p:nvSpPr>
                <p:cNvPr id="213" name="Freeform 15">
                  <a:extLst>
                    <a:ext uri="{FF2B5EF4-FFF2-40B4-BE49-F238E27FC236}">
                      <a16:creationId xmlns:a16="http://schemas.microsoft.com/office/drawing/2014/main" id="{69DCA99F-4C47-47F7-8DA8-193BA5E55E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" name="Freeform 16">
                  <a:extLst>
                    <a:ext uri="{FF2B5EF4-FFF2-40B4-BE49-F238E27FC236}">
                      <a16:creationId xmlns:a16="http://schemas.microsoft.com/office/drawing/2014/main" id="{99FC346D-A24A-49DA-8BAA-DB278D6FEE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" name="Freeform 17">
                  <a:extLst>
                    <a:ext uri="{FF2B5EF4-FFF2-40B4-BE49-F238E27FC236}">
                      <a16:creationId xmlns:a16="http://schemas.microsoft.com/office/drawing/2014/main" id="{7CEA79F7-143C-47FB-9468-7E888ACE9F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E246B67B-DDBC-4633-BFD5-68529C93857B}"/>
                </a:ext>
              </a:extLst>
            </p:cNvPr>
            <p:cNvGrpSpPr/>
            <p:nvPr/>
          </p:nvGrpSpPr>
          <p:grpSpPr>
            <a:xfrm>
              <a:off x="1742290" y="2052217"/>
              <a:ext cx="615318" cy="3211202"/>
              <a:chOff x="796609" y="2677714"/>
              <a:chExt cx="241457" cy="1260107"/>
            </a:xfrm>
            <a:grpFill/>
          </p:grpSpPr>
          <p:grpSp>
            <p:nvGrpSpPr>
              <p:cNvPr id="196" name="组合 195">
                <a:extLst>
                  <a:ext uri="{FF2B5EF4-FFF2-40B4-BE49-F238E27FC236}">
                    <a16:creationId xmlns:a16="http://schemas.microsoft.com/office/drawing/2014/main" id="{01C5CC79-F84C-4490-B572-E2DC48529660}"/>
                  </a:ext>
                </a:extLst>
              </p:cNvPr>
              <p:cNvGrpSpPr/>
              <p:nvPr/>
            </p:nvGrpSpPr>
            <p:grpSpPr>
              <a:xfrm>
                <a:off x="810915" y="3393249"/>
                <a:ext cx="212845" cy="224013"/>
                <a:chOff x="6113463" y="3541713"/>
                <a:chExt cx="484188" cy="509588"/>
              </a:xfrm>
              <a:grpFill/>
            </p:grpSpPr>
            <p:sp>
              <p:nvSpPr>
                <p:cNvPr id="207" name="Freeform 9">
                  <a:extLst>
                    <a:ext uri="{FF2B5EF4-FFF2-40B4-BE49-F238E27FC236}">
                      <a16:creationId xmlns:a16="http://schemas.microsoft.com/office/drawing/2014/main" id="{529045ED-51D6-4DFF-8E08-AE470267AD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" name="Freeform 10">
                  <a:extLst>
                    <a:ext uri="{FF2B5EF4-FFF2-40B4-BE49-F238E27FC236}">
                      <a16:creationId xmlns:a16="http://schemas.microsoft.com/office/drawing/2014/main" id="{178216CA-652C-4D57-9F2B-42DC3B1E794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7" name="组合 196">
                <a:extLst>
                  <a:ext uri="{FF2B5EF4-FFF2-40B4-BE49-F238E27FC236}">
                    <a16:creationId xmlns:a16="http://schemas.microsoft.com/office/drawing/2014/main" id="{CB379A64-B450-457D-81D3-4FD0626067E6}"/>
                  </a:ext>
                </a:extLst>
              </p:cNvPr>
              <p:cNvGrpSpPr/>
              <p:nvPr/>
            </p:nvGrpSpPr>
            <p:grpSpPr>
              <a:xfrm>
                <a:off x="796609" y="2677714"/>
                <a:ext cx="241457" cy="304965"/>
                <a:chOff x="6108700" y="2066926"/>
                <a:chExt cx="549275" cy="693738"/>
              </a:xfrm>
              <a:grpFill/>
            </p:grpSpPr>
            <p:sp>
              <p:nvSpPr>
                <p:cNvPr id="205" name="Freeform 13">
                  <a:extLst>
                    <a:ext uri="{FF2B5EF4-FFF2-40B4-BE49-F238E27FC236}">
                      <a16:creationId xmlns:a16="http://schemas.microsoft.com/office/drawing/2014/main" id="{18620D8A-0A47-425A-ADBB-49D78D5927A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" name="Freeform 14">
                  <a:extLst>
                    <a:ext uri="{FF2B5EF4-FFF2-40B4-BE49-F238E27FC236}">
                      <a16:creationId xmlns:a16="http://schemas.microsoft.com/office/drawing/2014/main" id="{E0209284-8E71-406E-B64A-F8DF97800A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8" name="组合 197">
                <a:extLst>
                  <a:ext uri="{FF2B5EF4-FFF2-40B4-BE49-F238E27FC236}">
                    <a16:creationId xmlns:a16="http://schemas.microsoft.com/office/drawing/2014/main" id="{672EA529-B56F-49B6-9302-02BC39D4BE11}"/>
                  </a:ext>
                </a:extLst>
              </p:cNvPr>
              <p:cNvGrpSpPr/>
              <p:nvPr/>
            </p:nvGrpSpPr>
            <p:grpSpPr>
              <a:xfrm>
                <a:off x="836386" y="3118178"/>
                <a:ext cx="161902" cy="139572"/>
                <a:chOff x="6186488" y="2930526"/>
                <a:chExt cx="368300" cy="317500"/>
              </a:xfrm>
              <a:grpFill/>
            </p:grpSpPr>
            <p:sp>
              <p:nvSpPr>
                <p:cNvPr id="202" name="Freeform 18">
                  <a:extLst>
                    <a:ext uri="{FF2B5EF4-FFF2-40B4-BE49-F238E27FC236}">
                      <a16:creationId xmlns:a16="http://schemas.microsoft.com/office/drawing/2014/main" id="{F25C04C5-C1E7-4FDD-B014-D45BA93DD5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" name="Freeform 19">
                  <a:extLst>
                    <a:ext uri="{FF2B5EF4-FFF2-40B4-BE49-F238E27FC236}">
                      <a16:creationId xmlns:a16="http://schemas.microsoft.com/office/drawing/2014/main" id="{ECD1B50A-2E45-4A0E-A203-C30237DB8E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" name="Freeform 20">
                  <a:extLst>
                    <a:ext uri="{FF2B5EF4-FFF2-40B4-BE49-F238E27FC236}">
                      <a16:creationId xmlns:a16="http://schemas.microsoft.com/office/drawing/2014/main" id="{331AFC7C-BFC4-46A8-BE95-9A20486788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9" name="组合 198">
                <a:extLst>
                  <a:ext uri="{FF2B5EF4-FFF2-40B4-BE49-F238E27FC236}">
                    <a16:creationId xmlns:a16="http://schemas.microsoft.com/office/drawing/2014/main" id="{1E64D241-4D66-4722-A258-C4C67A6B71A5}"/>
                  </a:ext>
                </a:extLst>
              </p:cNvPr>
              <p:cNvGrpSpPr/>
              <p:nvPr/>
            </p:nvGrpSpPr>
            <p:grpSpPr>
              <a:xfrm>
                <a:off x="824480" y="3752760"/>
                <a:ext cx="185714" cy="185061"/>
                <a:chOff x="11893465" y="1994536"/>
                <a:chExt cx="274986" cy="274018"/>
              </a:xfrm>
              <a:grpFill/>
            </p:grpSpPr>
            <p:sp>
              <p:nvSpPr>
                <p:cNvPr id="200" name="Freeform 11">
                  <a:extLst>
                    <a:ext uri="{FF2B5EF4-FFF2-40B4-BE49-F238E27FC236}">
                      <a16:creationId xmlns:a16="http://schemas.microsoft.com/office/drawing/2014/main" id="{E17A35A2-F714-40B7-B0A2-A5F1B428318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" name="Freeform 12">
                  <a:extLst>
                    <a:ext uri="{FF2B5EF4-FFF2-40B4-BE49-F238E27FC236}">
                      <a16:creationId xmlns:a16="http://schemas.microsoft.com/office/drawing/2014/main" id="{6E4EBDE0-4FB8-4A4E-8C35-E5170515B7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616633A0-CB3D-4844-9869-0828B39AB480}"/>
              </a:ext>
            </a:extLst>
          </p:cNvPr>
          <p:cNvGrpSpPr/>
          <p:nvPr/>
        </p:nvGrpSpPr>
        <p:grpSpPr>
          <a:xfrm>
            <a:off x="9450000" y="514800"/>
            <a:ext cx="2301723" cy="507600"/>
            <a:chOff x="468000" y="514800"/>
            <a:chExt cx="2301723" cy="507600"/>
          </a:xfrm>
        </p:grpSpPr>
        <p:sp>
          <p:nvSpPr>
            <p:cNvPr id="123" name="任意多边形: 形状 122">
              <a:extLst>
                <a:ext uri="{FF2B5EF4-FFF2-40B4-BE49-F238E27FC236}">
                  <a16:creationId xmlns:a16="http://schemas.microsoft.com/office/drawing/2014/main" id="{29DFF2E6-C35D-4B67-BA19-ADCF680D75AF}"/>
                </a:ext>
              </a:extLst>
            </p:cNvPr>
            <p:cNvSpPr/>
            <p:nvPr/>
          </p:nvSpPr>
          <p:spPr>
            <a:xfrm>
              <a:off x="1074082" y="585500"/>
              <a:ext cx="1695641" cy="384233"/>
            </a:xfrm>
            <a:custGeom>
              <a:avLst/>
              <a:gdLst>
                <a:gd name="connsiteX0" fmla="*/ 337551 w 1695641"/>
                <a:gd name="connsiteY0" fmla="*/ 383456 h 384233"/>
                <a:gd name="connsiteX1" fmla="*/ 338074 w 1695641"/>
                <a:gd name="connsiteY1" fmla="*/ 383688 h 384233"/>
                <a:gd name="connsiteX2" fmla="*/ 337450 w 1695641"/>
                <a:gd name="connsiteY2" fmla="*/ 383510 h 384233"/>
                <a:gd name="connsiteX3" fmla="*/ 27042 w 1695641"/>
                <a:gd name="connsiteY3" fmla="*/ 352807 h 384233"/>
                <a:gd name="connsiteX4" fmla="*/ 27132 w 1695641"/>
                <a:gd name="connsiteY4" fmla="*/ 370567 h 384233"/>
                <a:gd name="connsiteX5" fmla="*/ 42750 w 1695641"/>
                <a:gd name="connsiteY5" fmla="*/ 370567 h 384233"/>
                <a:gd name="connsiteX6" fmla="*/ 50336 w 1695641"/>
                <a:gd name="connsiteY6" fmla="*/ 368247 h 384233"/>
                <a:gd name="connsiteX7" fmla="*/ 52835 w 1695641"/>
                <a:gd name="connsiteY7" fmla="*/ 361107 h 384233"/>
                <a:gd name="connsiteX8" fmla="*/ 50246 w 1695641"/>
                <a:gd name="connsiteY8" fmla="*/ 354859 h 384233"/>
                <a:gd name="connsiteX9" fmla="*/ 42482 w 1695641"/>
                <a:gd name="connsiteY9" fmla="*/ 352807 h 384233"/>
                <a:gd name="connsiteX10" fmla="*/ 27042 w 1695641"/>
                <a:gd name="connsiteY10" fmla="*/ 326836 h 384233"/>
                <a:gd name="connsiteX11" fmla="*/ 27132 w 1695641"/>
                <a:gd name="connsiteY11" fmla="*/ 341562 h 384233"/>
                <a:gd name="connsiteX12" fmla="*/ 41857 w 1695641"/>
                <a:gd name="connsiteY12" fmla="*/ 341562 h 384233"/>
                <a:gd name="connsiteX13" fmla="*/ 49086 w 1695641"/>
                <a:gd name="connsiteY13" fmla="*/ 339599 h 384233"/>
                <a:gd name="connsiteX14" fmla="*/ 51407 w 1695641"/>
                <a:gd name="connsiteY14" fmla="*/ 333619 h 384233"/>
                <a:gd name="connsiteX15" fmla="*/ 48908 w 1695641"/>
                <a:gd name="connsiteY15" fmla="*/ 328532 h 384233"/>
                <a:gd name="connsiteX16" fmla="*/ 41322 w 1695641"/>
                <a:gd name="connsiteY16" fmla="*/ 326836 h 384233"/>
                <a:gd name="connsiteX17" fmla="*/ 1530352 w 1695641"/>
                <a:gd name="connsiteY17" fmla="*/ 324967 h 384233"/>
                <a:gd name="connsiteX18" fmla="*/ 1519062 w 1695641"/>
                <a:gd name="connsiteY18" fmla="*/ 327682 h 384233"/>
                <a:gd name="connsiteX19" fmla="*/ 1515712 w 1695641"/>
                <a:gd name="connsiteY19" fmla="*/ 331030 h 384233"/>
                <a:gd name="connsiteX20" fmla="*/ 1511249 w 1695641"/>
                <a:gd name="connsiteY20" fmla="*/ 348880 h 384233"/>
                <a:gd name="connsiteX21" fmla="*/ 1515623 w 1695641"/>
                <a:gd name="connsiteY21" fmla="*/ 365838 h 384233"/>
                <a:gd name="connsiteX22" fmla="*/ 1537102 w 1695641"/>
                <a:gd name="connsiteY22" fmla="*/ 368992 h 384233"/>
                <a:gd name="connsiteX23" fmla="*/ 1540255 w 1695641"/>
                <a:gd name="connsiteY23" fmla="*/ 365838 h 384233"/>
                <a:gd name="connsiteX24" fmla="*/ 1540255 w 1695641"/>
                <a:gd name="connsiteY24" fmla="*/ 365838 h 384233"/>
                <a:gd name="connsiteX25" fmla="*/ 1544717 w 1695641"/>
                <a:gd name="connsiteY25" fmla="*/ 348880 h 384233"/>
                <a:gd name="connsiteX26" fmla="*/ 1540255 w 1695641"/>
                <a:gd name="connsiteY26" fmla="*/ 331030 h 384233"/>
                <a:gd name="connsiteX27" fmla="*/ 1530352 w 1695641"/>
                <a:gd name="connsiteY27" fmla="*/ 324967 h 384233"/>
                <a:gd name="connsiteX28" fmla="*/ 1404435 w 1695641"/>
                <a:gd name="connsiteY28" fmla="*/ 324962 h 384233"/>
                <a:gd name="connsiteX29" fmla="*/ 1393086 w 1695641"/>
                <a:gd name="connsiteY29" fmla="*/ 327727 h 384233"/>
                <a:gd name="connsiteX30" fmla="*/ 1389782 w 1695641"/>
                <a:gd name="connsiteY30" fmla="*/ 331031 h 384233"/>
                <a:gd name="connsiteX31" fmla="*/ 1385409 w 1695641"/>
                <a:gd name="connsiteY31" fmla="*/ 348881 h 384233"/>
                <a:gd name="connsiteX32" fmla="*/ 1389782 w 1695641"/>
                <a:gd name="connsiteY32" fmla="*/ 365838 h 384233"/>
                <a:gd name="connsiteX33" fmla="*/ 1411261 w 1695641"/>
                <a:gd name="connsiteY33" fmla="*/ 368991 h 384233"/>
                <a:gd name="connsiteX34" fmla="*/ 1414415 w 1695641"/>
                <a:gd name="connsiteY34" fmla="*/ 365838 h 384233"/>
                <a:gd name="connsiteX35" fmla="*/ 1418788 w 1695641"/>
                <a:gd name="connsiteY35" fmla="*/ 348881 h 384233"/>
                <a:gd name="connsiteX36" fmla="*/ 1414415 w 1695641"/>
                <a:gd name="connsiteY36" fmla="*/ 331031 h 384233"/>
                <a:gd name="connsiteX37" fmla="*/ 1404435 w 1695641"/>
                <a:gd name="connsiteY37" fmla="*/ 324962 h 384233"/>
                <a:gd name="connsiteX38" fmla="*/ 939002 w 1695641"/>
                <a:gd name="connsiteY38" fmla="*/ 324962 h 384233"/>
                <a:gd name="connsiteX39" fmla="*/ 927653 w 1695641"/>
                <a:gd name="connsiteY39" fmla="*/ 327727 h 384233"/>
                <a:gd name="connsiteX40" fmla="*/ 924349 w 1695641"/>
                <a:gd name="connsiteY40" fmla="*/ 331031 h 384233"/>
                <a:gd name="connsiteX41" fmla="*/ 919976 w 1695641"/>
                <a:gd name="connsiteY41" fmla="*/ 348881 h 384233"/>
                <a:gd name="connsiteX42" fmla="*/ 924349 w 1695641"/>
                <a:gd name="connsiteY42" fmla="*/ 365838 h 384233"/>
                <a:gd name="connsiteX43" fmla="*/ 945828 w 1695641"/>
                <a:gd name="connsiteY43" fmla="*/ 368991 h 384233"/>
                <a:gd name="connsiteX44" fmla="*/ 948982 w 1695641"/>
                <a:gd name="connsiteY44" fmla="*/ 365838 h 384233"/>
                <a:gd name="connsiteX45" fmla="*/ 953355 w 1695641"/>
                <a:gd name="connsiteY45" fmla="*/ 348881 h 384233"/>
                <a:gd name="connsiteX46" fmla="*/ 948982 w 1695641"/>
                <a:gd name="connsiteY46" fmla="*/ 331031 h 384233"/>
                <a:gd name="connsiteX47" fmla="*/ 939002 w 1695641"/>
                <a:gd name="connsiteY47" fmla="*/ 324962 h 384233"/>
                <a:gd name="connsiteX48" fmla="*/ 1636450 w 1695641"/>
                <a:gd name="connsiteY48" fmla="*/ 315451 h 384233"/>
                <a:gd name="connsiteX49" fmla="*/ 1644036 w 1695641"/>
                <a:gd name="connsiteY49" fmla="*/ 315451 h 384233"/>
                <a:gd name="connsiteX50" fmla="*/ 1651712 w 1695641"/>
                <a:gd name="connsiteY50" fmla="*/ 315451 h 384233"/>
                <a:gd name="connsiteX51" fmla="*/ 1664518 w 1695641"/>
                <a:gd name="connsiteY51" fmla="*/ 344353 h 384233"/>
                <a:gd name="connsiteX52" fmla="*/ 1664475 w 1695641"/>
                <a:gd name="connsiteY52" fmla="*/ 344457 h 384233"/>
                <a:gd name="connsiteX53" fmla="*/ 1664564 w 1695641"/>
                <a:gd name="connsiteY53" fmla="*/ 344457 h 384233"/>
                <a:gd name="connsiteX54" fmla="*/ 1664518 w 1695641"/>
                <a:gd name="connsiteY54" fmla="*/ 344353 h 384233"/>
                <a:gd name="connsiteX55" fmla="*/ 1676522 w 1695641"/>
                <a:gd name="connsiteY55" fmla="*/ 315451 h 384233"/>
                <a:gd name="connsiteX56" fmla="*/ 1683841 w 1695641"/>
                <a:gd name="connsiteY56" fmla="*/ 315451 h 384233"/>
                <a:gd name="connsiteX57" fmla="*/ 1691070 w 1695641"/>
                <a:gd name="connsiteY57" fmla="*/ 315451 h 384233"/>
                <a:gd name="connsiteX58" fmla="*/ 1670721 w 1695641"/>
                <a:gd name="connsiteY58" fmla="*/ 356951 h 384233"/>
                <a:gd name="connsiteX59" fmla="*/ 1670721 w 1695641"/>
                <a:gd name="connsiteY59" fmla="*/ 382388 h 384233"/>
                <a:gd name="connsiteX60" fmla="*/ 1664385 w 1695641"/>
                <a:gd name="connsiteY60" fmla="*/ 382388 h 384233"/>
                <a:gd name="connsiteX61" fmla="*/ 1657870 w 1695641"/>
                <a:gd name="connsiteY61" fmla="*/ 382388 h 384233"/>
                <a:gd name="connsiteX62" fmla="*/ 1657870 w 1695641"/>
                <a:gd name="connsiteY62" fmla="*/ 357219 h 384233"/>
                <a:gd name="connsiteX63" fmla="*/ 1445726 w 1695641"/>
                <a:gd name="connsiteY63" fmla="*/ 315451 h 384233"/>
                <a:gd name="connsiteX64" fmla="*/ 1452152 w 1695641"/>
                <a:gd name="connsiteY64" fmla="*/ 315451 h 384233"/>
                <a:gd name="connsiteX65" fmla="*/ 1458578 w 1695641"/>
                <a:gd name="connsiteY65" fmla="*/ 315451 h 384233"/>
                <a:gd name="connsiteX66" fmla="*/ 1458578 w 1695641"/>
                <a:gd name="connsiteY66" fmla="*/ 370428 h 384233"/>
                <a:gd name="connsiteX67" fmla="*/ 1489101 w 1695641"/>
                <a:gd name="connsiteY67" fmla="*/ 370428 h 384233"/>
                <a:gd name="connsiteX68" fmla="*/ 1489101 w 1695641"/>
                <a:gd name="connsiteY68" fmla="*/ 376408 h 384233"/>
                <a:gd name="connsiteX69" fmla="*/ 1489101 w 1695641"/>
                <a:gd name="connsiteY69" fmla="*/ 382298 h 384233"/>
                <a:gd name="connsiteX70" fmla="*/ 1445726 w 1695641"/>
                <a:gd name="connsiteY70" fmla="*/ 382298 h 384233"/>
                <a:gd name="connsiteX71" fmla="*/ 1309711 w 1695641"/>
                <a:gd name="connsiteY71" fmla="*/ 315451 h 384233"/>
                <a:gd name="connsiteX72" fmla="*/ 1316405 w 1695641"/>
                <a:gd name="connsiteY72" fmla="*/ 315451 h 384233"/>
                <a:gd name="connsiteX73" fmla="*/ 1323099 w 1695641"/>
                <a:gd name="connsiteY73" fmla="*/ 315451 h 384233"/>
                <a:gd name="connsiteX74" fmla="*/ 1347820 w 1695641"/>
                <a:gd name="connsiteY74" fmla="*/ 362396 h 384233"/>
                <a:gd name="connsiteX75" fmla="*/ 1347820 w 1695641"/>
                <a:gd name="connsiteY75" fmla="*/ 315451 h 384233"/>
                <a:gd name="connsiteX76" fmla="*/ 1353800 w 1695641"/>
                <a:gd name="connsiteY76" fmla="*/ 315451 h 384233"/>
                <a:gd name="connsiteX77" fmla="*/ 1359868 w 1695641"/>
                <a:gd name="connsiteY77" fmla="*/ 315451 h 384233"/>
                <a:gd name="connsiteX78" fmla="*/ 1359868 w 1695641"/>
                <a:gd name="connsiteY78" fmla="*/ 382298 h 384233"/>
                <a:gd name="connsiteX79" fmla="*/ 1353442 w 1695641"/>
                <a:gd name="connsiteY79" fmla="*/ 382298 h 384233"/>
                <a:gd name="connsiteX80" fmla="*/ 1347016 w 1695641"/>
                <a:gd name="connsiteY80" fmla="*/ 382298 h 384233"/>
                <a:gd name="connsiteX81" fmla="*/ 1321670 w 1695641"/>
                <a:gd name="connsiteY81" fmla="*/ 334104 h 384233"/>
                <a:gd name="connsiteX82" fmla="*/ 1321670 w 1695641"/>
                <a:gd name="connsiteY82" fmla="*/ 382298 h 384233"/>
                <a:gd name="connsiteX83" fmla="*/ 1315691 w 1695641"/>
                <a:gd name="connsiteY83" fmla="*/ 382298 h 384233"/>
                <a:gd name="connsiteX84" fmla="*/ 1309711 w 1695641"/>
                <a:gd name="connsiteY84" fmla="*/ 382298 h 384233"/>
                <a:gd name="connsiteX85" fmla="*/ 1244559 w 1695641"/>
                <a:gd name="connsiteY85" fmla="*/ 315451 h 384233"/>
                <a:gd name="connsiteX86" fmla="*/ 1250896 w 1695641"/>
                <a:gd name="connsiteY86" fmla="*/ 315451 h 384233"/>
                <a:gd name="connsiteX87" fmla="*/ 1257322 w 1695641"/>
                <a:gd name="connsiteY87" fmla="*/ 315451 h 384233"/>
                <a:gd name="connsiteX88" fmla="*/ 1257322 w 1695641"/>
                <a:gd name="connsiteY88" fmla="*/ 340530 h 384233"/>
                <a:gd name="connsiteX89" fmla="*/ 1281418 w 1695641"/>
                <a:gd name="connsiteY89" fmla="*/ 340530 h 384233"/>
                <a:gd name="connsiteX90" fmla="*/ 1281418 w 1695641"/>
                <a:gd name="connsiteY90" fmla="*/ 315451 h 384233"/>
                <a:gd name="connsiteX91" fmla="*/ 1287844 w 1695641"/>
                <a:gd name="connsiteY91" fmla="*/ 315451 h 384233"/>
                <a:gd name="connsiteX92" fmla="*/ 1294270 w 1695641"/>
                <a:gd name="connsiteY92" fmla="*/ 315451 h 384233"/>
                <a:gd name="connsiteX93" fmla="*/ 1294270 w 1695641"/>
                <a:gd name="connsiteY93" fmla="*/ 382298 h 384233"/>
                <a:gd name="connsiteX94" fmla="*/ 1287844 w 1695641"/>
                <a:gd name="connsiteY94" fmla="*/ 382298 h 384233"/>
                <a:gd name="connsiteX95" fmla="*/ 1281418 w 1695641"/>
                <a:gd name="connsiteY95" fmla="*/ 382298 h 384233"/>
                <a:gd name="connsiteX96" fmla="*/ 1281418 w 1695641"/>
                <a:gd name="connsiteY96" fmla="*/ 352043 h 384233"/>
                <a:gd name="connsiteX97" fmla="*/ 1257322 w 1695641"/>
                <a:gd name="connsiteY97" fmla="*/ 352043 h 384233"/>
                <a:gd name="connsiteX98" fmla="*/ 1257322 w 1695641"/>
                <a:gd name="connsiteY98" fmla="*/ 382298 h 384233"/>
                <a:gd name="connsiteX99" fmla="*/ 1250985 w 1695641"/>
                <a:gd name="connsiteY99" fmla="*/ 382298 h 384233"/>
                <a:gd name="connsiteX100" fmla="*/ 1244559 w 1695641"/>
                <a:gd name="connsiteY100" fmla="*/ 382298 h 384233"/>
                <a:gd name="connsiteX101" fmla="*/ 1119075 w 1695641"/>
                <a:gd name="connsiteY101" fmla="*/ 315451 h 384233"/>
                <a:gd name="connsiteX102" fmla="*/ 1164324 w 1695641"/>
                <a:gd name="connsiteY102" fmla="*/ 315451 h 384233"/>
                <a:gd name="connsiteX103" fmla="*/ 1164324 w 1695641"/>
                <a:gd name="connsiteY103" fmla="*/ 321341 h 384233"/>
                <a:gd name="connsiteX104" fmla="*/ 1164324 w 1695641"/>
                <a:gd name="connsiteY104" fmla="*/ 327321 h 384233"/>
                <a:gd name="connsiteX105" fmla="*/ 1131927 w 1695641"/>
                <a:gd name="connsiteY105" fmla="*/ 327321 h 384233"/>
                <a:gd name="connsiteX106" fmla="*/ 1131927 w 1695641"/>
                <a:gd name="connsiteY106" fmla="*/ 341512 h 384233"/>
                <a:gd name="connsiteX107" fmla="*/ 1162003 w 1695641"/>
                <a:gd name="connsiteY107" fmla="*/ 341512 h 384233"/>
                <a:gd name="connsiteX108" fmla="*/ 1162003 w 1695641"/>
                <a:gd name="connsiteY108" fmla="*/ 347224 h 384233"/>
                <a:gd name="connsiteX109" fmla="*/ 1162003 w 1695641"/>
                <a:gd name="connsiteY109" fmla="*/ 353024 h 384233"/>
                <a:gd name="connsiteX110" fmla="*/ 1131927 w 1695641"/>
                <a:gd name="connsiteY110" fmla="*/ 353024 h 384233"/>
                <a:gd name="connsiteX111" fmla="*/ 1131927 w 1695641"/>
                <a:gd name="connsiteY111" fmla="*/ 370428 h 384233"/>
                <a:gd name="connsiteX112" fmla="*/ 1165752 w 1695641"/>
                <a:gd name="connsiteY112" fmla="*/ 370428 h 384233"/>
                <a:gd name="connsiteX113" fmla="*/ 1165752 w 1695641"/>
                <a:gd name="connsiteY113" fmla="*/ 376408 h 384233"/>
                <a:gd name="connsiteX114" fmla="*/ 1165752 w 1695641"/>
                <a:gd name="connsiteY114" fmla="*/ 382298 h 384233"/>
                <a:gd name="connsiteX115" fmla="*/ 1119075 w 1695641"/>
                <a:gd name="connsiteY115" fmla="*/ 382298 h 384233"/>
                <a:gd name="connsiteX116" fmla="*/ 1057939 w 1695641"/>
                <a:gd name="connsiteY116" fmla="*/ 315451 h 384233"/>
                <a:gd name="connsiteX117" fmla="*/ 1108007 w 1695641"/>
                <a:gd name="connsiteY117" fmla="*/ 315451 h 384233"/>
                <a:gd name="connsiteX118" fmla="*/ 1108007 w 1695641"/>
                <a:gd name="connsiteY118" fmla="*/ 321341 h 384233"/>
                <a:gd name="connsiteX119" fmla="*/ 1108007 w 1695641"/>
                <a:gd name="connsiteY119" fmla="*/ 327321 h 384233"/>
                <a:gd name="connsiteX120" fmla="*/ 1089354 w 1695641"/>
                <a:gd name="connsiteY120" fmla="*/ 327321 h 384233"/>
                <a:gd name="connsiteX121" fmla="*/ 1089354 w 1695641"/>
                <a:gd name="connsiteY121" fmla="*/ 382298 h 384233"/>
                <a:gd name="connsiteX122" fmla="*/ 1083017 w 1695641"/>
                <a:gd name="connsiteY122" fmla="*/ 382298 h 384233"/>
                <a:gd name="connsiteX123" fmla="*/ 1076592 w 1695641"/>
                <a:gd name="connsiteY123" fmla="*/ 382298 h 384233"/>
                <a:gd name="connsiteX124" fmla="*/ 1076592 w 1695641"/>
                <a:gd name="connsiteY124" fmla="*/ 327321 h 384233"/>
                <a:gd name="connsiteX125" fmla="*/ 1057939 w 1695641"/>
                <a:gd name="connsiteY125" fmla="*/ 327321 h 384233"/>
                <a:gd name="connsiteX126" fmla="*/ 1057939 w 1695641"/>
                <a:gd name="connsiteY126" fmla="*/ 321431 h 384233"/>
                <a:gd name="connsiteX127" fmla="*/ 980293 w 1695641"/>
                <a:gd name="connsiteY127" fmla="*/ 315451 h 384233"/>
                <a:gd name="connsiteX128" fmla="*/ 1024024 w 1695641"/>
                <a:gd name="connsiteY128" fmla="*/ 315451 h 384233"/>
                <a:gd name="connsiteX129" fmla="*/ 1024024 w 1695641"/>
                <a:gd name="connsiteY129" fmla="*/ 321341 h 384233"/>
                <a:gd name="connsiteX130" fmla="*/ 1024024 w 1695641"/>
                <a:gd name="connsiteY130" fmla="*/ 327321 h 384233"/>
                <a:gd name="connsiteX131" fmla="*/ 993145 w 1695641"/>
                <a:gd name="connsiteY131" fmla="*/ 327321 h 384233"/>
                <a:gd name="connsiteX132" fmla="*/ 993145 w 1695641"/>
                <a:gd name="connsiteY132" fmla="*/ 342494 h 384233"/>
                <a:gd name="connsiteX133" fmla="*/ 1020098 w 1695641"/>
                <a:gd name="connsiteY133" fmla="*/ 342494 h 384233"/>
                <a:gd name="connsiteX134" fmla="*/ 1020098 w 1695641"/>
                <a:gd name="connsiteY134" fmla="*/ 348295 h 384233"/>
                <a:gd name="connsiteX135" fmla="*/ 1020098 w 1695641"/>
                <a:gd name="connsiteY135" fmla="*/ 354006 h 384233"/>
                <a:gd name="connsiteX136" fmla="*/ 993145 w 1695641"/>
                <a:gd name="connsiteY136" fmla="*/ 354006 h 384233"/>
                <a:gd name="connsiteX137" fmla="*/ 993145 w 1695641"/>
                <a:gd name="connsiteY137" fmla="*/ 382298 h 384233"/>
                <a:gd name="connsiteX138" fmla="*/ 986719 w 1695641"/>
                <a:gd name="connsiteY138" fmla="*/ 382298 h 384233"/>
                <a:gd name="connsiteX139" fmla="*/ 980293 w 1695641"/>
                <a:gd name="connsiteY139" fmla="*/ 382298 h 384233"/>
                <a:gd name="connsiteX140" fmla="*/ 822323 w 1695641"/>
                <a:gd name="connsiteY140" fmla="*/ 315451 h 384233"/>
                <a:gd name="connsiteX141" fmla="*/ 867661 w 1695641"/>
                <a:gd name="connsiteY141" fmla="*/ 315451 h 384233"/>
                <a:gd name="connsiteX142" fmla="*/ 867661 w 1695641"/>
                <a:gd name="connsiteY142" fmla="*/ 321341 h 384233"/>
                <a:gd name="connsiteX143" fmla="*/ 867661 w 1695641"/>
                <a:gd name="connsiteY143" fmla="*/ 327321 h 384233"/>
                <a:gd name="connsiteX144" fmla="*/ 835175 w 1695641"/>
                <a:gd name="connsiteY144" fmla="*/ 327321 h 384233"/>
                <a:gd name="connsiteX145" fmla="*/ 835175 w 1695641"/>
                <a:gd name="connsiteY145" fmla="*/ 341512 h 384233"/>
                <a:gd name="connsiteX146" fmla="*/ 865251 w 1695641"/>
                <a:gd name="connsiteY146" fmla="*/ 341512 h 384233"/>
                <a:gd name="connsiteX147" fmla="*/ 865251 w 1695641"/>
                <a:gd name="connsiteY147" fmla="*/ 347224 h 384233"/>
                <a:gd name="connsiteX148" fmla="*/ 865251 w 1695641"/>
                <a:gd name="connsiteY148" fmla="*/ 353024 h 384233"/>
                <a:gd name="connsiteX149" fmla="*/ 835175 w 1695641"/>
                <a:gd name="connsiteY149" fmla="*/ 353024 h 384233"/>
                <a:gd name="connsiteX150" fmla="*/ 835175 w 1695641"/>
                <a:gd name="connsiteY150" fmla="*/ 370428 h 384233"/>
                <a:gd name="connsiteX151" fmla="*/ 869089 w 1695641"/>
                <a:gd name="connsiteY151" fmla="*/ 370428 h 384233"/>
                <a:gd name="connsiteX152" fmla="*/ 869089 w 1695641"/>
                <a:gd name="connsiteY152" fmla="*/ 376408 h 384233"/>
                <a:gd name="connsiteX153" fmla="*/ 869089 w 1695641"/>
                <a:gd name="connsiteY153" fmla="*/ 382298 h 384233"/>
                <a:gd name="connsiteX154" fmla="*/ 822323 w 1695641"/>
                <a:gd name="connsiteY154" fmla="*/ 382298 h 384233"/>
                <a:gd name="connsiteX155" fmla="*/ 761277 w 1695641"/>
                <a:gd name="connsiteY155" fmla="*/ 315451 h 384233"/>
                <a:gd name="connsiteX156" fmla="*/ 811256 w 1695641"/>
                <a:gd name="connsiteY156" fmla="*/ 315451 h 384233"/>
                <a:gd name="connsiteX157" fmla="*/ 811256 w 1695641"/>
                <a:gd name="connsiteY157" fmla="*/ 321341 h 384233"/>
                <a:gd name="connsiteX158" fmla="*/ 811256 w 1695641"/>
                <a:gd name="connsiteY158" fmla="*/ 327321 h 384233"/>
                <a:gd name="connsiteX159" fmla="*/ 792692 w 1695641"/>
                <a:gd name="connsiteY159" fmla="*/ 327321 h 384233"/>
                <a:gd name="connsiteX160" fmla="*/ 792692 w 1695641"/>
                <a:gd name="connsiteY160" fmla="*/ 382298 h 384233"/>
                <a:gd name="connsiteX161" fmla="*/ 786266 w 1695641"/>
                <a:gd name="connsiteY161" fmla="*/ 382298 h 384233"/>
                <a:gd name="connsiteX162" fmla="*/ 779841 w 1695641"/>
                <a:gd name="connsiteY162" fmla="*/ 382298 h 384233"/>
                <a:gd name="connsiteX163" fmla="*/ 779841 w 1695641"/>
                <a:gd name="connsiteY163" fmla="*/ 327321 h 384233"/>
                <a:gd name="connsiteX164" fmla="*/ 761277 w 1695641"/>
                <a:gd name="connsiteY164" fmla="*/ 327321 h 384233"/>
                <a:gd name="connsiteX165" fmla="*/ 761277 w 1695641"/>
                <a:gd name="connsiteY165" fmla="*/ 321431 h 384233"/>
                <a:gd name="connsiteX166" fmla="*/ 640166 w 1695641"/>
                <a:gd name="connsiteY166" fmla="*/ 315451 h 384233"/>
                <a:gd name="connsiteX167" fmla="*/ 690145 w 1695641"/>
                <a:gd name="connsiteY167" fmla="*/ 315451 h 384233"/>
                <a:gd name="connsiteX168" fmla="*/ 690145 w 1695641"/>
                <a:gd name="connsiteY168" fmla="*/ 321341 h 384233"/>
                <a:gd name="connsiteX169" fmla="*/ 690145 w 1695641"/>
                <a:gd name="connsiteY169" fmla="*/ 327321 h 384233"/>
                <a:gd name="connsiteX170" fmla="*/ 671581 w 1695641"/>
                <a:gd name="connsiteY170" fmla="*/ 327321 h 384233"/>
                <a:gd name="connsiteX171" fmla="*/ 671581 w 1695641"/>
                <a:gd name="connsiteY171" fmla="*/ 382298 h 384233"/>
                <a:gd name="connsiteX172" fmla="*/ 665155 w 1695641"/>
                <a:gd name="connsiteY172" fmla="*/ 382298 h 384233"/>
                <a:gd name="connsiteX173" fmla="*/ 658730 w 1695641"/>
                <a:gd name="connsiteY173" fmla="*/ 382298 h 384233"/>
                <a:gd name="connsiteX174" fmla="*/ 658730 w 1695641"/>
                <a:gd name="connsiteY174" fmla="*/ 327321 h 384233"/>
                <a:gd name="connsiteX175" fmla="*/ 640166 w 1695641"/>
                <a:gd name="connsiteY175" fmla="*/ 327321 h 384233"/>
                <a:gd name="connsiteX176" fmla="*/ 640166 w 1695641"/>
                <a:gd name="connsiteY176" fmla="*/ 321431 h 384233"/>
                <a:gd name="connsiteX177" fmla="*/ 617140 w 1695641"/>
                <a:gd name="connsiteY177" fmla="*/ 315451 h 384233"/>
                <a:gd name="connsiteX178" fmla="*/ 623566 w 1695641"/>
                <a:gd name="connsiteY178" fmla="*/ 315451 h 384233"/>
                <a:gd name="connsiteX179" fmla="*/ 629992 w 1695641"/>
                <a:gd name="connsiteY179" fmla="*/ 315451 h 384233"/>
                <a:gd name="connsiteX180" fmla="*/ 629992 w 1695641"/>
                <a:gd name="connsiteY180" fmla="*/ 382298 h 384233"/>
                <a:gd name="connsiteX181" fmla="*/ 623655 w 1695641"/>
                <a:gd name="connsiteY181" fmla="*/ 382298 h 384233"/>
                <a:gd name="connsiteX182" fmla="*/ 617140 w 1695641"/>
                <a:gd name="connsiteY182" fmla="*/ 382298 h 384233"/>
                <a:gd name="connsiteX183" fmla="*/ 557165 w 1695641"/>
                <a:gd name="connsiteY183" fmla="*/ 315451 h 384233"/>
                <a:gd name="connsiteX184" fmla="*/ 607144 w 1695641"/>
                <a:gd name="connsiteY184" fmla="*/ 315451 h 384233"/>
                <a:gd name="connsiteX185" fmla="*/ 607144 w 1695641"/>
                <a:gd name="connsiteY185" fmla="*/ 321341 h 384233"/>
                <a:gd name="connsiteX186" fmla="*/ 607144 w 1695641"/>
                <a:gd name="connsiteY186" fmla="*/ 327321 h 384233"/>
                <a:gd name="connsiteX187" fmla="*/ 588580 w 1695641"/>
                <a:gd name="connsiteY187" fmla="*/ 327321 h 384233"/>
                <a:gd name="connsiteX188" fmla="*/ 588580 w 1695641"/>
                <a:gd name="connsiteY188" fmla="*/ 382298 h 384233"/>
                <a:gd name="connsiteX189" fmla="*/ 582154 w 1695641"/>
                <a:gd name="connsiteY189" fmla="*/ 382298 h 384233"/>
                <a:gd name="connsiteX190" fmla="*/ 575729 w 1695641"/>
                <a:gd name="connsiteY190" fmla="*/ 382298 h 384233"/>
                <a:gd name="connsiteX191" fmla="*/ 575729 w 1695641"/>
                <a:gd name="connsiteY191" fmla="*/ 327321 h 384233"/>
                <a:gd name="connsiteX192" fmla="*/ 557165 w 1695641"/>
                <a:gd name="connsiteY192" fmla="*/ 327321 h 384233"/>
                <a:gd name="connsiteX193" fmla="*/ 557165 w 1695641"/>
                <a:gd name="connsiteY193" fmla="*/ 321431 h 384233"/>
                <a:gd name="connsiteX194" fmla="*/ 435876 w 1695641"/>
                <a:gd name="connsiteY194" fmla="*/ 315451 h 384233"/>
                <a:gd name="connsiteX195" fmla="*/ 442659 w 1695641"/>
                <a:gd name="connsiteY195" fmla="*/ 315451 h 384233"/>
                <a:gd name="connsiteX196" fmla="*/ 449353 w 1695641"/>
                <a:gd name="connsiteY196" fmla="*/ 315451 h 384233"/>
                <a:gd name="connsiteX197" fmla="*/ 474074 w 1695641"/>
                <a:gd name="connsiteY197" fmla="*/ 362396 h 384233"/>
                <a:gd name="connsiteX198" fmla="*/ 474074 w 1695641"/>
                <a:gd name="connsiteY198" fmla="*/ 315451 h 384233"/>
                <a:gd name="connsiteX199" fmla="*/ 480054 w 1695641"/>
                <a:gd name="connsiteY199" fmla="*/ 315451 h 384233"/>
                <a:gd name="connsiteX200" fmla="*/ 486123 w 1695641"/>
                <a:gd name="connsiteY200" fmla="*/ 315451 h 384233"/>
                <a:gd name="connsiteX201" fmla="*/ 486123 w 1695641"/>
                <a:gd name="connsiteY201" fmla="*/ 382298 h 384233"/>
                <a:gd name="connsiteX202" fmla="*/ 479697 w 1695641"/>
                <a:gd name="connsiteY202" fmla="*/ 382298 h 384233"/>
                <a:gd name="connsiteX203" fmla="*/ 473271 w 1695641"/>
                <a:gd name="connsiteY203" fmla="*/ 382298 h 384233"/>
                <a:gd name="connsiteX204" fmla="*/ 447925 w 1695641"/>
                <a:gd name="connsiteY204" fmla="*/ 334104 h 384233"/>
                <a:gd name="connsiteX205" fmla="*/ 447925 w 1695641"/>
                <a:gd name="connsiteY205" fmla="*/ 382298 h 384233"/>
                <a:gd name="connsiteX206" fmla="*/ 441945 w 1695641"/>
                <a:gd name="connsiteY206" fmla="*/ 382298 h 384233"/>
                <a:gd name="connsiteX207" fmla="*/ 435876 w 1695641"/>
                <a:gd name="connsiteY207" fmla="*/ 382298 h 384233"/>
                <a:gd name="connsiteX208" fmla="*/ 408298 w 1695641"/>
                <a:gd name="connsiteY208" fmla="*/ 315451 h 384233"/>
                <a:gd name="connsiteX209" fmla="*/ 414635 w 1695641"/>
                <a:gd name="connsiteY209" fmla="*/ 315451 h 384233"/>
                <a:gd name="connsiteX210" fmla="*/ 421150 w 1695641"/>
                <a:gd name="connsiteY210" fmla="*/ 315451 h 384233"/>
                <a:gd name="connsiteX211" fmla="*/ 421150 w 1695641"/>
                <a:gd name="connsiteY211" fmla="*/ 382298 h 384233"/>
                <a:gd name="connsiteX212" fmla="*/ 414724 w 1695641"/>
                <a:gd name="connsiteY212" fmla="*/ 382298 h 384233"/>
                <a:gd name="connsiteX213" fmla="*/ 408298 w 1695641"/>
                <a:gd name="connsiteY213" fmla="*/ 382298 h 384233"/>
                <a:gd name="connsiteX214" fmla="*/ 246043 w 1695641"/>
                <a:gd name="connsiteY214" fmla="*/ 315451 h 384233"/>
                <a:gd name="connsiteX215" fmla="*/ 252737 w 1695641"/>
                <a:gd name="connsiteY215" fmla="*/ 315451 h 384233"/>
                <a:gd name="connsiteX216" fmla="*/ 259520 w 1695641"/>
                <a:gd name="connsiteY216" fmla="*/ 315451 h 384233"/>
                <a:gd name="connsiteX217" fmla="*/ 284152 w 1695641"/>
                <a:gd name="connsiteY217" fmla="*/ 362396 h 384233"/>
                <a:gd name="connsiteX218" fmla="*/ 284152 w 1695641"/>
                <a:gd name="connsiteY218" fmla="*/ 315451 h 384233"/>
                <a:gd name="connsiteX219" fmla="*/ 290131 w 1695641"/>
                <a:gd name="connsiteY219" fmla="*/ 315451 h 384233"/>
                <a:gd name="connsiteX220" fmla="*/ 296200 w 1695641"/>
                <a:gd name="connsiteY220" fmla="*/ 315451 h 384233"/>
                <a:gd name="connsiteX221" fmla="*/ 296200 w 1695641"/>
                <a:gd name="connsiteY221" fmla="*/ 382298 h 384233"/>
                <a:gd name="connsiteX222" fmla="*/ 289775 w 1695641"/>
                <a:gd name="connsiteY222" fmla="*/ 382298 h 384233"/>
                <a:gd name="connsiteX223" fmla="*/ 283349 w 1695641"/>
                <a:gd name="connsiteY223" fmla="*/ 382298 h 384233"/>
                <a:gd name="connsiteX224" fmla="*/ 258002 w 1695641"/>
                <a:gd name="connsiteY224" fmla="*/ 334104 h 384233"/>
                <a:gd name="connsiteX225" fmla="*/ 258002 w 1695641"/>
                <a:gd name="connsiteY225" fmla="*/ 382298 h 384233"/>
                <a:gd name="connsiteX226" fmla="*/ 252023 w 1695641"/>
                <a:gd name="connsiteY226" fmla="*/ 382298 h 384233"/>
                <a:gd name="connsiteX227" fmla="*/ 246043 w 1695641"/>
                <a:gd name="connsiteY227" fmla="*/ 382298 h 384233"/>
                <a:gd name="connsiteX228" fmla="*/ 218377 w 1695641"/>
                <a:gd name="connsiteY228" fmla="*/ 315451 h 384233"/>
                <a:gd name="connsiteX229" fmla="*/ 224803 w 1695641"/>
                <a:gd name="connsiteY229" fmla="*/ 315451 h 384233"/>
                <a:gd name="connsiteX230" fmla="*/ 231229 w 1695641"/>
                <a:gd name="connsiteY230" fmla="*/ 315451 h 384233"/>
                <a:gd name="connsiteX231" fmla="*/ 231229 w 1695641"/>
                <a:gd name="connsiteY231" fmla="*/ 382298 h 384233"/>
                <a:gd name="connsiteX232" fmla="*/ 224803 w 1695641"/>
                <a:gd name="connsiteY232" fmla="*/ 382298 h 384233"/>
                <a:gd name="connsiteX233" fmla="*/ 218377 w 1695641"/>
                <a:gd name="connsiteY233" fmla="*/ 382298 h 384233"/>
                <a:gd name="connsiteX234" fmla="*/ 140016 w 1695641"/>
                <a:gd name="connsiteY234" fmla="*/ 315451 h 384233"/>
                <a:gd name="connsiteX235" fmla="*/ 146442 w 1695641"/>
                <a:gd name="connsiteY235" fmla="*/ 315451 h 384233"/>
                <a:gd name="connsiteX236" fmla="*/ 152868 w 1695641"/>
                <a:gd name="connsiteY236" fmla="*/ 315451 h 384233"/>
                <a:gd name="connsiteX237" fmla="*/ 152868 w 1695641"/>
                <a:gd name="connsiteY237" fmla="*/ 382298 h 384233"/>
                <a:gd name="connsiteX238" fmla="*/ 146531 w 1695641"/>
                <a:gd name="connsiteY238" fmla="*/ 382298 h 384233"/>
                <a:gd name="connsiteX239" fmla="*/ 140016 w 1695641"/>
                <a:gd name="connsiteY239" fmla="*/ 382298 h 384233"/>
                <a:gd name="connsiteX240" fmla="*/ 80487 w 1695641"/>
                <a:gd name="connsiteY240" fmla="*/ 315451 h 384233"/>
                <a:gd name="connsiteX241" fmla="*/ 125736 w 1695641"/>
                <a:gd name="connsiteY241" fmla="*/ 315451 h 384233"/>
                <a:gd name="connsiteX242" fmla="*/ 125736 w 1695641"/>
                <a:gd name="connsiteY242" fmla="*/ 321341 h 384233"/>
                <a:gd name="connsiteX243" fmla="*/ 125736 w 1695641"/>
                <a:gd name="connsiteY243" fmla="*/ 327321 h 384233"/>
                <a:gd name="connsiteX244" fmla="*/ 93339 w 1695641"/>
                <a:gd name="connsiteY244" fmla="*/ 327321 h 384233"/>
                <a:gd name="connsiteX245" fmla="*/ 93339 w 1695641"/>
                <a:gd name="connsiteY245" fmla="*/ 341512 h 384233"/>
                <a:gd name="connsiteX246" fmla="*/ 123415 w 1695641"/>
                <a:gd name="connsiteY246" fmla="*/ 341512 h 384233"/>
                <a:gd name="connsiteX247" fmla="*/ 123415 w 1695641"/>
                <a:gd name="connsiteY247" fmla="*/ 347224 h 384233"/>
                <a:gd name="connsiteX248" fmla="*/ 123415 w 1695641"/>
                <a:gd name="connsiteY248" fmla="*/ 353024 h 384233"/>
                <a:gd name="connsiteX249" fmla="*/ 93339 w 1695641"/>
                <a:gd name="connsiteY249" fmla="*/ 353024 h 384233"/>
                <a:gd name="connsiteX250" fmla="*/ 93339 w 1695641"/>
                <a:gd name="connsiteY250" fmla="*/ 370428 h 384233"/>
                <a:gd name="connsiteX251" fmla="*/ 127164 w 1695641"/>
                <a:gd name="connsiteY251" fmla="*/ 370428 h 384233"/>
                <a:gd name="connsiteX252" fmla="*/ 127164 w 1695641"/>
                <a:gd name="connsiteY252" fmla="*/ 376408 h 384233"/>
                <a:gd name="connsiteX253" fmla="*/ 127164 w 1695641"/>
                <a:gd name="connsiteY253" fmla="*/ 382298 h 384233"/>
                <a:gd name="connsiteX254" fmla="*/ 80487 w 1695641"/>
                <a:gd name="connsiteY254" fmla="*/ 382298 h 384233"/>
                <a:gd name="connsiteX255" fmla="*/ 190189 w 1695641"/>
                <a:gd name="connsiteY255" fmla="*/ 315324 h 384233"/>
                <a:gd name="connsiteX256" fmla="*/ 202952 w 1695641"/>
                <a:gd name="connsiteY256" fmla="*/ 315324 h 384233"/>
                <a:gd name="connsiteX257" fmla="*/ 202952 w 1695641"/>
                <a:gd name="connsiteY257" fmla="*/ 363429 h 384233"/>
                <a:gd name="connsiteX258" fmla="*/ 197954 w 1695641"/>
                <a:gd name="connsiteY258" fmla="*/ 378779 h 384233"/>
                <a:gd name="connsiteX259" fmla="*/ 183138 w 1695641"/>
                <a:gd name="connsiteY259" fmla="*/ 384045 h 384233"/>
                <a:gd name="connsiteX260" fmla="*/ 167878 w 1695641"/>
                <a:gd name="connsiteY260" fmla="*/ 378243 h 384233"/>
                <a:gd name="connsiteX261" fmla="*/ 163326 w 1695641"/>
                <a:gd name="connsiteY261" fmla="*/ 360394 h 384233"/>
                <a:gd name="connsiteX262" fmla="*/ 163326 w 1695641"/>
                <a:gd name="connsiteY262" fmla="*/ 356914 h 384233"/>
                <a:gd name="connsiteX263" fmla="*/ 175553 w 1695641"/>
                <a:gd name="connsiteY263" fmla="*/ 356914 h 384233"/>
                <a:gd name="connsiteX264" fmla="*/ 175553 w 1695641"/>
                <a:gd name="connsiteY264" fmla="*/ 360930 h 384233"/>
                <a:gd name="connsiteX265" fmla="*/ 177248 w 1695641"/>
                <a:gd name="connsiteY265" fmla="*/ 369854 h 384233"/>
                <a:gd name="connsiteX266" fmla="*/ 183049 w 1695641"/>
                <a:gd name="connsiteY266" fmla="*/ 372799 h 384233"/>
                <a:gd name="connsiteX267" fmla="*/ 188493 w 1695641"/>
                <a:gd name="connsiteY267" fmla="*/ 370657 h 384233"/>
                <a:gd name="connsiteX268" fmla="*/ 190189 w 1695641"/>
                <a:gd name="connsiteY268" fmla="*/ 363697 h 384233"/>
                <a:gd name="connsiteX269" fmla="*/ 14815 w 1695641"/>
                <a:gd name="connsiteY269" fmla="*/ 315323 h 384233"/>
                <a:gd name="connsiteX270" fmla="*/ 44891 w 1695641"/>
                <a:gd name="connsiteY270" fmla="*/ 315323 h 384233"/>
                <a:gd name="connsiteX271" fmla="*/ 58814 w 1695641"/>
                <a:gd name="connsiteY271" fmla="*/ 319785 h 384233"/>
                <a:gd name="connsiteX272" fmla="*/ 63902 w 1695641"/>
                <a:gd name="connsiteY272" fmla="*/ 332280 h 384233"/>
                <a:gd name="connsiteX273" fmla="*/ 58189 w 1695641"/>
                <a:gd name="connsiteY273" fmla="*/ 344864 h 384233"/>
                <a:gd name="connsiteX274" fmla="*/ 56137 w 1695641"/>
                <a:gd name="connsiteY274" fmla="*/ 346203 h 384233"/>
                <a:gd name="connsiteX275" fmla="*/ 60064 w 1695641"/>
                <a:gd name="connsiteY275" fmla="*/ 348434 h 384233"/>
                <a:gd name="connsiteX276" fmla="*/ 65954 w 1695641"/>
                <a:gd name="connsiteY276" fmla="*/ 361285 h 384233"/>
                <a:gd name="connsiteX277" fmla="*/ 60064 w 1695641"/>
                <a:gd name="connsiteY277" fmla="*/ 376815 h 384233"/>
                <a:gd name="connsiteX278" fmla="*/ 43017 w 1695641"/>
                <a:gd name="connsiteY278" fmla="*/ 382170 h 384233"/>
                <a:gd name="connsiteX279" fmla="*/ 15083 w 1695641"/>
                <a:gd name="connsiteY279" fmla="*/ 382170 h 384233"/>
                <a:gd name="connsiteX280" fmla="*/ 700246 w 1695641"/>
                <a:gd name="connsiteY280" fmla="*/ 315235 h 384233"/>
                <a:gd name="connsiteX281" fmla="*/ 713098 w 1695641"/>
                <a:gd name="connsiteY281" fmla="*/ 315235 h 384233"/>
                <a:gd name="connsiteX282" fmla="*/ 713098 w 1695641"/>
                <a:gd name="connsiteY282" fmla="*/ 357360 h 384233"/>
                <a:gd name="connsiteX283" fmla="*/ 716132 w 1695641"/>
                <a:gd name="connsiteY283" fmla="*/ 368159 h 384233"/>
                <a:gd name="connsiteX284" fmla="*/ 725057 w 1695641"/>
                <a:gd name="connsiteY284" fmla="*/ 371729 h 384233"/>
                <a:gd name="connsiteX285" fmla="*/ 733982 w 1695641"/>
                <a:gd name="connsiteY285" fmla="*/ 368427 h 384233"/>
                <a:gd name="connsiteX286" fmla="*/ 736749 w 1695641"/>
                <a:gd name="connsiteY286" fmla="*/ 357360 h 384233"/>
                <a:gd name="connsiteX287" fmla="*/ 736749 w 1695641"/>
                <a:gd name="connsiteY287" fmla="*/ 315235 h 384233"/>
                <a:gd name="connsiteX288" fmla="*/ 749958 w 1695641"/>
                <a:gd name="connsiteY288" fmla="*/ 315235 h 384233"/>
                <a:gd name="connsiteX289" fmla="*/ 749958 w 1695641"/>
                <a:gd name="connsiteY289" fmla="*/ 356914 h 384233"/>
                <a:gd name="connsiteX290" fmla="*/ 744156 w 1695641"/>
                <a:gd name="connsiteY290" fmla="*/ 377620 h 384233"/>
                <a:gd name="connsiteX291" fmla="*/ 725146 w 1695641"/>
                <a:gd name="connsiteY291" fmla="*/ 383956 h 384233"/>
                <a:gd name="connsiteX292" fmla="*/ 706404 w 1695641"/>
                <a:gd name="connsiteY292" fmla="*/ 377352 h 384233"/>
                <a:gd name="connsiteX293" fmla="*/ 700246 w 1695641"/>
                <a:gd name="connsiteY293" fmla="*/ 356914 h 384233"/>
                <a:gd name="connsiteX294" fmla="*/ 1526374 w 1695641"/>
                <a:gd name="connsiteY294" fmla="*/ 313761 h 384233"/>
                <a:gd name="connsiteX295" fmla="*/ 1547261 w 1695641"/>
                <a:gd name="connsiteY295" fmla="*/ 321079 h 384233"/>
                <a:gd name="connsiteX296" fmla="*/ 1549537 w 1695641"/>
                <a:gd name="connsiteY296" fmla="*/ 323355 h 384233"/>
                <a:gd name="connsiteX297" fmla="*/ 1557570 w 1695641"/>
                <a:gd name="connsiteY297" fmla="*/ 349327 h 384233"/>
                <a:gd name="connsiteX298" fmla="*/ 1549537 w 1695641"/>
                <a:gd name="connsiteY298" fmla="*/ 374763 h 384233"/>
                <a:gd name="connsiteX299" fmla="*/ 1508175 w 1695641"/>
                <a:gd name="connsiteY299" fmla="*/ 376508 h 384233"/>
                <a:gd name="connsiteX300" fmla="*/ 1506430 w 1695641"/>
                <a:gd name="connsiteY300" fmla="*/ 374763 h 384233"/>
                <a:gd name="connsiteX301" fmla="*/ 1498397 w 1695641"/>
                <a:gd name="connsiteY301" fmla="*/ 349327 h 384233"/>
                <a:gd name="connsiteX302" fmla="*/ 1506430 w 1695641"/>
                <a:gd name="connsiteY302" fmla="*/ 323355 h 384233"/>
                <a:gd name="connsiteX303" fmla="*/ 1526374 w 1695641"/>
                <a:gd name="connsiteY303" fmla="*/ 313761 h 384233"/>
                <a:gd name="connsiteX304" fmla="*/ 1400517 w 1695641"/>
                <a:gd name="connsiteY304" fmla="*/ 313754 h 384233"/>
                <a:gd name="connsiteX305" fmla="*/ 1421460 w 1695641"/>
                <a:gd name="connsiteY305" fmla="*/ 321118 h 384233"/>
                <a:gd name="connsiteX306" fmla="*/ 1423697 w 1695641"/>
                <a:gd name="connsiteY306" fmla="*/ 323355 h 384233"/>
                <a:gd name="connsiteX307" fmla="*/ 1431641 w 1695641"/>
                <a:gd name="connsiteY307" fmla="*/ 349327 h 384233"/>
                <a:gd name="connsiteX308" fmla="*/ 1423697 w 1695641"/>
                <a:gd name="connsiteY308" fmla="*/ 374763 h 384233"/>
                <a:gd name="connsiteX309" fmla="*/ 1382207 w 1695641"/>
                <a:gd name="connsiteY309" fmla="*/ 376469 h 384233"/>
                <a:gd name="connsiteX310" fmla="*/ 1380501 w 1695641"/>
                <a:gd name="connsiteY310" fmla="*/ 374763 h 384233"/>
                <a:gd name="connsiteX311" fmla="*/ 1380500 w 1695641"/>
                <a:gd name="connsiteY311" fmla="*/ 374763 h 384233"/>
                <a:gd name="connsiteX312" fmla="*/ 1372557 w 1695641"/>
                <a:gd name="connsiteY312" fmla="*/ 349327 h 384233"/>
                <a:gd name="connsiteX313" fmla="*/ 1380500 w 1695641"/>
                <a:gd name="connsiteY313" fmla="*/ 323355 h 384233"/>
                <a:gd name="connsiteX314" fmla="*/ 1400517 w 1695641"/>
                <a:gd name="connsiteY314" fmla="*/ 313754 h 384233"/>
                <a:gd name="connsiteX315" fmla="*/ 935084 w 1695641"/>
                <a:gd name="connsiteY315" fmla="*/ 313754 h 384233"/>
                <a:gd name="connsiteX316" fmla="*/ 956027 w 1695641"/>
                <a:gd name="connsiteY316" fmla="*/ 321118 h 384233"/>
                <a:gd name="connsiteX317" fmla="*/ 958264 w 1695641"/>
                <a:gd name="connsiteY317" fmla="*/ 323355 h 384233"/>
                <a:gd name="connsiteX318" fmla="*/ 966208 w 1695641"/>
                <a:gd name="connsiteY318" fmla="*/ 349327 h 384233"/>
                <a:gd name="connsiteX319" fmla="*/ 958264 w 1695641"/>
                <a:gd name="connsiteY319" fmla="*/ 374763 h 384233"/>
                <a:gd name="connsiteX320" fmla="*/ 916774 w 1695641"/>
                <a:gd name="connsiteY320" fmla="*/ 376469 h 384233"/>
                <a:gd name="connsiteX321" fmla="*/ 915068 w 1695641"/>
                <a:gd name="connsiteY321" fmla="*/ 374763 h 384233"/>
                <a:gd name="connsiteX322" fmla="*/ 915067 w 1695641"/>
                <a:gd name="connsiteY322" fmla="*/ 374763 h 384233"/>
                <a:gd name="connsiteX323" fmla="*/ 907124 w 1695641"/>
                <a:gd name="connsiteY323" fmla="*/ 349327 h 384233"/>
                <a:gd name="connsiteX324" fmla="*/ 915067 w 1695641"/>
                <a:gd name="connsiteY324" fmla="*/ 323355 h 384233"/>
                <a:gd name="connsiteX325" fmla="*/ 935084 w 1695641"/>
                <a:gd name="connsiteY325" fmla="*/ 313754 h 384233"/>
                <a:gd name="connsiteX326" fmla="*/ 1598624 w 1695641"/>
                <a:gd name="connsiteY326" fmla="*/ 313717 h 384233"/>
                <a:gd name="connsiteX327" fmla="*/ 1617099 w 1695641"/>
                <a:gd name="connsiteY327" fmla="*/ 319786 h 384233"/>
                <a:gd name="connsiteX328" fmla="*/ 1625578 w 1695641"/>
                <a:gd name="connsiteY328" fmla="*/ 336207 h 384233"/>
                <a:gd name="connsiteX329" fmla="*/ 1612994 w 1695641"/>
                <a:gd name="connsiteY329" fmla="*/ 336207 h 384233"/>
                <a:gd name="connsiteX330" fmla="*/ 1608442 w 1695641"/>
                <a:gd name="connsiteY330" fmla="*/ 328621 h 384233"/>
                <a:gd name="connsiteX331" fmla="*/ 1599517 w 1695641"/>
                <a:gd name="connsiteY331" fmla="*/ 325319 h 384233"/>
                <a:gd name="connsiteX332" fmla="*/ 1586397 w 1695641"/>
                <a:gd name="connsiteY332" fmla="*/ 331566 h 384233"/>
                <a:gd name="connsiteX333" fmla="*/ 1586397 w 1695641"/>
                <a:gd name="connsiteY333" fmla="*/ 366373 h 384233"/>
                <a:gd name="connsiteX334" fmla="*/ 1599696 w 1695641"/>
                <a:gd name="connsiteY334" fmla="*/ 372353 h 384233"/>
                <a:gd name="connsiteX335" fmla="*/ 1611298 w 1695641"/>
                <a:gd name="connsiteY335" fmla="*/ 366106 h 384233"/>
                <a:gd name="connsiteX336" fmla="*/ 1614689 w 1695641"/>
                <a:gd name="connsiteY336" fmla="*/ 357895 h 384233"/>
                <a:gd name="connsiteX337" fmla="*/ 1600231 w 1695641"/>
                <a:gd name="connsiteY337" fmla="*/ 357895 h 384233"/>
                <a:gd name="connsiteX338" fmla="*/ 1600231 w 1695641"/>
                <a:gd name="connsiteY338" fmla="*/ 346382 h 384233"/>
                <a:gd name="connsiteX339" fmla="*/ 1626024 w 1695641"/>
                <a:gd name="connsiteY339" fmla="*/ 346382 h 384233"/>
                <a:gd name="connsiteX340" fmla="*/ 1626024 w 1695641"/>
                <a:gd name="connsiteY340" fmla="*/ 382081 h 384233"/>
                <a:gd name="connsiteX341" fmla="*/ 1617099 w 1695641"/>
                <a:gd name="connsiteY341" fmla="*/ 382081 h 384233"/>
                <a:gd name="connsiteX342" fmla="*/ 1615850 w 1695641"/>
                <a:gd name="connsiteY342" fmla="*/ 373156 h 384233"/>
                <a:gd name="connsiteX343" fmla="*/ 1615671 w 1695641"/>
                <a:gd name="connsiteY343" fmla="*/ 374762 h 384233"/>
                <a:gd name="connsiteX344" fmla="*/ 1597821 w 1695641"/>
                <a:gd name="connsiteY344" fmla="*/ 384223 h 384233"/>
                <a:gd name="connsiteX345" fmla="*/ 1597821 w 1695641"/>
                <a:gd name="connsiteY345" fmla="*/ 383687 h 384233"/>
                <a:gd name="connsiteX346" fmla="*/ 1576401 w 1695641"/>
                <a:gd name="connsiteY346" fmla="*/ 374762 h 384233"/>
                <a:gd name="connsiteX347" fmla="*/ 1576401 w 1695641"/>
                <a:gd name="connsiteY347" fmla="*/ 323356 h 384233"/>
                <a:gd name="connsiteX348" fmla="*/ 1598624 w 1695641"/>
                <a:gd name="connsiteY348" fmla="*/ 313717 h 384233"/>
                <a:gd name="connsiteX349" fmla="*/ 1205662 w 1695641"/>
                <a:gd name="connsiteY349" fmla="*/ 313538 h 384233"/>
                <a:gd name="connsiteX350" fmla="*/ 1223511 w 1695641"/>
                <a:gd name="connsiteY350" fmla="*/ 319964 h 384233"/>
                <a:gd name="connsiteX351" fmla="*/ 1232436 w 1695641"/>
                <a:gd name="connsiteY351" fmla="*/ 337367 h 384233"/>
                <a:gd name="connsiteX352" fmla="*/ 1219584 w 1695641"/>
                <a:gd name="connsiteY352" fmla="*/ 337367 h 384233"/>
                <a:gd name="connsiteX353" fmla="*/ 1215300 w 1695641"/>
                <a:gd name="connsiteY353" fmla="*/ 328442 h 384233"/>
                <a:gd name="connsiteX354" fmla="*/ 1206376 w 1695641"/>
                <a:gd name="connsiteY354" fmla="*/ 325229 h 384233"/>
                <a:gd name="connsiteX355" fmla="*/ 1195130 w 1695641"/>
                <a:gd name="connsiteY355" fmla="*/ 331477 h 384233"/>
                <a:gd name="connsiteX356" fmla="*/ 1191114 w 1695641"/>
                <a:gd name="connsiteY356" fmla="*/ 348702 h 384233"/>
                <a:gd name="connsiteX357" fmla="*/ 1195130 w 1695641"/>
                <a:gd name="connsiteY357" fmla="*/ 365480 h 384233"/>
                <a:gd name="connsiteX358" fmla="*/ 1214212 w 1695641"/>
                <a:gd name="connsiteY358" fmla="*/ 369182 h 384233"/>
                <a:gd name="connsiteX359" fmla="*/ 1215746 w 1695641"/>
                <a:gd name="connsiteY359" fmla="*/ 367979 h 384233"/>
                <a:gd name="connsiteX360" fmla="*/ 1220030 w 1695641"/>
                <a:gd name="connsiteY360" fmla="*/ 358430 h 384233"/>
                <a:gd name="connsiteX361" fmla="*/ 1231901 w 1695641"/>
                <a:gd name="connsiteY361" fmla="*/ 358787 h 384233"/>
                <a:gd name="connsiteX362" fmla="*/ 1223511 w 1695641"/>
                <a:gd name="connsiteY362" fmla="*/ 377172 h 384233"/>
                <a:gd name="connsiteX363" fmla="*/ 1205662 w 1695641"/>
                <a:gd name="connsiteY363" fmla="*/ 384044 h 384233"/>
                <a:gd name="connsiteX364" fmla="*/ 1185045 w 1695641"/>
                <a:gd name="connsiteY364" fmla="*/ 374584 h 384233"/>
                <a:gd name="connsiteX365" fmla="*/ 1177370 w 1695641"/>
                <a:gd name="connsiteY365" fmla="*/ 349148 h 384233"/>
                <a:gd name="connsiteX366" fmla="*/ 1185045 w 1695641"/>
                <a:gd name="connsiteY366" fmla="*/ 323177 h 384233"/>
                <a:gd name="connsiteX367" fmla="*/ 1205662 w 1695641"/>
                <a:gd name="connsiteY367" fmla="*/ 313538 h 384233"/>
                <a:gd name="connsiteX368" fmla="*/ 523890 w 1695641"/>
                <a:gd name="connsiteY368" fmla="*/ 313538 h 384233"/>
                <a:gd name="connsiteX369" fmla="*/ 540758 w 1695641"/>
                <a:gd name="connsiteY369" fmla="*/ 319428 h 384233"/>
                <a:gd name="connsiteX370" fmla="*/ 547898 w 1695641"/>
                <a:gd name="connsiteY370" fmla="*/ 335404 h 384233"/>
                <a:gd name="connsiteX371" fmla="*/ 534867 w 1695641"/>
                <a:gd name="connsiteY371" fmla="*/ 335404 h 384233"/>
                <a:gd name="connsiteX372" fmla="*/ 531029 w 1695641"/>
                <a:gd name="connsiteY372" fmla="*/ 327817 h 384233"/>
                <a:gd name="connsiteX373" fmla="*/ 522105 w 1695641"/>
                <a:gd name="connsiteY373" fmla="*/ 325051 h 384233"/>
                <a:gd name="connsiteX374" fmla="*/ 514519 w 1695641"/>
                <a:gd name="connsiteY374" fmla="*/ 327371 h 384233"/>
                <a:gd name="connsiteX375" fmla="*/ 511752 w 1695641"/>
                <a:gd name="connsiteY375" fmla="*/ 333886 h 384233"/>
                <a:gd name="connsiteX376" fmla="*/ 514608 w 1695641"/>
                <a:gd name="connsiteY376" fmla="*/ 338527 h 384233"/>
                <a:gd name="connsiteX377" fmla="*/ 526745 w 1695641"/>
                <a:gd name="connsiteY377" fmla="*/ 342365 h 384233"/>
                <a:gd name="connsiteX378" fmla="*/ 544595 w 1695641"/>
                <a:gd name="connsiteY378" fmla="*/ 349951 h 384233"/>
                <a:gd name="connsiteX379" fmla="*/ 549058 w 1695641"/>
                <a:gd name="connsiteY379" fmla="*/ 363517 h 384233"/>
                <a:gd name="connsiteX380" fmla="*/ 542274 w 1695641"/>
                <a:gd name="connsiteY380" fmla="*/ 378510 h 384233"/>
                <a:gd name="connsiteX381" fmla="*/ 523801 w 1695641"/>
                <a:gd name="connsiteY381" fmla="*/ 384044 h 384233"/>
                <a:gd name="connsiteX382" fmla="*/ 505951 w 1695641"/>
                <a:gd name="connsiteY382" fmla="*/ 378153 h 384233"/>
                <a:gd name="connsiteX383" fmla="*/ 498900 w 1695641"/>
                <a:gd name="connsiteY383" fmla="*/ 361464 h 384233"/>
                <a:gd name="connsiteX384" fmla="*/ 511306 w 1695641"/>
                <a:gd name="connsiteY384" fmla="*/ 361465 h 384233"/>
                <a:gd name="connsiteX385" fmla="*/ 514876 w 1695641"/>
                <a:gd name="connsiteY385" fmla="*/ 369675 h 384233"/>
                <a:gd name="connsiteX386" fmla="*/ 523801 w 1695641"/>
                <a:gd name="connsiteY386" fmla="*/ 372531 h 384233"/>
                <a:gd name="connsiteX387" fmla="*/ 533439 w 1695641"/>
                <a:gd name="connsiteY387" fmla="*/ 370389 h 384233"/>
                <a:gd name="connsiteX388" fmla="*/ 536920 w 1695641"/>
                <a:gd name="connsiteY388" fmla="*/ 364410 h 384233"/>
                <a:gd name="connsiteX389" fmla="*/ 534421 w 1695641"/>
                <a:gd name="connsiteY389" fmla="*/ 358787 h 384233"/>
                <a:gd name="connsiteX390" fmla="*/ 523979 w 1695641"/>
                <a:gd name="connsiteY390" fmla="*/ 355128 h 384233"/>
                <a:gd name="connsiteX391" fmla="*/ 504434 w 1695641"/>
                <a:gd name="connsiteY391" fmla="*/ 347452 h 384233"/>
                <a:gd name="connsiteX392" fmla="*/ 499525 w 1695641"/>
                <a:gd name="connsiteY392" fmla="*/ 334690 h 384233"/>
                <a:gd name="connsiteX393" fmla="*/ 506040 w 1695641"/>
                <a:gd name="connsiteY393" fmla="*/ 319249 h 384233"/>
                <a:gd name="connsiteX394" fmla="*/ 523890 w 1695641"/>
                <a:gd name="connsiteY394" fmla="*/ 313538 h 384233"/>
                <a:gd name="connsiteX395" fmla="*/ 336367 w 1695641"/>
                <a:gd name="connsiteY395" fmla="*/ 313293 h 384233"/>
                <a:gd name="connsiteX396" fmla="*/ 357351 w 1695641"/>
                <a:gd name="connsiteY396" fmla="*/ 319250 h 384233"/>
                <a:gd name="connsiteX397" fmla="*/ 365830 w 1695641"/>
                <a:gd name="connsiteY397" fmla="*/ 335672 h 384233"/>
                <a:gd name="connsiteX398" fmla="*/ 352978 w 1695641"/>
                <a:gd name="connsiteY398" fmla="*/ 335672 h 384233"/>
                <a:gd name="connsiteX399" fmla="*/ 348515 w 1695641"/>
                <a:gd name="connsiteY399" fmla="*/ 328086 h 384233"/>
                <a:gd name="connsiteX400" fmla="*/ 339591 w 1695641"/>
                <a:gd name="connsiteY400" fmla="*/ 324783 h 384233"/>
                <a:gd name="connsiteX401" fmla="*/ 326472 w 1695641"/>
                <a:gd name="connsiteY401" fmla="*/ 331031 h 384233"/>
                <a:gd name="connsiteX402" fmla="*/ 321741 w 1695641"/>
                <a:gd name="connsiteY402" fmla="*/ 348881 h 384233"/>
                <a:gd name="connsiteX403" fmla="*/ 326293 w 1695641"/>
                <a:gd name="connsiteY403" fmla="*/ 366195 h 384233"/>
                <a:gd name="connsiteX404" fmla="*/ 339591 w 1695641"/>
                <a:gd name="connsiteY404" fmla="*/ 372175 h 384233"/>
                <a:gd name="connsiteX405" fmla="*/ 351193 w 1695641"/>
                <a:gd name="connsiteY405" fmla="*/ 365928 h 384233"/>
                <a:gd name="connsiteX406" fmla="*/ 354584 w 1695641"/>
                <a:gd name="connsiteY406" fmla="*/ 357717 h 384233"/>
                <a:gd name="connsiteX407" fmla="*/ 340127 w 1695641"/>
                <a:gd name="connsiteY407" fmla="*/ 357717 h 384233"/>
                <a:gd name="connsiteX408" fmla="*/ 340127 w 1695641"/>
                <a:gd name="connsiteY408" fmla="*/ 346203 h 384233"/>
                <a:gd name="connsiteX409" fmla="*/ 366187 w 1695641"/>
                <a:gd name="connsiteY409" fmla="*/ 346203 h 384233"/>
                <a:gd name="connsiteX410" fmla="*/ 366187 w 1695641"/>
                <a:gd name="connsiteY410" fmla="*/ 381903 h 384233"/>
                <a:gd name="connsiteX411" fmla="*/ 357262 w 1695641"/>
                <a:gd name="connsiteY411" fmla="*/ 381903 h 384233"/>
                <a:gd name="connsiteX412" fmla="*/ 356012 w 1695641"/>
                <a:gd name="connsiteY412" fmla="*/ 372978 h 384233"/>
                <a:gd name="connsiteX413" fmla="*/ 355299 w 1695641"/>
                <a:gd name="connsiteY413" fmla="*/ 374049 h 384233"/>
                <a:gd name="connsiteX414" fmla="*/ 337551 w 1695641"/>
                <a:gd name="connsiteY414" fmla="*/ 383456 h 384233"/>
                <a:gd name="connsiteX415" fmla="*/ 316743 w 1695641"/>
                <a:gd name="connsiteY415" fmla="*/ 374228 h 384233"/>
                <a:gd name="connsiteX416" fmla="*/ 316743 w 1695641"/>
                <a:gd name="connsiteY416" fmla="*/ 322820 h 384233"/>
                <a:gd name="connsiteX417" fmla="*/ 336367 w 1695641"/>
                <a:gd name="connsiteY417" fmla="*/ 313293 h 384233"/>
                <a:gd name="connsiteX418" fmla="*/ 381539 w 1695641"/>
                <a:gd name="connsiteY418" fmla="*/ 228751 h 384233"/>
                <a:gd name="connsiteX419" fmla="*/ 381449 w 1695641"/>
                <a:gd name="connsiteY419" fmla="*/ 228930 h 384233"/>
                <a:gd name="connsiteX420" fmla="*/ 381464 w 1695641"/>
                <a:gd name="connsiteY420" fmla="*/ 228833 h 384233"/>
                <a:gd name="connsiteX421" fmla="*/ 350212 w 1695641"/>
                <a:gd name="connsiteY421" fmla="*/ 205101 h 384233"/>
                <a:gd name="connsiteX422" fmla="*/ 359137 w 1695641"/>
                <a:gd name="connsiteY422" fmla="*/ 216256 h 384233"/>
                <a:gd name="connsiteX423" fmla="*/ 368597 w 1695641"/>
                <a:gd name="connsiteY423" fmla="*/ 213936 h 384233"/>
                <a:gd name="connsiteX424" fmla="*/ 379575 w 1695641"/>
                <a:gd name="connsiteY424" fmla="*/ 213936 h 384233"/>
                <a:gd name="connsiteX425" fmla="*/ 383413 w 1695641"/>
                <a:gd name="connsiteY425" fmla="*/ 215721 h 384233"/>
                <a:gd name="connsiteX426" fmla="*/ 382520 w 1695641"/>
                <a:gd name="connsiteY426" fmla="*/ 221968 h 384233"/>
                <a:gd name="connsiteX427" fmla="*/ 381464 w 1695641"/>
                <a:gd name="connsiteY427" fmla="*/ 228833 h 384233"/>
                <a:gd name="connsiteX428" fmla="*/ 376719 w 1695641"/>
                <a:gd name="connsiteY428" fmla="*/ 234017 h 384233"/>
                <a:gd name="connsiteX429" fmla="*/ 371810 w 1695641"/>
                <a:gd name="connsiteY429" fmla="*/ 237676 h 384233"/>
                <a:gd name="connsiteX430" fmla="*/ 368330 w 1695641"/>
                <a:gd name="connsiteY430" fmla="*/ 247583 h 384233"/>
                <a:gd name="connsiteX431" fmla="*/ 361368 w 1695641"/>
                <a:gd name="connsiteY431" fmla="*/ 252313 h 384233"/>
                <a:gd name="connsiteX432" fmla="*/ 353336 w 1695641"/>
                <a:gd name="connsiteY432" fmla="*/ 253027 h 384233"/>
                <a:gd name="connsiteX433" fmla="*/ 342715 w 1695641"/>
                <a:gd name="connsiteY433" fmla="*/ 257490 h 384233"/>
                <a:gd name="connsiteX434" fmla="*/ 330041 w 1695641"/>
                <a:gd name="connsiteY434" fmla="*/ 247048 h 384233"/>
                <a:gd name="connsiteX435" fmla="*/ 331380 w 1695641"/>
                <a:gd name="connsiteY435" fmla="*/ 239193 h 384233"/>
                <a:gd name="connsiteX436" fmla="*/ 329506 w 1695641"/>
                <a:gd name="connsiteY436" fmla="*/ 232946 h 384233"/>
                <a:gd name="connsiteX437" fmla="*/ 333344 w 1695641"/>
                <a:gd name="connsiteY437" fmla="*/ 225627 h 384233"/>
                <a:gd name="connsiteX438" fmla="*/ 343072 w 1695641"/>
                <a:gd name="connsiteY438" fmla="*/ 208939 h 384233"/>
                <a:gd name="connsiteX439" fmla="*/ 350212 w 1695641"/>
                <a:gd name="connsiteY439" fmla="*/ 205101 h 384233"/>
                <a:gd name="connsiteX440" fmla="*/ 469269 w 1695641"/>
                <a:gd name="connsiteY440" fmla="*/ 183145 h 384233"/>
                <a:gd name="connsiteX441" fmla="*/ 476410 w 1695641"/>
                <a:gd name="connsiteY441" fmla="*/ 184752 h 384233"/>
                <a:gd name="connsiteX442" fmla="*/ 483639 w 1695641"/>
                <a:gd name="connsiteY442" fmla="*/ 188500 h 384233"/>
                <a:gd name="connsiteX443" fmla="*/ 490868 w 1695641"/>
                <a:gd name="connsiteY443" fmla="*/ 189125 h 384233"/>
                <a:gd name="connsiteX444" fmla="*/ 498008 w 1695641"/>
                <a:gd name="connsiteY444" fmla="*/ 191356 h 384233"/>
                <a:gd name="connsiteX445" fmla="*/ 504166 w 1695641"/>
                <a:gd name="connsiteY445" fmla="*/ 190375 h 384233"/>
                <a:gd name="connsiteX446" fmla="*/ 518802 w 1695641"/>
                <a:gd name="connsiteY446" fmla="*/ 203316 h 384233"/>
                <a:gd name="connsiteX447" fmla="*/ 517999 w 1695641"/>
                <a:gd name="connsiteY447" fmla="*/ 203494 h 384233"/>
                <a:gd name="connsiteX448" fmla="*/ 521837 w 1695641"/>
                <a:gd name="connsiteY448" fmla="*/ 209117 h 384233"/>
                <a:gd name="connsiteX449" fmla="*/ 521837 w 1695641"/>
                <a:gd name="connsiteY449" fmla="*/ 216435 h 384233"/>
                <a:gd name="connsiteX450" fmla="*/ 516660 w 1695641"/>
                <a:gd name="connsiteY450" fmla="*/ 223219 h 384233"/>
                <a:gd name="connsiteX451" fmla="*/ 512644 w 1695641"/>
                <a:gd name="connsiteY451" fmla="*/ 231430 h 384233"/>
                <a:gd name="connsiteX452" fmla="*/ 507915 w 1695641"/>
                <a:gd name="connsiteY452" fmla="*/ 236963 h 384233"/>
                <a:gd name="connsiteX453" fmla="*/ 499704 w 1695641"/>
                <a:gd name="connsiteY453" fmla="*/ 240265 h 384233"/>
                <a:gd name="connsiteX454" fmla="*/ 492742 w 1695641"/>
                <a:gd name="connsiteY454" fmla="*/ 240265 h 384233"/>
                <a:gd name="connsiteX455" fmla="*/ 485424 w 1695641"/>
                <a:gd name="connsiteY455" fmla="*/ 243746 h 384233"/>
                <a:gd name="connsiteX456" fmla="*/ 479712 w 1695641"/>
                <a:gd name="connsiteY456" fmla="*/ 237677 h 384233"/>
                <a:gd name="connsiteX457" fmla="*/ 479712 w 1695641"/>
                <a:gd name="connsiteY457" fmla="*/ 229645 h 384233"/>
                <a:gd name="connsiteX458" fmla="*/ 473821 w 1695641"/>
                <a:gd name="connsiteY458" fmla="*/ 218845 h 384233"/>
                <a:gd name="connsiteX459" fmla="*/ 469091 w 1695641"/>
                <a:gd name="connsiteY459" fmla="*/ 209474 h 384233"/>
                <a:gd name="connsiteX460" fmla="*/ 466324 w 1695641"/>
                <a:gd name="connsiteY460" fmla="*/ 199032 h 384233"/>
                <a:gd name="connsiteX461" fmla="*/ 466860 w 1695641"/>
                <a:gd name="connsiteY461" fmla="*/ 192606 h 384233"/>
                <a:gd name="connsiteX462" fmla="*/ 469269 w 1695641"/>
                <a:gd name="connsiteY462" fmla="*/ 183145 h 384233"/>
                <a:gd name="connsiteX463" fmla="*/ 443656 w 1695641"/>
                <a:gd name="connsiteY463" fmla="*/ 131382 h 384233"/>
                <a:gd name="connsiteX464" fmla="*/ 437051 w 1695641"/>
                <a:gd name="connsiteY464" fmla="*/ 132274 h 384233"/>
                <a:gd name="connsiteX465" fmla="*/ 430269 w 1695641"/>
                <a:gd name="connsiteY465" fmla="*/ 134505 h 384233"/>
                <a:gd name="connsiteX466" fmla="*/ 425181 w 1695641"/>
                <a:gd name="connsiteY466" fmla="*/ 137718 h 384233"/>
                <a:gd name="connsiteX467" fmla="*/ 411972 w 1695641"/>
                <a:gd name="connsiteY467" fmla="*/ 143429 h 384233"/>
                <a:gd name="connsiteX468" fmla="*/ 407956 w 1695641"/>
                <a:gd name="connsiteY468" fmla="*/ 150212 h 384233"/>
                <a:gd name="connsiteX469" fmla="*/ 413668 w 1695641"/>
                <a:gd name="connsiteY469" fmla="*/ 155924 h 384233"/>
                <a:gd name="connsiteX470" fmla="*/ 423753 w 1695641"/>
                <a:gd name="connsiteY470" fmla="*/ 152801 h 384233"/>
                <a:gd name="connsiteX471" fmla="*/ 433214 w 1695641"/>
                <a:gd name="connsiteY471" fmla="*/ 145482 h 384233"/>
                <a:gd name="connsiteX472" fmla="*/ 441068 w 1695641"/>
                <a:gd name="connsiteY472" fmla="*/ 138521 h 384233"/>
                <a:gd name="connsiteX473" fmla="*/ 443656 w 1695641"/>
                <a:gd name="connsiteY473" fmla="*/ 131382 h 384233"/>
                <a:gd name="connsiteX474" fmla="*/ 757186 w 1695641"/>
                <a:gd name="connsiteY474" fmla="*/ 117012 h 384233"/>
                <a:gd name="connsiteX475" fmla="*/ 746743 w 1695641"/>
                <a:gd name="connsiteY475" fmla="*/ 118797 h 384233"/>
                <a:gd name="connsiteX476" fmla="*/ 744244 w 1695641"/>
                <a:gd name="connsiteY476" fmla="*/ 124330 h 384233"/>
                <a:gd name="connsiteX477" fmla="*/ 745048 w 1695641"/>
                <a:gd name="connsiteY477" fmla="*/ 129507 h 384233"/>
                <a:gd name="connsiteX478" fmla="*/ 753973 w 1695641"/>
                <a:gd name="connsiteY478" fmla="*/ 130488 h 384233"/>
                <a:gd name="connsiteX479" fmla="*/ 754062 w 1695641"/>
                <a:gd name="connsiteY479" fmla="*/ 130488 h 384233"/>
                <a:gd name="connsiteX480" fmla="*/ 760042 w 1695641"/>
                <a:gd name="connsiteY480" fmla="*/ 120135 h 384233"/>
                <a:gd name="connsiteX481" fmla="*/ 760062 w 1695641"/>
                <a:gd name="connsiteY481" fmla="*/ 119664 h 384233"/>
                <a:gd name="connsiteX482" fmla="*/ 757186 w 1695641"/>
                <a:gd name="connsiteY482" fmla="*/ 117012 h 384233"/>
                <a:gd name="connsiteX483" fmla="*/ 788423 w 1695641"/>
                <a:gd name="connsiteY483" fmla="*/ 107730 h 384233"/>
                <a:gd name="connsiteX484" fmla="*/ 780302 w 1695641"/>
                <a:gd name="connsiteY484" fmla="*/ 110407 h 384233"/>
                <a:gd name="connsiteX485" fmla="*/ 779319 w 1695641"/>
                <a:gd name="connsiteY485" fmla="*/ 118529 h 384233"/>
                <a:gd name="connsiteX486" fmla="*/ 784317 w 1695641"/>
                <a:gd name="connsiteY486" fmla="*/ 123080 h 384233"/>
                <a:gd name="connsiteX487" fmla="*/ 793242 w 1695641"/>
                <a:gd name="connsiteY487" fmla="*/ 116387 h 384233"/>
                <a:gd name="connsiteX488" fmla="*/ 793600 w 1695641"/>
                <a:gd name="connsiteY488" fmla="*/ 116387 h 384233"/>
                <a:gd name="connsiteX489" fmla="*/ 793600 w 1695641"/>
                <a:gd name="connsiteY489" fmla="*/ 109604 h 384233"/>
                <a:gd name="connsiteX490" fmla="*/ 788423 w 1695641"/>
                <a:gd name="connsiteY490" fmla="*/ 107730 h 384233"/>
                <a:gd name="connsiteX491" fmla="*/ 462041 w 1695641"/>
                <a:gd name="connsiteY491" fmla="*/ 97466 h 384233"/>
                <a:gd name="connsiteX492" fmla="*/ 469716 w 1695641"/>
                <a:gd name="connsiteY492" fmla="*/ 100412 h 384233"/>
                <a:gd name="connsiteX493" fmla="*/ 478641 w 1695641"/>
                <a:gd name="connsiteY493" fmla="*/ 100412 h 384233"/>
                <a:gd name="connsiteX494" fmla="*/ 491225 w 1695641"/>
                <a:gd name="connsiteY494" fmla="*/ 108623 h 384233"/>
                <a:gd name="connsiteX495" fmla="*/ 494706 w 1695641"/>
                <a:gd name="connsiteY495" fmla="*/ 119065 h 384233"/>
                <a:gd name="connsiteX496" fmla="*/ 494706 w 1695641"/>
                <a:gd name="connsiteY496" fmla="*/ 127187 h 384233"/>
                <a:gd name="connsiteX497" fmla="*/ 484085 w 1695641"/>
                <a:gd name="connsiteY497" fmla="*/ 137985 h 384233"/>
                <a:gd name="connsiteX498" fmla="*/ 483728 w 1695641"/>
                <a:gd name="connsiteY498" fmla="*/ 137985 h 384233"/>
                <a:gd name="connsiteX499" fmla="*/ 478641 w 1695641"/>
                <a:gd name="connsiteY499" fmla="*/ 146910 h 384233"/>
                <a:gd name="connsiteX500" fmla="*/ 461951 w 1695641"/>
                <a:gd name="connsiteY500" fmla="*/ 176006 h 384233"/>
                <a:gd name="connsiteX501" fmla="*/ 454633 w 1695641"/>
                <a:gd name="connsiteY501" fmla="*/ 185377 h 384233"/>
                <a:gd name="connsiteX502" fmla="*/ 449189 w 1695641"/>
                <a:gd name="connsiteY502" fmla="*/ 186091 h 384233"/>
                <a:gd name="connsiteX503" fmla="*/ 444013 w 1695641"/>
                <a:gd name="connsiteY503" fmla="*/ 191892 h 384233"/>
                <a:gd name="connsiteX504" fmla="*/ 445709 w 1695641"/>
                <a:gd name="connsiteY504" fmla="*/ 202513 h 384233"/>
                <a:gd name="connsiteX505" fmla="*/ 445709 w 1695641"/>
                <a:gd name="connsiteY505" fmla="*/ 249725 h 384233"/>
                <a:gd name="connsiteX506" fmla="*/ 436784 w 1695641"/>
                <a:gd name="connsiteY506" fmla="*/ 263113 h 384233"/>
                <a:gd name="connsiteX507" fmla="*/ 427234 w 1695641"/>
                <a:gd name="connsiteY507" fmla="*/ 272662 h 384233"/>
                <a:gd name="connsiteX508" fmla="*/ 418309 w 1695641"/>
                <a:gd name="connsiteY508" fmla="*/ 277214 h 384233"/>
                <a:gd name="connsiteX509" fmla="*/ 414293 w 1695641"/>
                <a:gd name="connsiteY509" fmla="*/ 274447 h 384233"/>
                <a:gd name="connsiteX510" fmla="*/ 408045 w 1695641"/>
                <a:gd name="connsiteY510" fmla="*/ 271681 h 384233"/>
                <a:gd name="connsiteX511" fmla="*/ 403136 w 1695641"/>
                <a:gd name="connsiteY511" fmla="*/ 267843 h 384233"/>
                <a:gd name="connsiteX512" fmla="*/ 394926 w 1695641"/>
                <a:gd name="connsiteY512" fmla="*/ 263827 h 384233"/>
                <a:gd name="connsiteX513" fmla="*/ 390464 w 1695641"/>
                <a:gd name="connsiteY513" fmla="*/ 255437 h 384233"/>
                <a:gd name="connsiteX514" fmla="*/ 377880 w 1695641"/>
                <a:gd name="connsiteY514" fmla="*/ 242585 h 384233"/>
                <a:gd name="connsiteX515" fmla="*/ 385912 w 1695641"/>
                <a:gd name="connsiteY515" fmla="*/ 239283 h 384233"/>
                <a:gd name="connsiteX516" fmla="*/ 397781 w 1695641"/>
                <a:gd name="connsiteY516" fmla="*/ 243388 h 384233"/>
                <a:gd name="connsiteX517" fmla="*/ 407331 w 1695641"/>
                <a:gd name="connsiteY517" fmla="*/ 232232 h 384233"/>
                <a:gd name="connsiteX518" fmla="*/ 407331 w 1695641"/>
                <a:gd name="connsiteY518" fmla="*/ 224467 h 384233"/>
                <a:gd name="connsiteX519" fmla="*/ 407331 w 1695641"/>
                <a:gd name="connsiteY519" fmla="*/ 213847 h 384233"/>
                <a:gd name="connsiteX520" fmla="*/ 409027 w 1695641"/>
                <a:gd name="connsiteY520" fmla="*/ 199657 h 384233"/>
                <a:gd name="connsiteX521" fmla="*/ 406439 w 1695641"/>
                <a:gd name="connsiteY521" fmla="*/ 194837 h 384233"/>
                <a:gd name="connsiteX522" fmla="*/ 398763 w 1695641"/>
                <a:gd name="connsiteY522" fmla="*/ 192695 h 384233"/>
                <a:gd name="connsiteX523" fmla="*/ 392695 w 1695641"/>
                <a:gd name="connsiteY523" fmla="*/ 193766 h 384233"/>
                <a:gd name="connsiteX524" fmla="*/ 382967 w 1695641"/>
                <a:gd name="connsiteY524" fmla="*/ 192874 h 384233"/>
                <a:gd name="connsiteX525" fmla="*/ 379486 w 1695641"/>
                <a:gd name="connsiteY525" fmla="*/ 189750 h 384233"/>
                <a:gd name="connsiteX526" fmla="*/ 377522 w 1695641"/>
                <a:gd name="connsiteY526" fmla="*/ 182610 h 384233"/>
                <a:gd name="connsiteX527" fmla="*/ 375827 w 1695641"/>
                <a:gd name="connsiteY527" fmla="*/ 178772 h 384233"/>
                <a:gd name="connsiteX528" fmla="*/ 374934 w 1695641"/>
                <a:gd name="connsiteY528" fmla="*/ 171275 h 384233"/>
                <a:gd name="connsiteX529" fmla="*/ 372524 w 1695641"/>
                <a:gd name="connsiteY529" fmla="*/ 160298 h 384233"/>
                <a:gd name="connsiteX530" fmla="*/ 370204 w 1695641"/>
                <a:gd name="connsiteY530" fmla="*/ 146196 h 384233"/>
                <a:gd name="connsiteX531" fmla="*/ 369490 w 1695641"/>
                <a:gd name="connsiteY531" fmla="*/ 131917 h 384233"/>
                <a:gd name="connsiteX532" fmla="*/ 378415 w 1695641"/>
                <a:gd name="connsiteY532" fmla="*/ 115763 h 384233"/>
                <a:gd name="connsiteX533" fmla="*/ 386626 w 1695641"/>
                <a:gd name="connsiteY533" fmla="*/ 112104 h 384233"/>
                <a:gd name="connsiteX534" fmla="*/ 393944 w 1695641"/>
                <a:gd name="connsiteY534" fmla="*/ 115941 h 384233"/>
                <a:gd name="connsiteX535" fmla="*/ 397424 w 1695641"/>
                <a:gd name="connsiteY535" fmla="*/ 120582 h 384233"/>
                <a:gd name="connsiteX536" fmla="*/ 412597 w 1695641"/>
                <a:gd name="connsiteY536" fmla="*/ 116120 h 384233"/>
                <a:gd name="connsiteX537" fmla="*/ 423842 w 1695641"/>
                <a:gd name="connsiteY537" fmla="*/ 113085 h 384233"/>
                <a:gd name="connsiteX538" fmla="*/ 432053 w 1695641"/>
                <a:gd name="connsiteY538" fmla="*/ 110140 h 384233"/>
                <a:gd name="connsiteX539" fmla="*/ 438479 w 1695641"/>
                <a:gd name="connsiteY539" fmla="*/ 108266 h 384233"/>
                <a:gd name="connsiteX540" fmla="*/ 447404 w 1695641"/>
                <a:gd name="connsiteY540" fmla="*/ 104785 h 384233"/>
                <a:gd name="connsiteX541" fmla="*/ 452492 w 1695641"/>
                <a:gd name="connsiteY541" fmla="*/ 101483 h 384233"/>
                <a:gd name="connsiteX542" fmla="*/ 456953 w 1695641"/>
                <a:gd name="connsiteY542" fmla="*/ 99162 h 384233"/>
                <a:gd name="connsiteX543" fmla="*/ 462041 w 1695641"/>
                <a:gd name="connsiteY543" fmla="*/ 97466 h 384233"/>
                <a:gd name="connsiteX544" fmla="*/ 754508 w 1695641"/>
                <a:gd name="connsiteY544" fmla="*/ 82830 h 384233"/>
                <a:gd name="connsiteX545" fmla="*/ 745583 w 1695641"/>
                <a:gd name="connsiteY545" fmla="*/ 88988 h 384233"/>
                <a:gd name="connsiteX546" fmla="*/ 746565 w 1695641"/>
                <a:gd name="connsiteY546" fmla="*/ 97913 h 384233"/>
                <a:gd name="connsiteX547" fmla="*/ 750402 w 1695641"/>
                <a:gd name="connsiteY547" fmla="*/ 100234 h 384233"/>
                <a:gd name="connsiteX548" fmla="*/ 760577 w 1695641"/>
                <a:gd name="connsiteY548" fmla="*/ 90595 h 384233"/>
                <a:gd name="connsiteX549" fmla="*/ 761023 w 1695641"/>
                <a:gd name="connsiteY549" fmla="*/ 90327 h 384233"/>
                <a:gd name="connsiteX550" fmla="*/ 754508 w 1695641"/>
                <a:gd name="connsiteY550" fmla="*/ 82830 h 384233"/>
                <a:gd name="connsiteX551" fmla="*/ 802702 w 1695641"/>
                <a:gd name="connsiteY551" fmla="*/ 69710 h 384233"/>
                <a:gd name="connsiteX552" fmla="*/ 782265 w 1695641"/>
                <a:gd name="connsiteY552" fmla="*/ 77742 h 384233"/>
                <a:gd name="connsiteX553" fmla="*/ 785210 w 1695641"/>
                <a:gd name="connsiteY553" fmla="*/ 87381 h 384233"/>
                <a:gd name="connsiteX554" fmla="*/ 796188 w 1695641"/>
                <a:gd name="connsiteY554" fmla="*/ 88006 h 384233"/>
                <a:gd name="connsiteX555" fmla="*/ 803505 w 1695641"/>
                <a:gd name="connsiteY555" fmla="*/ 77564 h 384233"/>
                <a:gd name="connsiteX556" fmla="*/ 802702 w 1695641"/>
                <a:gd name="connsiteY556" fmla="*/ 69710 h 384233"/>
                <a:gd name="connsiteX557" fmla="*/ 1094368 w 1695641"/>
                <a:gd name="connsiteY557" fmla="*/ 67658 h 384233"/>
                <a:gd name="connsiteX558" fmla="*/ 1100348 w 1695641"/>
                <a:gd name="connsiteY558" fmla="*/ 71139 h 384233"/>
                <a:gd name="connsiteX559" fmla="*/ 1109273 w 1695641"/>
                <a:gd name="connsiteY559" fmla="*/ 79438 h 384233"/>
                <a:gd name="connsiteX560" fmla="*/ 1111950 w 1695641"/>
                <a:gd name="connsiteY560" fmla="*/ 87649 h 384233"/>
                <a:gd name="connsiteX561" fmla="*/ 1115430 w 1695641"/>
                <a:gd name="connsiteY561" fmla="*/ 93093 h 384233"/>
                <a:gd name="connsiteX562" fmla="*/ 1101597 w 1695641"/>
                <a:gd name="connsiteY562" fmla="*/ 105945 h 384233"/>
                <a:gd name="connsiteX563" fmla="*/ 1090709 w 1695641"/>
                <a:gd name="connsiteY563" fmla="*/ 114870 h 384233"/>
                <a:gd name="connsiteX564" fmla="*/ 1082319 w 1695641"/>
                <a:gd name="connsiteY564" fmla="*/ 120493 h 384233"/>
                <a:gd name="connsiteX565" fmla="*/ 1065630 w 1695641"/>
                <a:gd name="connsiteY565" fmla="*/ 132185 h 384233"/>
                <a:gd name="connsiteX566" fmla="*/ 1069646 w 1695641"/>
                <a:gd name="connsiteY566" fmla="*/ 146108 h 384233"/>
                <a:gd name="connsiteX567" fmla="*/ 1066879 w 1695641"/>
                <a:gd name="connsiteY567" fmla="*/ 152533 h 384233"/>
                <a:gd name="connsiteX568" fmla="*/ 1064648 w 1695641"/>
                <a:gd name="connsiteY568" fmla="*/ 158423 h 384233"/>
                <a:gd name="connsiteX569" fmla="*/ 1062952 w 1695641"/>
                <a:gd name="connsiteY569" fmla="*/ 164671 h 384233"/>
                <a:gd name="connsiteX570" fmla="*/ 1061792 w 1695641"/>
                <a:gd name="connsiteY570" fmla="*/ 171275 h 384233"/>
                <a:gd name="connsiteX571" fmla="*/ 1062684 w 1695641"/>
                <a:gd name="connsiteY571" fmla="*/ 188411 h 384233"/>
                <a:gd name="connsiteX572" fmla="*/ 1093565 w 1695641"/>
                <a:gd name="connsiteY572" fmla="*/ 187697 h 384233"/>
                <a:gd name="connsiteX573" fmla="*/ 1101598 w 1695641"/>
                <a:gd name="connsiteY573" fmla="*/ 184574 h 384233"/>
                <a:gd name="connsiteX574" fmla="*/ 1109273 w 1695641"/>
                <a:gd name="connsiteY574" fmla="*/ 183770 h 384233"/>
                <a:gd name="connsiteX575" fmla="*/ 1117662 w 1695641"/>
                <a:gd name="connsiteY575" fmla="*/ 186002 h 384233"/>
                <a:gd name="connsiteX576" fmla="*/ 1125872 w 1695641"/>
                <a:gd name="connsiteY576" fmla="*/ 190553 h 384233"/>
                <a:gd name="connsiteX577" fmla="*/ 1136582 w 1695641"/>
                <a:gd name="connsiteY577" fmla="*/ 199478 h 384233"/>
                <a:gd name="connsiteX578" fmla="*/ 1137564 w 1695641"/>
                <a:gd name="connsiteY578" fmla="*/ 206797 h 384233"/>
                <a:gd name="connsiteX579" fmla="*/ 1136046 w 1695641"/>
                <a:gd name="connsiteY579" fmla="*/ 206975 h 384233"/>
                <a:gd name="connsiteX580" fmla="*/ 1137117 w 1695641"/>
                <a:gd name="connsiteY580" fmla="*/ 209653 h 384233"/>
                <a:gd name="connsiteX581" fmla="*/ 1137832 w 1695641"/>
                <a:gd name="connsiteY581" fmla="*/ 213580 h 384233"/>
                <a:gd name="connsiteX582" fmla="*/ 1135154 w 1695641"/>
                <a:gd name="connsiteY582" fmla="*/ 219917 h 384233"/>
                <a:gd name="connsiteX583" fmla="*/ 1129799 w 1695641"/>
                <a:gd name="connsiteY583" fmla="*/ 225360 h 384233"/>
                <a:gd name="connsiteX584" fmla="*/ 1119357 w 1695641"/>
                <a:gd name="connsiteY584" fmla="*/ 225985 h 384233"/>
                <a:gd name="connsiteX585" fmla="*/ 1108023 w 1695641"/>
                <a:gd name="connsiteY585" fmla="*/ 224021 h 384233"/>
                <a:gd name="connsiteX586" fmla="*/ 1096421 w 1695641"/>
                <a:gd name="connsiteY586" fmla="*/ 225003 h 384233"/>
                <a:gd name="connsiteX587" fmla="*/ 1077232 w 1695641"/>
                <a:gd name="connsiteY587" fmla="*/ 223397 h 384233"/>
                <a:gd name="connsiteX588" fmla="*/ 1059382 w 1695641"/>
                <a:gd name="connsiteY588" fmla="*/ 223397 h 384233"/>
                <a:gd name="connsiteX589" fmla="*/ 1041532 w 1695641"/>
                <a:gd name="connsiteY589" fmla="*/ 224824 h 384233"/>
                <a:gd name="connsiteX590" fmla="*/ 1024486 w 1695641"/>
                <a:gd name="connsiteY590" fmla="*/ 227234 h 384233"/>
                <a:gd name="connsiteX591" fmla="*/ 1005119 w 1695641"/>
                <a:gd name="connsiteY591" fmla="*/ 226788 h 384233"/>
                <a:gd name="connsiteX592" fmla="*/ 970758 w 1695641"/>
                <a:gd name="connsiteY592" fmla="*/ 233839 h 384233"/>
                <a:gd name="connsiteX593" fmla="*/ 928633 w 1695641"/>
                <a:gd name="connsiteY593" fmla="*/ 249904 h 384233"/>
                <a:gd name="connsiteX594" fmla="*/ 912568 w 1695641"/>
                <a:gd name="connsiteY594" fmla="*/ 234731 h 384233"/>
                <a:gd name="connsiteX595" fmla="*/ 912568 w 1695641"/>
                <a:gd name="connsiteY595" fmla="*/ 225806 h 384233"/>
                <a:gd name="connsiteX596" fmla="*/ 911586 w 1695641"/>
                <a:gd name="connsiteY596" fmla="*/ 214919 h 384233"/>
                <a:gd name="connsiteX597" fmla="*/ 929436 w 1695641"/>
                <a:gd name="connsiteY597" fmla="*/ 205190 h 384233"/>
                <a:gd name="connsiteX598" fmla="*/ 939789 w 1695641"/>
                <a:gd name="connsiteY598" fmla="*/ 206172 h 384233"/>
                <a:gd name="connsiteX599" fmla="*/ 961208 w 1695641"/>
                <a:gd name="connsiteY599" fmla="*/ 198050 h 384233"/>
                <a:gd name="connsiteX600" fmla="*/ 970133 w 1695641"/>
                <a:gd name="connsiteY600" fmla="*/ 196355 h 384233"/>
                <a:gd name="connsiteX601" fmla="*/ 993606 w 1695641"/>
                <a:gd name="connsiteY601" fmla="*/ 186537 h 384233"/>
                <a:gd name="connsiteX602" fmla="*/ 1011991 w 1695641"/>
                <a:gd name="connsiteY602" fmla="*/ 155121 h 384233"/>
                <a:gd name="connsiteX603" fmla="*/ 1013866 w 1695641"/>
                <a:gd name="connsiteY603" fmla="*/ 144591 h 384233"/>
                <a:gd name="connsiteX604" fmla="*/ 1011991 w 1695641"/>
                <a:gd name="connsiteY604" fmla="*/ 136290 h 384233"/>
                <a:gd name="connsiteX605" fmla="*/ 1003066 w 1695641"/>
                <a:gd name="connsiteY605" fmla="*/ 137718 h 384233"/>
                <a:gd name="connsiteX606" fmla="*/ 991375 w 1695641"/>
                <a:gd name="connsiteY606" fmla="*/ 138522 h 384233"/>
                <a:gd name="connsiteX607" fmla="*/ 987805 w 1695641"/>
                <a:gd name="connsiteY607" fmla="*/ 127901 h 384233"/>
                <a:gd name="connsiteX608" fmla="*/ 980843 w 1695641"/>
                <a:gd name="connsiteY608" fmla="*/ 115138 h 384233"/>
                <a:gd name="connsiteX609" fmla="*/ 979058 w 1695641"/>
                <a:gd name="connsiteY609" fmla="*/ 104874 h 384233"/>
                <a:gd name="connsiteX610" fmla="*/ 978166 w 1695641"/>
                <a:gd name="connsiteY610" fmla="*/ 94968 h 384233"/>
                <a:gd name="connsiteX611" fmla="*/ 987091 w 1695641"/>
                <a:gd name="connsiteY611" fmla="*/ 87560 h 384233"/>
                <a:gd name="connsiteX612" fmla="*/ 1002799 w 1695641"/>
                <a:gd name="connsiteY612" fmla="*/ 91308 h 384233"/>
                <a:gd name="connsiteX613" fmla="*/ 1040283 w 1695641"/>
                <a:gd name="connsiteY613" fmla="*/ 85061 h 384233"/>
                <a:gd name="connsiteX614" fmla="*/ 1046798 w 1695641"/>
                <a:gd name="connsiteY614" fmla="*/ 83276 h 384233"/>
                <a:gd name="connsiteX615" fmla="*/ 1051439 w 1695641"/>
                <a:gd name="connsiteY615" fmla="*/ 81491 h 384233"/>
                <a:gd name="connsiteX616" fmla="*/ 1079553 w 1695641"/>
                <a:gd name="connsiteY616" fmla="*/ 69622 h 384233"/>
                <a:gd name="connsiteX617" fmla="*/ 1087496 w 1695641"/>
                <a:gd name="connsiteY617" fmla="*/ 68640 h 384233"/>
                <a:gd name="connsiteX618" fmla="*/ 1094368 w 1695641"/>
                <a:gd name="connsiteY618" fmla="*/ 67658 h 384233"/>
                <a:gd name="connsiteX619" fmla="*/ 699531 w 1695641"/>
                <a:gd name="connsiteY619" fmla="*/ 57304 h 384233"/>
                <a:gd name="connsiteX620" fmla="*/ 707564 w 1695641"/>
                <a:gd name="connsiteY620" fmla="*/ 67836 h 384233"/>
                <a:gd name="connsiteX621" fmla="*/ 705689 w 1695641"/>
                <a:gd name="connsiteY621" fmla="*/ 78456 h 384233"/>
                <a:gd name="connsiteX622" fmla="*/ 702030 w 1695641"/>
                <a:gd name="connsiteY622" fmla="*/ 90594 h 384233"/>
                <a:gd name="connsiteX623" fmla="*/ 695426 w 1695641"/>
                <a:gd name="connsiteY623" fmla="*/ 99519 h 384233"/>
                <a:gd name="connsiteX624" fmla="*/ 684449 w 1695641"/>
                <a:gd name="connsiteY624" fmla="*/ 111656 h 384233"/>
                <a:gd name="connsiteX625" fmla="*/ 683288 w 1695641"/>
                <a:gd name="connsiteY625" fmla="*/ 125133 h 384233"/>
                <a:gd name="connsiteX626" fmla="*/ 684091 w 1695641"/>
                <a:gd name="connsiteY626" fmla="*/ 134058 h 384233"/>
                <a:gd name="connsiteX627" fmla="*/ 691231 w 1695641"/>
                <a:gd name="connsiteY627" fmla="*/ 134058 h 384233"/>
                <a:gd name="connsiteX628" fmla="*/ 693552 w 1695641"/>
                <a:gd name="connsiteY628" fmla="*/ 140573 h 384233"/>
                <a:gd name="connsiteX629" fmla="*/ 697925 w 1695641"/>
                <a:gd name="connsiteY629" fmla="*/ 151016 h 384233"/>
                <a:gd name="connsiteX630" fmla="*/ 696408 w 1695641"/>
                <a:gd name="connsiteY630" fmla="*/ 155210 h 384233"/>
                <a:gd name="connsiteX631" fmla="*/ 675791 w 1695641"/>
                <a:gd name="connsiteY631" fmla="*/ 175023 h 384233"/>
                <a:gd name="connsiteX632" fmla="*/ 676773 w 1695641"/>
                <a:gd name="connsiteY632" fmla="*/ 183145 h 384233"/>
                <a:gd name="connsiteX633" fmla="*/ 684627 w 1695641"/>
                <a:gd name="connsiteY633" fmla="*/ 183145 h 384233"/>
                <a:gd name="connsiteX634" fmla="*/ 684359 w 1695641"/>
                <a:gd name="connsiteY634" fmla="*/ 183680 h 384233"/>
                <a:gd name="connsiteX635" fmla="*/ 691499 w 1695641"/>
                <a:gd name="connsiteY635" fmla="*/ 188321 h 384233"/>
                <a:gd name="connsiteX636" fmla="*/ 693641 w 1695641"/>
                <a:gd name="connsiteY636" fmla="*/ 195997 h 384233"/>
                <a:gd name="connsiteX637" fmla="*/ 673560 w 1695641"/>
                <a:gd name="connsiteY637" fmla="*/ 220094 h 384233"/>
                <a:gd name="connsiteX638" fmla="*/ 640806 w 1695641"/>
                <a:gd name="connsiteY638" fmla="*/ 236426 h 384233"/>
                <a:gd name="connsiteX639" fmla="*/ 624830 w 1695641"/>
                <a:gd name="connsiteY639" fmla="*/ 250706 h 384233"/>
                <a:gd name="connsiteX640" fmla="*/ 618494 w 1695641"/>
                <a:gd name="connsiteY640" fmla="*/ 250706 h 384233"/>
                <a:gd name="connsiteX641" fmla="*/ 609569 w 1695641"/>
                <a:gd name="connsiteY641" fmla="*/ 248207 h 384233"/>
                <a:gd name="connsiteX642" fmla="*/ 605732 w 1695641"/>
                <a:gd name="connsiteY642" fmla="*/ 240353 h 384233"/>
                <a:gd name="connsiteX643" fmla="*/ 600198 w 1695641"/>
                <a:gd name="connsiteY643" fmla="*/ 232411 h 384233"/>
                <a:gd name="connsiteX644" fmla="*/ 597699 w 1695641"/>
                <a:gd name="connsiteY644" fmla="*/ 217952 h 384233"/>
                <a:gd name="connsiteX645" fmla="*/ 611889 w 1695641"/>
                <a:gd name="connsiteY645" fmla="*/ 204297 h 384233"/>
                <a:gd name="connsiteX646" fmla="*/ 620011 w 1695641"/>
                <a:gd name="connsiteY646" fmla="*/ 198317 h 384233"/>
                <a:gd name="connsiteX647" fmla="*/ 625812 w 1695641"/>
                <a:gd name="connsiteY647" fmla="*/ 192337 h 384233"/>
                <a:gd name="connsiteX648" fmla="*/ 627329 w 1695641"/>
                <a:gd name="connsiteY648" fmla="*/ 186536 h 384233"/>
                <a:gd name="connsiteX649" fmla="*/ 629024 w 1695641"/>
                <a:gd name="connsiteY649" fmla="*/ 179039 h 384233"/>
                <a:gd name="connsiteX650" fmla="*/ 626347 w 1695641"/>
                <a:gd name="connsiteY650" fmla="*/ 173060 h 384233"/>
                <a:gd name="connsiteX651" fmla="*/ 623134 w 1695641"/>
                <a:gd name="connsiteY651" fmla="*/ 167884 h 384233"/>
                <a:gd name="connsiteX652" fmla="*/ 616708 w 1695641"/>
                <a:gd name="connsiteY652" fmla="*/ 156728 h 384233"/>
                <a:gd name="connsiteX653" fmla="*/ 626972 w 1695641"/>
                <a:gd name="connsiteY653" fmla="*/ 146107 h 384233"/>
                <a:gd name="connsiteX654" fmla="*/ 633844 w 1695641"/>
                <a:gd name="connsiteY654" fmla="*/ 146107 h 384233"/>
                <a:gd name="connsiteX655" fmla="*/ 643484 w 1695641"/>
                <a:gd name="connsiteY655" fmla="*/ 138164 h 384233"/>
                <a:gd name="connsiteX656" fmla="*/ 645625 w 1695641"/>
                <a:gd name="connsiteY656" fmla="*/ 123527 h 384233"/>
                <a:gd name="connsiteX657" fmla="*/ 638128 w 1695641"/>
                <a:gd name="connsiteY657" fmla="*/ 116565 h 384233"/>
                <a:gd name="connsiteX658" fmla="*/ 629203 w 1695641"/>
                <a:gd name="connsiteY658" fmla="*/ 113352 h 384233"/>
                <a:gd name="connsiteX659" fmla="*/ 623581 w 1695641"/>
                <a:gd name="connsiteY659" fmla="*/ 107195 h 384233"/>
                <a:gd name="connsiteX660" fmla="*/ 618940 w 1695641"/>
                <a:gd name="connsiteY660" fmla="*/ 104071 h 384233"/>
                <a:gd name="connsiteX661" fmla="*/ 616440 w 1695641"/>
                <a:gd name="connsiteY661" fmla="*/ 93629 h 384233"/>
                <a:gd name="connsiteX662" fmla="*/ 621260 w 1695641"/>
                <a:gd name="connsiteY662" fmla="*/ 90594 h 384233"/>
                <a:gd name="connsiteX663" fmla="*/ 624919 w 1695641"/>
                <a:gd name="connsiteY663" fmla="*/ 84972 h 384233"/>
                <a:gd name="connsiteX664" fmla="*/ 632684 w 1695641"/>
                <a:gd name="connsiteY664" fmla="*/ 80420 h 384233"/>
                <a:gd name="connsiteX665" fmla="*/ 642859 w 1695641"/>
                <a:gd name="connsiteY665" fmla="*/ 79260 h 384233"/>
                <a:gd name="connsiteX666" fmla="*/ 686947 w 1695641"/>
                <a:gd name="connsiteY666" fmla="*/ 58197 h 384233"/>
                <a:gd name="connsiteX667" fmla="*/ 699531 w 1695641"/>
                <a:gd name="connsiteY667" fmla="*/ 57304 h 384233"/>
                <a:gd name="connsiteX668" fmla="*/ 1315527 w 1695641"/>
                <a:gd name="connsiteY668" fmla="*/ 56948 h 384233"/>
                <a:gd name="connsiteX669" fmla="*/ 1328468 w 1695641"/>
                <a:gd name="connsiteY669" fmla="*/ 57483 h 384233"/>
                <a:gd name="connsiteX670" fmla="*/ 1338821 w 1695641"/>
                <a:gd name="connsiteY670" fmla="*/ 65962 h 384233"/>
                <a:gd name="connsiteX671" fmla="*/ 1341231 w 1695641"/>
                <a:gd name="connsiteY671" fmla="*/ 73280 h 384233"/>
                <a:gd name="connsiteX672" fmla="*/ 1342659 w 1695641"/>
                <a:gd name="connsiteY672" fmla="*/ 80330 h 384233"/>
                <a:gd name="connsiteX673" fmla="*/ 1337215 w 1695641"/>
                <a:gd name="connsiteY673" fmla="*/ 93450 h 384233"/>
                <a:gd name="connsiteX674" fmla="*/ 1337215 w 1695641"/>
                <a:gd name="connsiteY674" fmla="*/ 101125 h 384233"/>
                <a:gd name="connsiteX675" fmla="*/ 1342481 w 1695641"/>
                <a:gd name="connsiteY675" fmla="*/ 99787 h 384233"/>
                <a:gd name="connsiteX676" fmla="*/ 1349085 w 1695641"/>
                <a:gd name="connsiteY676" fmla="*/ 96841 h 384233"/>
                <a:gd name="connsiteX677" fmla="*/ 1356849 w 1695641"/>
                <a:gd name="connsiteY677" fmla="*/ 94164 h 384233"/>
                <a:gd name="connsiteX678" fmla="*/ 1365774 w 1695641"/>
                <a:gd name="connsiteY678" fmla="*/ 87738 h 384233"/>
                <a:gd name="connsiteX679" fmla="*/ 1379697 w 1695641"/>
                <a:gd name="connsiteY679" fmla="*/ 87738 h 384233"/>
                <a:gd name="connsiteX680" fmla="*/ 1391835 w 1695641"/>
                <a:gd name="connsiteY680" fmla="*/ 91665 h 384233"/>
                <a:gd name="connsiteX681" fmla="*/ 1400224 w 1695641"/>
                <a:gd name="connsiteY681" fmla="*/ 107641 h 384233"/>
                <a:gd name="connsiteX682" fmla="*/ 1397011 w 1695641"/>
                <a:gd name="connsiteY682" fmla="*/ 111657 h 384233"/>
                <a:gd name="connsiteX683" fmla="*/ 1390318 w 1695641"/>
                <a:gd name="connsiteY683" fmla="*/ 116655 h 384233"/>
                <a:gd name="connsiteX684" fmla="*/ 1374877 w 1695641"/>
                <a:gd name="connsiteY684" fmla="*/ 123259 h 384233"/>
                <a:gd name="connsiteX685" fmla="*/ 1365952 w 1695641"/>
                <a:gd name="connsiteY685" fmla="*/ 127097 h 384233"/>
                <a:gd name="connsiteX686" fmla="*/ 1355600 w 1695641"/>
                <a:gd name="connsiteY686" fmla="*/ 128436 h 384233"/>
                <a:gd name="connsiteX687" fmla="*/ 1339714 w 1695641"/>
                <a:gd name="connsiteY687" fmla="*/ 134505 h 384233"/>
                <a:gd name="connsiteX688" fmla="*/ 1334448 w 1695641"/>
                <a:gd name="connsiteY688" fmla="*/ 142180 h 384233"/>
                <a:gd name="connsiteX689" fmla="*/ 1336322 w 1695641"/>
                <a:gd name="connsiteY689" fmla="*/ 154496 h 384233"/>
                <a:gd name="connsiteX690" fmla="*/ 1362561 w 1695641"/>
                <a:gd name="connsiteY690" fmla="*/ 181271 h 384233"/>
                <a:gd name="connsiteX691" fmla="*/ 1381928 w 1695641"/>
                <a:gd name="connsiteY691" fmla="*/ 203137 h 384233"/>
                <a:gd name="connsiteX692" fmla="*/ 1401831 w 1695641"/>
                <a:gd name="connsiteY692" fmla="*/ 216791 h 384233"/>
                <a:gd name="connsiteX693" fmla="*/ 1413255 w 1695641"/>
                <a:gd name="connsiteY693" fmla="*/ 221254 h 384233"/>
                <a:gd name="connsiteX694" fmla="*/ 1422179 w 1695641"/>
                <a:gd name="connsiteY694" fmla="*/ 226877 h 384233"/>
                <a:gd name="connsiteX695" fmla="*/ 1441903 w 1695641"/>
                <a:gd name="connsiteY695" fmla="*/ 234195 h 384233"/>
                <a:gd name="connsiteX696" fmla="*/ 1448686 w 1695641"/>
                <a:gd name="connsiteY696" fmla="*/ 237319 h 384233"/>
                <a:gd name="connsiteX697" fmla="*/ 1447972 w 1695641"/>
                <a:gd name="connsiteY697" fmla="*/ 238211 h 384233"/>
                <a:gd name="connsiteX698" fmla="*/ 1445830 w 1695641"/>
                <a:gd name="connsiteY698" fmla="*/ 243388 h 384233"/>
                <a:gd name="connsiteX699" fmla="*/ 1444849 w 1695641"/>
                <a:gd name="connsiteY699" fmla="*/ 250706 h 384233"/>
                <a:gd name="connsiteX700" fmla="*/ 1433514 w 1695641"/>
                <a:gd name="connsiteY700" fmla="*/ 256597 h 384233"/>
                <a:gd name="connsiteX701" fmla="*/ 1428873 w 1695641"/>
                <a:gd name="connsiteY701" fmla="*/ 260435 h 384233"/>
                <a:gd name="connsiteX702" fmla="*/ 1424231 w 1695641"/>
                <a:gd name="connsiteY702" fmla="*/ 261416 h 384233"/>
                <a:gd name="connsiteX703" fmla="*/ 1413790 w 1695641"/>
                <a:gd name="connsiteY703" fmla="*/ 260792 h 384233"/>
                <a:gd name="connsiteX704" fmla="*/ 1402991 w 1695641"/>
                <a:gd name="connsiteY704" fmla="*/ 260792 h 384233"/>
                <a:gd name="connsiteX705" fmla="*/ 1393530 w 1695641"/>
                <a:gd name="connsiteY705" fmla="*/ 259007 h 384233"/>
                <a:gd name="connsiteX706" fmla="*/ 1378715 w 1695641"/>
                <a:gd name="connsiteY706" fmla="*/ 256954 h 384233"/>
                <a:gd name="connsiteX707" fmla="*/ 1370326 w 1695641"/>
                <a:gd name="connsiteY707" fmla="*/ 251153 h 384233"/>
                <a:gd name="connsiteX708" fmla="*/ 1357474 w 1695641"/>
                <a:gd name="connsiteY708" fmla="*/ 228215 h 384233"/>
                <a:gd name="connsiteX709" fmla="*/ 1342927 w 1695641"/>
                <a:gd name="connsiteY709" fmla="*/ 209741 h 384233"/>
                <a:gd name="connsiteX710" fmla="*/ 1334002 w 1695641"/>
                <a:gd name="connsiteY710" fmla="*/ 199656 h 384233"/>
                <a:gd name="connsiteX711" fmla="*/ 1313742 w 1695641"/>
                <a:gd name="connsiteY711" fmla="*/ 181806 h 384233"/>
                <a:gd name="connsiteX712" fmla="*/ 1299730 w 1695641"/>
                <a:gd name="connsiteY712" fmla="*/ 203048 h 384233"/>
                <a:gd name="connsiteX713" fmla="*/ 1279470 w 1695641"/>
                <a:gd name="connsiteY713" fmla="*/ 222860 h 384233"/>
                <a:gd name="connsiteX714" fmla="*/ 1258676 w 1695641"/>
                <a:gd name="connsiteY714" fmla="*/ 235534 h 384233"/>
                <a:gd name="connsiteX715" fmla="*/ 1243236 w 1695641"/>
                <a:gd name="connsiteY715" fmla="*/ 243923 h 384233"/>
                <a:gd name="connsiteX716" fmla="*/ 1229045 w 1695641"/>
                <a:gd name="connsiteY716" fmla="*/ 247583 h 384233"/>
                <a:gd name="connsiteX717" fmla="*/ 1221280 w 1695641"/>
                <a:gd name="connsiteY717" fmla="*/ 249011 h 384233"/>
                <a:gd name="connsiteX718" fmla="*/ 1216014 w 1695641"/>
                <a:gd name="connsiteY718" fmla="*/ 244459 h 384233"/>
                <a:gd name="connsiteX719" fmla="*/ 1211998 w 1695641"/>
                <a:gd name="connsiteY719" fmla="*/ 236426 h 384233"/>
                <a:gd name="connsiteX720" fmla="*/ 1205216 w 1695641"/>
                <a:gd name="connsiteY720" fmla="*/ 234106 h 384233"/>
                <a:gd name="connsiteX721" fmla="*/ 1209589 w 1695641"/>
                <a:gd name="connsiteY721" fmla="*/ 229019 h 384233"/>
                <a:gd name="connsiteX722" fmla="*/ 1219584 w 1695641"/>
                <a:gd name="connsiteY722" fmla="*/ 223128 h 384233"/>
                <a:gd name="connsiteX723" fmla="*/ 1226457 w 1695641"/>
                <a:gd name="connsiteY723" fmla="*/ 218041 h 384233"/>
                <a:gd name="connsiteX724" fmla="*/ 1231277 w 1695641"/>
                <a:gd name="connsiteY724" fmla="*/ 215899 h 384233"/>
                <a:gd name="connsiteX725" fmla="*/ 1263406 w 1695641"/>
                <a:gd name="connsiteY725" fmla="*/ 185109 h 384233"/>
                <a:gd name="connsiteX726" fmla="*/ 1275812 w 1695641"/>
                <a:gd name="connsiteY726" fmla="*/ 163332 h 384233"/>
                <a:gd name="connsiteX727" fmla="*/ 1278400 w 1695641"/>
                <a:gd name="connsiteY727" fmla="*/ 154407 h 384233"/>
                <a:gd name="connsiteX728" fmla="*/ 1271974 w 1695641"/>
                <a:gd name="connsiteY728" fmla="*/ 154407 h 384233"/>
                <a:gd name="connsiteX729" fmla="*/ 1267065 w 1695641"/>
                <a:gd name="connsiteY729" fmla="*/ 154407 h 384233"/>
                <a:gd name="connsiteX730" fmla="*/ 1260461 w 1695641"/>
                <a:gd name="connsiteY730" fmla="*/ 156192 h 384233"/>
                <a:gd name="connsiteX731" fmla="*/ 1254124 w 1695641"/>
                <a:gd name="connsiteY731" fmla="*/ 156192 h 384233"/>
                <a:gd name="connsiteX732" fmla="*/ 1244395 w 1695641"/>
                <a:gd name="connsiteY732" fmla="*/ 151640 h 384233"/>
                <a:gd name="connsiteX733" fmla="*/ 1233060 w 1695641"/>
                <a:gd name="connsiteY733" fmla="*/ 137539 h 384233"/>
                <a:gd name="connsiteX734" fmla="*/ 1236095 w 1695641"/>
                <a:gd name="connsiteY734" fmla="*/ 128614 h 384233"/>
                <a:gd name="connsiteX735" fmla="*/ 1241451 w 1695641"/>
                <a:gd name="connsiteY735" fmla="*/ 123081 h 384233"/>
                <a:gd name="connsiteX736" fmla="*/ 1248234 w 1695641"/>
                <a:gd name="connsiteY736" fmla="*/ 120493 h 384233"/>
                <a:gd name="connsiteX737" fmla="*/ 1253945 w 1695641"/>
                <a:gd name="connsiteY737" fmla="*/ 116744 h 384233"/>
                <a:gd name="connsiteX738" fmla="*/ 1267869 w 1695641"/>
                <a:gd name="connsiteY738" fmla="*/ 116744 h 384233"/>
                <a:gd name="connsiteX739" fmla="*/ 1290805 w 1695641"/>
                <a:gd name="connsiteY739" fmla="*/ 108622 h 384233"/>
                <a:gd name="connsiteX740" fmla="*/ 1295178 w 1695641"/>
                <a:gd name="connsiteY740" fmla="*/ 87470 h 384233"/>
                <a:gd name="connsiteX741" fmla="*/ 1296695 w 1695641"/>
                <a:gd name="connsiteY741" fmla="*/ 74084 h 384233"/>
                <a:gd name="connsiteX742" fmla="*/ 1296071 w 1695641"/>
                <a:gd name="connsiteY742" fmla="*/ 62570 h 384233"/>
                <a:gd name="connsiteX743" fmla="*/ 1299641 w 1695641"/>
                <a:gd name="connsiteY743" fmla="*/ 58465 h 384233"/>
                <a:gd name="connsiteX744" fmla="*/ 1308566 w 1695641"/>
                <a:gd name="connsiteY744" fmla="*/ 59179 h 384233"/>
                <a:gd name="connsiteX745" fmla="*/ 1315527 w 1695641"/>
                <a:gd name="connsiteY745" fmla="*/ 56948 h 384233"/>
                <a:gd name="connsiteX746" fmla="*/ 80146 w 1695641"/>
                <a:gd name="connsiteY746" fmla="*/ 54092 h 384233"/>
                <a:gd name="connsiteX747" fmla="*/ 86750 w 1695641"/>
                <a:gd name="connsiteY747" fmla="*/ 57751 h 384233"/>
                <a:gd name="connsiteX748" fmla="*/ 97280 w 1695641"/>
                <a:gd name="connsiteY748" fmla="*/ 58912 h 384233"/>
                <a:gd name="connsiteX749" fmla="*/ 107991 w 1695641"/>
                <a:gd name="connsiteY749" fmla="*/ 58912 h 384233"/>
                <a:gd name="connsiteX750" fmla="*/ 114952 w 1695641"/>
                <a:gd name="connsiteY750" fmla="*/ 60697 h 384233"/>
                <a:gd name="connsiteX751" fmla="*/ 121110 w 1695641"/>
                <a:gd name="connsiteY751" fmla="*/ 63642 h 384233"/>
                <a:gd name="connsiteX752" fmla="*/ 127715 w 1695641"/>
                <a:gd name="connsiteY752" fmla="*/ 73906 h 384233"/>
                <a:gd name="connsiteX753" fmla="*/ 126554 w 1695641"/>
                <a:gd name="connsiteY753" fmla="*/ 74352 h 384233"/>
                <a:gd name="connsiteX754" fmla="*/ 126019 w 1695641"/>
                <a:gd name="connsiteY754" fmla="*/ 81135 h 384233"/>
                <a:gd name="connsiteX755" fmla="*/ 126019 w 1695641"/>
                <a:gd name="connsiteY755" fmla="*/ 91488 h 384233"/>
                <a:gd name="connsiteX756" fmla="*/ 120753 w 1695641"/>
                <a:gd name="connsiteY756" fmla="*/ 102734 h 384233"/>
                <a:gd name="connsiteX757" fmla="*/ 119236 w 1695641"/>
                <a:gd name="connsiteY757" fmla="*/ 114335 h 384233"/>
                <a:gd name="connsiteX758" fmla="*/ 118076 w 1695641"/>
                <a:gd name="connsiteY758" fmla="*/ 135398 h 384233"/>
                <a:gd name="connsiteX759" fmla="*/ 116201 w 1695641"/>
                <a:gd name="connsiteY759" fmla="*/ 148250 h 384233"/>
                <a:gd name="connsiteX760" fmla="*/ 115398 w 1695641"/>
                <a:gd name="connsiteY760" fmla="*/ 159138 h 384233"/>
                <a:gd name="connsiteX761" fmla="*/ 117897 w 1695641"/>
                <a:gd name="connsiteY761" fmla="*/ 166546 h 384233"/>
                <a:gd name="connsiteX762" fmla="*/ 118611 w 1695641"/>
                <a:gd name="connsiteY762" fmla="*/ 170830 h 384233"/>
                <a:gd name="connsiteX763" fmla="*/ 120039 w 1695641"/>
                <a:gd name="connsiteY763" fmla="*/ 177524 h 384233"/>
                <a:gd name="connsiteX764" fmla="*/ 116023 w 1695641"/>
                <a:gd name="connsiteY764" fmla="*/ 191892 h 384233"/>
                <a:gd name="connsiteX765" fmla="*/ 110936 w 1695641"/>
                <a:gd name="connsiteY765" fmla="*/ 199746 h 384233"/>
                <a:gd name="connsiteX766" fmla="*/ 95763 w 1695641"/>
                <a:gd name="connsiteY766" fmla="*/ 208671 h 384233"/>
                <a:gd name="connsiteX767" fmla="*/ 82466 w 1695641"/>
                <a:gd name="connsiteY767" fmla="*/ 221255 h 384233"/>
                <a:gd name="connsiteX768" fmla="*/ 68454 w 1695641"/>
                <a:gd name="connsiteY768" fmla="*/ 227592 h 384233"/>
                <a:gd name="connsiteX769" fmla="*/ 50604 w 1695641"/>
                <a:gd name="connsiteY769" fmla="*/ 238213 h 384233"/>
                <a:gd name="connsiteX770" fmla="*/ 39626 w 1695641"/>
                <a:gd name="connsiteY770" fmla="*/ 242854 h 384233"/>
                <a:gd name="connsiteX771" fmla="*/ 22491 w 1695641"/>
                <a:gd name="connsiteY771" fmla="*/ 255170 h 384233"/>
                <a:gd name="connsiteX772" fmla="*/ 11513 w 1695641"/>
                <a:gd name="connsiteY772" fmla="*/ 245263 h 384233"/>
                <a:gd name="connsiteX773" fmla="*/ 4463 w 1695641"/>
                <a:gd name="connsiteY773" fmla="*/ 239820 h 384233"/>
                <a:gd name="connsiteX774" fmla="*/ 2499 w 1695641"/>
                <a:gd name="connsiteY774" fmla="*/ 230895 h 384233"/>
                <a:gd name="connsiteX775" fmla="*/ 0 w 1695641"/>
                <a:gd name="connsiteY775" fmla="*/ 223130 h 384233"/>
                <a:gd name="connsiteX776" fmla="*/ 4284 w 1695641"/>
                <a:gd name="connsiteY776" fmla="*/ 217239 h 384233"/>
                <a:gd name="connsiteX777" fmla="*/ 10889 w 1695641"/>
                <a:gd name="connsiteY777" fmla="*/ 216614 h 384233"/>
                <a:gd name="connsiteX778" fmla="*/ 21152 w 1695641"/>
                <a:gd name="connsiteY778" fmla="*/ 210545 h 384233"/>
                <a:gd name="connsiteX779" fmla="*/ 32129 w 1695641"/>
                <a:gd name="connsiteY779" fmla="*/ 206351 h 384233"/>
                <a:gd name="connsiteX780" fmla="*/ 51139 w 1695641"/>
                <a:gd name="connsiteY780" fmla="*/ 195819 h 384233"/>
                <a:gd name="connsiteX781" fmla="*/ 60064 w 1695641"/>
                <a:gd name="connsiteY781" fmla="*/ 186894 h 384233"/>
                <a:gd name="connsiteX782" fmla="*/ 59529 w 1695641"/>
                <a:gd name="connsiteY782" fmla="*/ 166725 h 384233"/>
                <a:gd name="connsiteX783" fmla="*/ 54799 w 1695641"/>
                <a:gd name="connsiteY783" fmla="*/ 163869 h 384233"/>
                <a:gd name="connsiteX784" fmla="*/ 45874 w 1695641"/>
                <a:gd name="connsiteY784" fmla="*/ 165029 h 384233"/>
                <a:gd name="connsiteX785" fmla="*/ 37484 w 1695641"/>
                <a:gd name="connsiteY785" fmla="*/ 168063 h 384233"/>
                <a:gd name="connsiteX786" fmla="*/ 31147 w 1695641"/>
                <a:gd name="connsiteY786" fmla="*/ 168867 h 384233"/>
                <a:gd name="connsiteX787" fmla="*/ 27042 w 1695641"/>
                <a:gd name="connsiteY787" fmla="*/ 165386 h 384233"/>
                <a:gd name="connsiteX788" fmla="*/ 25168 w 1695641"/>
                <a:gd name="connsiteY788" fmla="*/ 155033 h 384233"/>
                <a:gd name="connsiteX789" fmla="*/ 23383 w 1695641"/>
                <a:gd name="connsiteY789" fmla="*/ 147804 h 384233"/>
                <a:gd name="connsiteX790" fmla="*/ 24187 w 1695641"/>
                <a:gd name="connsiteY790" fmla="*/ 133167 h 384233"/>
                <a:gd name="connsiteX791" fmla="*/ 33111 w 1695641"/>
                <a:gd name="connsiteY791" fmla="*/ 124688 h 384233"/>
                <a:gd name="connsiteX792" fmla="*/ 44981 w 1695641"/>
                <a:gd name="connsiteY792" fmla="*/ 120940 h 384233"/>
                <a:gd name="connsiteX793" fmla="*/ 53906 w 1695641"/>
                <a:gd name="connsiteY793" fmla="*/ 120315 h 384233"/>
                <a:gd name="connsiteX794" fmla="*/ 65866 w 1695641"/>
                <a:gd name="connsiteY794" fmla="*/ 114871 h 384233"/>
                <a:gd name="connsiteX795" fmla="*/ 71667 w 1695641"/>
                <a:gd name="connsiteY795" fmla="*/ 103983 h 384233"/>
                <a:gd name="connsiteX796" fmla="*/ 75326 w 1695641"/>
                <a:gd name="connsiteY796" fmla="*/ 80510 h 384233"/>
                <a:gd name="connsiteX797" fmla="*/ 69346 w 1695641"/>
                <a:gd name="connsiteY797" fmla="*/ 65338 h 384233"/>
                <a:gd name="connsiteX798" fmla="*/ 69346 w 1695641"/>
                <a:gd name="connsiteY798" fmla="*/ 61054 h 384233"/>
                <a:gd name="connsiteX799" fmla="*/ 76040 w 1695641"/>
                <a:gd name="connsiteY799" fmla="*/ 55877 h 384233"/>
                <a:gd name="connsiteX800" fmla="*/ 80146 w 1695641"/>
                <a:gd name="connsiteY800" fmla="*/ 54092 h 384233"/>
                <a:gd name="connsiteX801" fmla="*/ 206879 w 1695641"/>
                <a:gd name="connsiteY801" fmla="*/ 42222 h 384233"/>
                <a:gd name="connsiteX802" fmla="*/ 213394 w 1695641"/>
                <a:gd name="connsiteY802" fmla="*/ 46059 h 384233"/>
                <a:gd name="connsiteX803" fmla="*/ 218838 w 1695641"/>
                <a:gd name="connsiteY803" fmla="*/ 47308 h 384233"/>
                <a:gd name="connsiteX804" fmla="*/ 223033 w 1695641"/>
                <a:gd name="connsiteY804" fmla="*/ 52038 h 384233"/>
                <a:gd name="connsiteX805" fmla="*/ 226424 w 1695641"/>
                <a:gd name="connsiteY805" fmla="*/ 65158 h 384233"/>
                <a:gd name="connsiteX806" fmla="*/ 216696 w 1695641"/>
                <a:gd name="connsiteY806" fmla="*/ 83008 h 384233"/>
                <a:gd name="connsiteX807" fmla="*/ 214822 w 1695641"/>
                <a:gd name="connsiteY807" fmla="*/ 91933 h 384233"/>
                <a:gd name="connsiteX808" fmla="*/ 222854 w 1695641"/>
                <a:gd name="connsiteY808" fmla="*/ 94700 h 384233"/>
                <a:gd name="connsiteX809" fmla="*/ 230887 w 1695641"/>
                <a:gd name="connsiteY809" fmla="*/ 90148 h 384233"/>
                <a:gd name="connsiteX810" fmla="*/ 243827 w 1695641"/>
                <a:gd name="connsiteY810" fmla="*/ 94700 h 384233"/>
                <a:gd name="connsiteX811" fmla="*/ 251056 w 1695641"/>
                <a:gd name="connsiteY811" fmla="*/ 108177 h 384233"/>
                <a:gd name="connsiteX812" fmla="*/ 252573 w 1695641"/>
                <a:gd name="connsiteY812" fmla="*/ 117815 h 384233"/>
                <a:gd name="connsiteX813" fmla="*/ 248200 w 1695641"/>
                <a:gd name="connsiteY813" fmla="*/ 122813 h 384233"/>
                <a:gd name="connsiteX814" fmla="*/ 239276 w 1695641"/>
                <a:gd name="connsiteY814" fmla="*/ 125133 h 384233"/>
                <a:gd name="connsiteX815" fmla="*/ 231512 w 1695641"/>
                <a:gd name="connsiteY815" fmla="*/ 130577 h 384233"/>
                <a:gd name="connsiteX816" fmla="*/ 220623 w 1695641"/>
                <a:gd name="connsiteY816" fmla="*/ 136646 h 384233"/>
                <a:gd name="connsiteX817" fmla="*/ 203309 w 1695641"/>
                <a:gd name="connsiteY817" fmla="*/ 145036 h 384233"/>
                <a:gd name="connsiteX818" fmla="*/ 197329 w 1695641"/>
                <a:gd name="connsiteY818" fmla="*/ 164135 h 384233"/>
                <a:gd name="connsiteX819" fmla="*/ 197954 w 1695641"/>
                <a:gd name="connsiteY819" fmla="*/ 173060 h 384233"/>
                <a:gd name="connsiteX820" fmla="*/ 202773 w 1695641"/>
                <a:gd name="connsiteY820" fmla="*/ 188857 h 384233"/>
                <a:gd name="connsiteX821" fmla="*/ 215982 w 1695641"/>
                <a:gd name="connsiteY821" fmla="*/ 194747 h 384233"/>
                <a:gd name="connsiteX822" fmla="*/ 225443 w 1695641"/>
                <a:gd name="connsiteY822" fmla="*/ 195997 h 384233"/>
                <a:gd name="connsiteX823" fmla="*/ 232136 w 1695641"/>
                <a:gd name="connsiteY823" fmla="*/ 197425 h 384233"/>
                <a:gd name="connsiteX824" fmla="*/ 238741 w 1695641"/>
                <a:gd name="connsiteY824" fmla="*/ 200013 h 384233"/>
                <a:gd name="connsiteX825" fmla="*/ 249093 w 1695641"/>
                <a:gd name="connsiteY825" fmla="*/ 201084 h 384233"/>
                <a:gd name="connsiteX826" fmla="*/ 249539 w 1695641"/>
                <a:gd name="connsiteY826" fmla="*/ 201262 h 384233"/>
                <a:gd name="connsiteX827" fmla="*/ 255340 w 1695641"/>
                <a:gd name="connsiteY827" fmla="*/ 214561 h 384233"/>
                <a:gd name="connsiteX828" fmla="*/ 250164 w 1695641"/>
                <a:gd name="connsiteY828" fmla="*/ 229376 h 384233"/>
                <a:gd name="connsiteX829" fmla="*/ 245880 w 1695641"/>
                <a:gd name="connsiteY829" fmla="*/ 239105 h 384233"/>
                <a:gd name="connsiteX830" fmla="*/ 234725 w 1695641"/>
                <a:gd name="connsiteY830" fmla="*/ 240800 h 384233"/>
                <a:gd name="connsiteX831" fmla="*/ 223747 w 1695641"/>
                <a:gd name="connsiteY831" fmla="*/ 243388 h 384233"/>
                <a:gd name="connsiteX832" fmla="*/ 216071 w 1695641"/>
                <a:gd name="connsiteY832" fmla="*/ 240086 h 384233"/>
                <a:gd name="connsiteX833" fmla="*/ 204201 w 1695641"/>
                <a:gd name="connsiteY833" fmla="*/ 238926 h 384233"/>
                <a:gd name="connsiteX834" fmla="*/ 192509 w 1695641"/>
                <a:gd name="connsiteY834" fmla="*/ 238926 h 384233"/>
                <a:gd name="connsiteX835" fmla="*/ 182603 w 1695641"/>
                <a:gd name="connsiteY835" fmla="*/ 236070 h 384233"/>
                <a:gd name="connsiteX836" fmla="*/ 168145 w 1695641"/>
                <a:gd name="connsiteY836" fmla="*/ 235267 h 384233"/>
                <a:gd name="connsiteX837" fmla="*/ 160827 w 1695641"/>
                <a:gd name="connsiteY837" fmla="*/ 231250 h 384233"/>
                <a:gd name="connsiteX838" fmla="*/ 154044 w 1695641"/>
                <a:gd name="connsiteY838" fmla="*/ 220362 h 384233"/>
                <a:gd name="connsiteX839" fmla="*/ 153151 w 1695641"/>
                <a:gd name="connsiteY839" fmla="*/ 207688 h 384233"/>
                <a:gd name="connsiteX840" fmla="*/ 150027 w 1695641"/>
                <a:gd name="connsiteY840" fmla="*/ 192605 h 384233"/>
                <a:gd name="connsiteX841" fmla="*/ 149403 w 1695641"/>
                <a:gd name="connsiteY841" fmla="*/ 183145 h 384233"/>
                <a:gd name="connsiteX842" fmla="*/ 148243 w 1695641"/>
                <a:gd name="connsiteY842" fmla="*/ 174221 h 384233"/>
                <a:gd name="connsiteX843" fmla="*/ 146814 w 1695641"/>
                <a:gd name="connsiteY843" fmla="*/ 160209 h 384233"/>
                <a:gd name="connsiteX844" fmla="*/ 150563 w 1695641"/>
                <a:gd name="connsiteY844" fmla="*/ 137628 h 384233"/>
                <a:gd name="connsiteX845" fmla="*/ 153687 w 1695641"/>
                <a:gd name="connsiteY845" fmla="*/ 130577 h 384233"/>
                <a:gd name="connsiteX846" fmla="*/ 156364 w 1695641"/>
                <a:gd name="connsiteY846" fmla="*/ 118975 h 384233"/>
                <a:gd name="connsiteX847" fmla="*/ 158863 w 1695641"/>
                <a:gd name="connsiteY847" fmla="*/ 107106 h 384233"/>
                <a:gd name="connsiteX848" fmla="*/ 159935 w 1695641"/>
                <a:gd name="connsiteY848" fmla="*/ 88631 h 384233"/>
                <a:gd name="connsiteX849" fmla="*/ 162612 w 1695641"/>
                <a:gd name="connsiteY849" fmla="*/ 77385 h 384233"/>
                <a:gd name="connsiteX850" fmla="*/ 166450 w 1695641"/>
                <a:gd name="connsiteY850" fmla="*/ 59535 h 384233"/>
                <a:gd name="connsiteX851" fmla="*/ 166896 w 1695641"/>
                <a:gd name="connsiteY851" fmla="*/ 47308 h 384233"/>
                <a:gd name="connsiteX852" fmla="*/ 173946 w 1695641"/>
                <a:gd name="connsiteY852" fmla="*/ 42311 h 384233"/>
                <a:gd name="connsiteX853" fmla="*/ 182870 w 1695641"/>
                <a:gd name="connsiteY853" fmla="*/ 44185 h 384233"/>
                <a:gd name="connsiteX854" fmla="*/ 190814 w 1695641"/>
                <a:gd name="connsiteY854" fmla="*/ 42490 h 384233"/>
                <a:gd name="connsiteX855" fmla="*/ 197954 w 1695641"/>
                <a:gd name="connsiteY855" fmla="*/ 43917 h 384233"/>
                <a:gd name="connsiteX856" fmla="*/ 206879 w 1695641"/>
                <a:gd name="connsiteY856" fmla="*/ 42222 h 384233"/>
                <a:gd name="connsiteX857" fmla="*/ 815643 w 1695641"/>
                <a:gd name="connsiteY857" fmla="*/ 39723 h 384233"/>
                <a:gd name="connsiteX858" fmla="*/ 824568 w 1695641"/>
                <a:gd name="connsiteY858" fmla="*/ 43203 h 384233"/>
                <a:gd name="connsiteX859" fmla="*/ 842418 w 1695641"/>
                <a:gd name="connsiteY859" fmla="*/ 44541 h 384233"/>
                <a:gd name="connsiteX860" fmla="*/ 843222 w 1695641"/>
                <a:gd name="connsiteY860" fmla="*/ 44988 h 384233"/>
                <a:gd name="connsiteX861" fmla="*/ 846256 w 1695641"/>
                <a:gd name="connsiteY861" fmla="*/ 52306 h 384233"/>
                <a:gd name="connsiteX862" fmla="*/ 852414 w 1695641"/>
                <a:gd name="connsiteY862" fmla="*/ 64801 h 384233"/>
                <a:gd name="connsiteX863" fmla="*/ 847416 w 1695641"/>
                <a:gd name="connsiteY863" fmla="*/ 75422 h 384233"/>
                <a:gd name="connsiteX864" fmla="*/ 845096 w 1695641"/>
                <a:gd name="connsiteY864" fmla="*/ 85239 h 384233"/>
                <a:gd name="connsiteX865" fmla="*/ 836171 w 1695641"/>
                <a:gd name="connsiteY865" fmla="*/ 101037 h 384233"/>
                <a:gd name="connsiteX866" fmla="*/ 828138 w 1695641"/>
                <a:gd name="connsiteY866" fmla="*/ 109961 h 384233"/>
                <a:gd name="connsiteX867" fmla="*/ 810288 w 1695641"/>
                <a:gd name="connsiteY867" fmla="*/ 147267 h 384233"/>
                <a:gd name="connsiteX868" fmla="*/ 804309 w 1695641"/>
                <a:gd name="connsiteY868" fmla="*/ 153247 h 384233"/>
                <a:gd name="connsiteX869" fmla="*/ 796991 w 1695641"/>
                <a:gd name="connsiteY869" fmla="*/ 153247 h 384233"/>
                <a:gd name="connsiteX870" fmla="*/ 789315 w 1695641"/>
                <a:gd name="connsiteY870" fmla="*/ 155746 h 384233"/>
                <a:gd name="connsiteX871" fmla="*/ 777892 w 1695641"/>
                <a:gd name="connsiteY871" fmla="*/ 159227 h 384233"/>
                <a:gd name="connsiteX872" fmla="*/ 777892 w 1695641"/>
                <a:gd name="connsiteY872" fmla="*/ 168152 h 384233"/>
                <a:gd name="connsiteX873" fmla="*/ 786816 w 1695641"/>
                <a:gd name="connsiteY873" fmla="*/ 166545 h 384233"/>
                <a:gd name="connsiteX874" fmla="*/ 793778 w 1695641"/>
                <a:gd name="connsiteY874" fmla="*/ 163332 h 384233"/>
                <a:gd name="connsiteX875" fmla="*/ 803416 w 1695641"/>
                <a:gd name="connsiteY875" fmla="*/ 166367 h 384233"/>
                <a:gd name="connsiteX876" fmla="*/ 807254 w 1695641"/>
                <a:gd name="connsiteY876" fmla="*/ 170829 h 384233"/>
                <a:gd name="connsiteX877" fmla="*/ 809753 w 1695641"/>
                <a:gd name="connsiteY877" fmla="*/ 182966 h 384233"/>
                <a:gd name="connsiteX878" fmla="*/ 808236 w 1695641"/>
                <a:gd name="connsiteY878" fmla="*/ 187964 h 384233"/>
                <a:gd name="connsiteX879" fmla="*/ 799311 w 1695641"/>
                <a:gd name="connsiteY879" fmla="*/ 194122 h 384233"/>
                <a:gd name="connsiteX880" fmla="*/ 789315 w 1695641"/>
                <a:gd name="connsiteY880" fmla="*/ 197782 h 384233"/>
                <a:gd name="connsiteX881" fmla="*/ 786192 w 1695641"/>
                <a:gd name="connsiteY881" fmla="*/ 203583 h 384233"/>
                <a:gd name="connsiteX882" fmla="*/ 791011 w 1695641"/>
                <a:gd name="connsiteY882" fmla="*/ 207421 h 384233"/>
                <a:gd name="connsiteX883" fmla="*/ 804309 w 1695641"/>
                <a:gd name="connsiteY883" fmla="*/ 204922 h 384233"/>
                <a:gd name="connsiteX884" fmla="*/ 814305 w 1695641"/>
                <a:gd name="connsiteY884" fmla="*/ 204922 h 384233"/>
                <a:gd name="connsiteX885" fmla="*/ 826621 w 1695641"/>
                <a:gd name="connsiteY885" fmla="*/ 202423 h 384233"/>
                <a:gd name="connsiteX886" fmla="*/ 837420 w 1695641"/>
                <a:gd name="connsiteY886" fmla="*/ 202423 h 384233"/>
                <a:gd name="connsiteX887" fmla="*/ 846345 w 1695641"/>
                <a:gd name="connsiteY887" fmla="*/ 216435 h 384233"/>
                <a:gd name="connsiteX888" fmla="*/ 830548 w 1695641"/>
                <a:gd name="connsiteY888" fmla="*/ 239193 h 384233"/>
                <a:gd name="connsiteX889" fmla="*/ 816179 w 1695641"/>
                <a:gd name="connsiteY889" fmla="*/ 236694 h 384233"/>
                <a:gd name="connsiteX890" fmla="*/ 792439 w 1695641"/>
                <a:gd name="connsiteY890" fmla="*/ 237676 h 384233"/>
                <a:gd name="connsiteX891" fmla="*/ 779498 w 1695641"/>
                <a:gd name="connsiteY891" fmla="*/ 236873 h 384233"/>
                <a:gd name="connsiteX892" fmla="*/ 768163 w 1695641"/>
                <a:gd name="connsiteY892" fmla="*/ 238033 h 384233"/>
                <a:gd name="connsiteX893" fmla="*/ 755490 w 1695641"/>
                <a:gd name="connsiteY893" fmla="*/ 240175 h 384233"/>
                <a:gd name="connsiteX894" fmla="*/ 740050 w 1695641"/>
                <a:gd name="connsiteY894" fmla="*/ 243209 h 384233"/>
                <a:gd name="connsiteX895" fmla="*/ 724074 w 1695641"/>
                <a:gd name="connsiteY895" fmla="*/ 244815 h 384233"/>
                <a:gd name="connsiteX896" fmla="*/ 707652 w 1695641"/>
                <a:gd name="connsiteY896" fmla="*/ 249813 h 384233"/>
                <a:gd name="connsiteX897" fmla="*/ 697300 w 1695641"/>
                <a:gd name="connsiteY897" fmla="*/ 244369 h 384233"/>
                <a:gd name="connsiteX898" fmla="*/ 694980 w 1695641"/>
                <a:gd name="connsiteY898" fmla="*/ 230536 h 384233"/>
                <a:gd name="connsiteX899" fmla="*/ 695514 w 1695641"/>
                <a:gd name="connsiteY899" fmla="*/ 224200 h 384233"/>
                <a:gd name="connsiteX900" fmla="*/ 698995 w 1695641"/>
                <a:gd name="connsiteY900" fmla="*/ 216881 h 384233"/>
                <a:gd name="connsiteX901" fmla="*/ 702833 w 1695641"/>
                <a:gd name="connsiteY901" fmla="*/ 213758 h 384233"/>
                <a:gd name="connsiteX902" fmla="*/ 707652 w 1695641"/>
                <a:gd name="connsiteY902" fmla="*/ 216078 h 384233"/>
                <a:gd name="connsiteX903" fmla="*/ 721754 w 1695641"/>
                <a:gd name="connsiteY903" fmla="*/ 211259 h 384233"/>
                <a:gd name="connsiteX904" fmla="*/ 739604 w 1695641"/>
                <a:gd name="connsiteY904" fmla="*/ 203405 h 384233"/>
                <a:gd name="connsiteX905" fmla="*/ 736658 w 1695641"/>
                <a:gd name="connsiteY905" fmla="*/ 198407 h 384233"/>
                <a:gd name="connsiteX906" fmla="*/ 729340 w 1695641"/>
                <a:gd name="connsiteY906" fmla="*/ 197425 h 384233"/>
                <a:gd name="connsiteX907" fmla="*/ 723181 w 1695641"/>
                <a:gd name="connsiteY907" fmla="*/ 194301 h 384233"/>
                <a:gd name="connsiteX908" fmla="*/ 723181 w 1695641"/>
                <a:gd name="connsiteY908" fmla="*/ 188321 h 384233"/>
                <a:gd name="connsiteX909" fmla="*/ 723985 w 1695641"/>
                <a:gd name="connsiteY909" fmla="*/ 181003 h 384233"/>
                <a:gd name="connsiteX910" fmla="*/ 728001 w 1695641"/>
                <a:gd name="connsiteY910" fmla="*/ 175648 h 384233"/>
                <a:gd name="connsiteX911" fmla="*/ 732106 w 1695641"/>
                <a:gd name="connsiteY911" fmla="*/ 176986 h 384233"/>
                <a:gd name="connsiteX912" fmla="*/ 736480 w 1695641"/>
                <a:gd name="connsiteY912" fmla="*/ 176183 h 384233"/>
                <a:gd name="connsiteX913" fmla="*/ 740764 w 1695641"/>
                <a:gd name="connsiteY913" fmla="*/ 176183 h 384233"/>
                <a:gd name="connsiteX914" fmla="*/ 744602 w 1695641"/>
                <a:gd name="connsiteY914" fmla="*/ 172703 h 384233"/>
                <a:gd name="connsiteX915" fmla="*/ 745583 w 1695641"/>
                <a:gd name="connsiteY915" fmla="*/ 163778 h 384233"/>
                <a:gd name="connsiteX916" fmla="*/ 740317 w 1695641"/>
                <a:gd name="connsiteY916" fmla="*/ 163064 h 384233"/>
                <a:gd name="connsiteX917" fmla="*/ 733623 w 1695641"/>
                <a:gd name="connsiteY917" fmla="*/ 164939 h 384233"/>
                <a:gd name="connsiteX918" fmla="*/ 727465 w 1695641"/>
                <a:gd name="connsiteY918" fmla="*/ 166277 h 384233"/>
                <a:gd name="connsiteX919" fmla="*/ 722467 w 1695641"/>
                <a:gd name="connsiteY919" fmla="*/ 165563 h 384233"/>
                <a:gd name="connsiteX920" fmla="*/ 719968 w 1695641"/>
                <a:gd name="connsiteY920" fmla="*/ 161636 h 384233"/>
                <a:gd name="connsiteX921" fmla="*/ 718005 w 1695641"/>
                <a:gd name="connsiteY921" fmla="*/ 155924 h 384233"/>
                <a:gd name="connsiteX922" fmla="*/ 713543 w 1695641"/>
                <a:gd name="connsiteY922" fmla="*/ 147624 h 384233"/>
                <a:gd name="connsiteX923" fmla="*/ 711043 w 1695641"/>
                <a:gd name="connsiteY923" fmla="*/ 138699 h 384233"/>
                <a:gd name="connsiteX924" fmla="*/ 715863 w 1695641"/>
                <a:gd name="connsiteY924" fmla="*/ 124687 h 384233"/>
                <a:gd name="connsiteX925" fmla="*/ 713542 w 1695641"/>
                <a:gd name="connsiteY925" fmla="*/ 102108 h 384233"/>
                <a:gd name="connsiteX926" fmla="*/ 710686 w 1695641"/>
                <a:gd name="connsiteY926" fmla="*/ 92469 h 384233"/>
                <a:gd name="connsiteX927" fmla="*/ 711846 w 1695641"/>
                <a:gd name="connsiteY927" fmla="*/ 85150 h 384233"/>
                <a:gd name="connsiteX928" fmla="*/ 714346 w 1695641"/>
                <a:gd name="connsiteY928" fmla="*/ 72655 h 384233"/>
                <a:gd name="connsiteX929" fmla="*/ 720504 w 1695641"/>
                <a:gd name="connsiteY929" fmla="*/ 59982 h 384233"/>
                <a:gd name="connsiteX930" fmla="*/ 728447 w 1695641"/>
                <a:gd name="connsiteY930" fmla="*/ 64801 h 384233"/>
                <a:gd name="connsiteX931" fmla="*/ 735944 w 1695641"/>
                <a:gd name="connsiteY931" fmla="*/ 63998 h 384233"/>
                <a:gd name="connsiteX932" fmla="*/ 745762 w 1695641"/>
                <a:gd name="connsiteY932" fmla="*/ 60874 h 384233"/>
                <a:gd name="connsiteX933" fmla="*/ 762540 w 1695641"/>
                <a:gd name="connsiteY933" fmla="*/ 54002 h 384233"/>
                <a:gd name="connsiteX934" fmla="*/ 775839 w 1695641"/>
                <a:gd name="connsiteY934" fmla="*/ 52663 h 384233"/>
                <a:gd name="connsiteX935" fmla="*/ 815643 w 1695641"/>
                <a:gd name="connsiteY935" fmla="*/ 39723 h 384233"/>
                <a:gd name="connsiteX936" fmla="*/ 439014 w 1695641"/>
                <a:gd name="connsiteY936" fmla="*/ 1614 h 384233"/>
                <a:gd name="connsiteX937" fmla="*/ 445798 w 1695641"/>
                <a:gd name="connsiteY937" fmla="*/ 2328 h 384233"/>
                <a:gd name="connsiteX938" fmla="*/ 454187 w 1695641"/>
                <a:gd name="connsiteY938" fmla="*/ 2328 h 384233"/>
                <a:gd name="connsiteX939" fmla="*/ 458560 w 1695641"/>
                <a:gd name="connsiteY939" fmla="*/ 5808 h 384233"/>
                <a:gd name="connsiteX940" fmla="*/ 466415 w 1695641"/>
                <a:gd name="connsiteY940" fmla="*/ 8217 h 384233"/>
                <a:gd name="connsiteX941" fmla="*/ 469003 w 1695641"/>
                <a:gd name="connsiteY941" fmla="*/ 17142 h 384233"/>
                <a:gd name="connsiteX942" fmla="*/ 475072 w 1695641"/>
                <a:gd name="connsiteY942" fmla="*/ 30530 h 384233"/>
                <a:gd name="connsiteX943" fmla="*/ 467575 w 1695641"/>
                <a:gd name="connsiteY943" fmla="*/ 44275 h 384233"/>
                <a:gd name="connsiteX944" fmla="*/ 469003 w 1695641"/>
                <a:gd name="connsiteY944" fmla="*/ 48826 h 384233"/>
                <a:gd name="connsiteX945" fmla="*/ 495777 w 1695641"/>
                <a:gd name="connsiteY945" fmla="*/ 42579 h 384233"/>
                <a:gd name="connsiteX946" fmla="*/ 511039 w 1695641"/>
                <a:gd name="connsiteY946" fmla="*/ 39098 h 384233"/>
                <a:gd name="connsiteX947" fmla="*/ 517554 w 1695641"/>
                <a:gd name="connsiteY947" fmla="*/ 41865 h 384233"/>
                <a:gd name="connsiteX948" fmla="*/ 524337 w 1695641"/>
                <a:gd name="connsiteY948" fmla="*/ 44096 h 384233"/>
                <a:gd name="connsiteX949" fmla="*/ 532458 w 1695641"/>
                <a:gd name="connsiteY949" fmla="*/ 51236 h 384233"/>
                <a:gd name="connsiteX950" fmla="*/ 532280 w 1695641"/>
                <a:gd name="connsiteY950" fmla="*/ 51236 h 384233"/>
                <a:gd name="connsiteX951" fmla="*/ 535939 w 1695641"/>
                <a:gd name="connsiteY951" fmla="*/ 55252 h 384233"/>
                <a:gd name="connsiteX952" fmla="*/ 535493 w 1695641"/>
                <a:gd name="connsiteY952" fmla="*/ 63463 h 384233"/>
                <a:gd name="connsiteX953" fmla="*/ 520856 w 1695641"/>
                <a:gd name="connsiteY953" fmla="*/ 75868 h 384233"/>
                <a:gd name="connsiteX954" fmla="*/ 513002 w 1695641"/>
                <a:gd name="connsiteY954" fmla="*/ 73548 h 384233"/>
                <a:gd name="connsiteX955" fmla="*/ 499704 w 1695641"/>
                <a:gd name="connsiteY955" fmla="*/ 74440 h 384233"/>
                <a:gd name="connsiteX956" fmla="*/ 489083 w 1695641"/>
                <a:gd name="connsiteY956" fmla="*/ 75690 h 384233"/>
                <a:gd name="connsiteX957" fmla="*/ 479356 w 1695641"/>
                <a:gd name="connsiteY957" fmla="*/ 78635 h 384233"/>
                <a:gd name="connsiteX958" fmla="*/ 469627 w 1695641"/>
                <a:gd name="connsiteY958" fmla="*/ 82116 h 384233"/>
                <a:gd name="connsiteX959" fmla="*/ 460702 w 1695641"/>
                <a:gd name="connsiteY959" fmla="*/ 82116 h 384233"/>
                <a:gd name="connsiteX960" fmla="*/ 447136 w 1695641"/>
                <a:gd name="connsiteY960" fmla="*/ 87827 h 384233"/>
                <a:gd name="connsiteX961" fmla="*/ 415453 w 1695641"/>
                <a:gd name="connsiteY961" fmla="*/ 95681 h 384233"/>
                <a:gd name="connsiteX962" fmla="*/ 406528 w 1695641"/>
                <a:gd name="connsiteY962" fmla="*/ 98002 h 384233"/>
                <a:gd name="connsiteX963" fmla="*/ 397604 w 1695641"/>
                <a:gd name="connsiteY963" fmla="*/ 100233 h 384233"/>
                <a:gd name="connsiteX964" fmla="*/ 389571 w 1695641"/>
                <a:gd name="connsiteY964" fmla="*/ 102286 h 384233"/>
                <a:gd name="connsiteX965" fmla="*/ 382788 w 1695641"/>
                <a:gd name="connsiteY965" fmla="*/ 103178 h 384233"/>
                <a:gd name="connsiteX966" fmla="*/ 375470 w 1695641"/>
                <a:gd name="connsiteY966" fmla="*/ 105142 h 384233"/>
                <a:gd name="connsiteX967" fmla="*/ 369044 w 1695641"/>
                <a:gd name="connsiteY967" fmla="*/ 105142 h 384233"/>
                <a:gd name="connsiteX968" fmla="*/ 363956 w 1695641"/>
                <a:gd name="connsiteY968" fmla="*/ 105142 h 384233"/>
                <a:gd name="connsiteX969" fmla="*/ 355745 w 1695641"/>
                <a:gd name="connsiteY969" fmla="*/ 107373 h 384233"/>
                <a:gd name="connsiteX970" fmla="*/ 348784 w 1695641"/>
                <a:gd name="connsiteY970" fmla="*/ 109783 h 384233"/>
                <a:gd name="connsiteX971" fmla="*/ 342715 w 1695641"/>
                <a:gd name="connsiteY971" fmla="*/ 113264 h 384233"/>
                <a:gd name="connsiteX972" fmla="*/ 337806 w 1695641"/>
                <a:gd name="connsiteY972" fmla="*/ 109783 h 384233"/>
                <a:gd name="connsiteX973" fmla="*/ 328881 w 1695641"/>
                <a:gd name="connsiteY973" fmla="*/ 109248 h 384233"/>
                <a:gd name="connsiteX974" fmla="*/ 326561 w 1695641"/>
                <a:gd name="connsiteY974" fmla="*/ 99698 h 384233"/>
                <a:gd name="connsiteX975" fmla="*/ 326115 w 1695641"/>
                <a:gd name="connsiteY975" fmla="*/ 91844 h 384233"/>
                <a:gd name="connsiteX976" fmla="*/ 327810 w 1695641"/>
                <a:gd name="connsiteY976" fmla="*/ 85596 h 384233"/>
                <a:gd name="connsiteX977" fmla="*/ 345660 w 1695641"/>
                <a:gd name="connsiteY977" fmla="*/ 76671 h 384233"/>
                <a:gd name="connsiteX978" fmla="*/ 350391 w 1695641"/>
                <a:gd name="connsiteY978" fmla="*/ 79349 h 384233"/>
                <a:gd name="connsiteX979" fmla="*/ 360654 w 1695641"/>
                <a:gd name="connsiteY979" fmla="*/ 75868 h 384233"/>
                <a:gd name="connsiteX980" fmla="*/ 385198 w 1695641"/>
                <a:gd name="connsiteY980" fmla="*/ 70959 h 384233"/>
                <a:gd name="connsiteX981" fmla="*/ 395640 w 1695641"/>
                <a:gd name="connsiteY981" fmla="*/ 69531 h 384233"/>
                <a:gd name="connsiteX982" fmla="*/ 414828 w 1695641"/>
                <a:gd name="connsiteY982" fmla="*/ 63641 h 384233"/>
                <a:gd name="connsiteX983" fmla="*/ 422682 w 1695641"/>
                <a:gd name="connsiteY983" fmla="*/ 59090 h 384233"/>
                <a:gd name="connsiteX984" fmla="*/ 421790 w 1695641"/>
                <a:gd name="connsiteY984" fmla="*/ 53735 h 384233"/>
                <a:gd name="connsiteX985" fmla="*/ 416256 w 1695641"/>
                <a:gd name="connsiteY985" fmla="*/ 51950 h 384233"/>
                <a:gd name="connsiteX986" fmla="*/ 410990 w 1695641"/>
                <a:gd name="connsiteY986" fmla="*/ 47934 h 384233"/>
                <a:gd name="connsiteX987" fmla="*/ 412240 w 1695641"/>
                <a:gd name="connsiteY987" fmla="*/ 42400 h 384233"/>
                <a:gd name="connsiteX988" fmla="*/ 414293 w 1695641"/>
                <a:gd name="connsiteY988" fmla="*/ 37134 h 384233"/>
                <a:gd name="connsiteX989" fmla="*/ 416434 w 1695641"/>
                <a:gd name="connsiteY989" fmla="*/ 30530 h 384233"/>
                <a:gd name="connsiteX990" fmla="*/ 409741 w 1695641"/>
                <a:gd name="connsiteY990" fmla="*/ 14019 h 384233"/>
                <a:gd name="connsiteX991" fmla="*/ 411704 w 1695641"/>
                <a:gd name="connsiteY991" fmla="*/ 8396 h 384233"/>
                <a:gd name="connsiteX992" fmla="*/ 421790 w 1695641"/>
                <a:gd name="connsiteY992" fmla="*/ 6700 h 384233"/>
                <a:gd name="connsiteX993" fmla="*/ 427680 w 1695641"/>
                <a:gd name="connsiteY993" fmla="*/ 4380 h 384233"/>
                <a:gd name="connsiteX994" fmla="*/ 433303 w 1695641"/>
                <a:gd name="connsiteY994" fmla="*/ 3755 h 384233"/>
                <a:gd name="connsiteX995" fmla="*/ 439014 w 1695641"/>
                <a:gd name="connsiteY995" fmla="*/ 1614 h 384233"/>
                <a:gd name="connsiteX996" fmla="*/ 1616919 w 1695641"/>
                <a:gd name="connsiteY996" fmla="*/ 7 h 384233"/>
                <a:gd name="connsiteX997" fmla="*/ 1626380 w 1695641"/>
                <a:gd name="connsiteY997" fmla="*/ 7326 h 384233"/>
                <a:gd name="connsiteX998" fmla="*/ 1622363 w 1695641"/>
                <a:gd name="connsiteY998" fmla="*/ 18928 h 384233"/>
                <a:gd name="connsiteX999" fmla="*/ 1614599 w 1695641"/>
                <a:gd name="connsiteY999" fmla="*/ 29103 h 384233"/>
                <a:gd name="connsiteX1000" fmla="*/ 1614599 w 1695641"/>
                <a:gd name="connsiteY1000" fmla="*/ 38027 h 384233"/>
                <a:gd name="connsiteX1001" fmla="*/ 1619418 w 1695641"/>
                <a:gd name="connsiteY1001" fmla="*/ 45256 h 384233"/>
                <a:gd name="connsiteX1002" fmla="*/ 1608886 w 1695641"/>
                <a:gd name="connsiteY1002" fmla="*/ 66587 h 384233"/>
                <a:gd name="connsiteX1003" fmla="*/ 1600943 w 1695641"/>
                <a:gd name="connsiteY1003" fmla="*/ 78100 h 384233"/>
                <a:gd name="connsiteX1004" fmla="*/ 1610582 w 1695641"/>
                <a:gd name="connsiteY1004" fmla="*/ 83187 h 384233"/>
                <a:gd name="connsiteX1005" fmla="*/ 1615313 w 1695641"/>
                <a:gd name="connsiteY1005" fmla="*/ 90773 h 384233"/>
                <a:gd name="connsiteX1006" fmla="*/ 1624238 w 1695641"/>
                <a:gd name="connsiteY1006" fmla="*/ 81848 h 384233"/>
                <a:gd name="connsiteX1007" fmla="*/ 1616473 w 1695641"/>
                <a:gd name="connsiteY1007" fmla="*/ 79260 h 384233"/>
                <a:gd name="connsiteX1008" fmla="*/ 1614688 w 1695641"/>
                <a:gd name="connsiteY1008" fmla="*/ 70335 h 384233"/>
                <a:gd name="connsiteX1009" fmla="*/ 1619775 w 1695641"/>
                <a:gd name="connsiteY1009" fmla="*/ 66319 h 384233"/>
                <a:gd name="connsiteX1010" fmla="*/ 1623880 w 1695641"/>
                <a:gd name="connsiteY1010" fmla="*/ 61499 h 384233"/>
                <a:gd name="connsiteX1011" fmla="*/ 1623167 w 1695641"/>
                <a:gd name="connsiteY1011" fmla="*/ 53021 h 384233"/>
                <a:gd name="connsiteX1012" fmla="*/ 1630396 w 1695641"/>
                <a:gd name="connsiteY1012" fmla="*/ 49361 h 384233"/>
                <a:gd name="connsiteX1013" fmla="*/ 1634501 w 1695641"/>
                <a:gd name="connsiteY1013" fmla="*/ 43203 h 384233"/>
                <a:gd name="connsiteX1014" fmla="*/ 1636376 w 1695641"/>
                <a:gd name="connsiteY1014" fmla="*/ 36420 h 384233"/>
                <a:gd name="connsiteX1015" fmla="*/ 1631199 w 1695641"/>
                <a:gd name="connsiteY1015" fmla="*/ 23926 h 384233"/>
                <a:gd name="connsiteX1016" fmla="*/ 1657171 w 1695641"/>
                <a:gd name="connsiteY1016" fmla="*/ 10182 h 384233"/>
                <a:gd name="connsiteX1017" fmla="*/ 1659492 w 1695641"/>
                <a:gd name="connsiteY1017" fmla="*/ 6880 h 384233"/>
                <a:gd name="connsiteX1018" fmla="*/ 1667256 w 1695641"/>
                <a:gd name="connsiteY1018" fmla="*/ 5987 h 384233"/>
                <a:gd name="connsiteX1019" fmla="*/ 1675646 w 1695641"/>
                <a:gd name="connsiteY1019" fmla="*/ 11253 h 384233"/>
                <a:gd name="connsiteX1020" fmla="*/ 1677788 w 1695641"/>
                <a:gd name="connsiteY1020" fmla="*/ 17411 h 384233"/>
                <a:gd name="connsiteX1021" fmla="*/ 1676806 w 1695641"/>
                <a:gd name="connsiteY1021" fmla="*/ 28210 h 384233"/>
                <a:gd name="connsiteX1022" fmla="*/ 1665382 w 1695641"/>
                <a:gd name="connsiteY1022" fmla="*/ 37134 h 384233"/>
                <a:gd name="connsiteX1023" fmla="*/ 1656457 w 1695641"/>
                <a:gd name="connsiteY1023" fmla="*/ 58733 h 384233"/>
                <a:gd name="connsiteX1024" fmla="*/ 1653779 w 1695641"/>
                <a:gd name="connsiteY1024" fmla="*/ 66230 h 384233"/>
                <a:gd name="connsiteX1025" fmla="*/ 1651548 w 1695641"/>
                <a:gd name="connsiteY1025" fmla="*/ 75155 h 384233"/>
                <a:gd name="connsiteX1026" fmla="*/ 1649763 w 1695641"/>
                <a:gd name="connsiteY1026" fmla="*/ 86400 h 384233"/>
                <a:gd name="connsiteX1027" fmla="*/ 1654939 w 1695641"/>
                <a:gd name="connsiteY1027" fmla="*/ 88007 h 384233"/>
                <a:gd name="connsiteX1028" fmla="*/ 1665025 w 1695641"/>
                <a:gd name="connsiteY1028" fmla="*/ 82473 h 384233"/>
                <a:gd name="connsiteX1029" fmla="*/ 1671986 w 1695641"/>
                <a:gd name="connsiteY1029" fmla="*/ 82473 h 384233"/>
                <a:gd name="connsiteX1030" fmla="*/ 1677609 w 1695641"/>
                <a:gd name="connsiteY1030" fmla="*/ 86579 h 384233"/>
                <a:gd name="connsiteX1031" fmla="*/ 1683946 w 1695641"/>
                <a:gd name="connsiteY1031" fmla="*/ 88453 h 384233"/>
                <a:gd name="connsiteX1032" fmla="*/ 1691174 w 1695641"/>
                <a:gd name="connsiteY1032" fmla="*/ 91041 h 384233"/>
                <a:gd name="connsiteX1033" fmla="*/ 1691710 w 1695641"/>
                <a:gd name="connsiteY1033" fmla="*/ 90952 h 384233"/>
                <a:gd name="connsiteX1034" fmla="*/ 1695548 w 1695641"/>
                <a:gd name="connsiteY1034" fmla="*/ 107462 h 384233"/>
                <a:gd name="connsiteX1035" fmla="*/ 1691442 w 1695641"/>
                <a:gd name="connsiteY1035" fmla="*/ 122367 h 384233"/>
                <a:gd name="connsiteX1036" fmla="*/ 1668952 w 1695641"/>
                <a:gd name="connsiteY1036" fmla="*/ 128347 h 384233"/>
                <a:gd name="connsiteX1037" fmla="*/ 1661990 w 1695641"/>
                <a:gd name="connsiteY1037" fmla="*/ 131292 h 384233"/>
                <a:gd name="connsiteX1038" fmla="*/ 1653065 w 1695641"/>
                <a:gd name="connsiteY1038" fmla="*/ 130489 h 384233"/>
                <a:gd name="connsiteX1039" fmla="*/ 1641909 w 1695641"/>
                <a:gd name="connsiteY1039" fmla="*/ 130489 h 384233"/>
                <a:gd name="connsiteX1040" fmla="*/ 1622720 w 1695641"/>
                <a:gd name="connsiteY1040" fmla="*/ 144144 h 384233"/>
                <a:gd name="connsiteX1041" fmla="*/ 1615670 w 1695641"/>
                <a:gd name="connsiteY1041" fmla="*/ 151641 h 384233"/>
                <a:gd name="connsiteX1042" fmla="*/ 1604424 w 1695641"/>
                <a:gd name="connsiteY1042" fmla="*/ 161994 h 384233"/>
                <a:gd name="connsiteX1043" fmla="*/ 1602639 w 1695641"/>
                <a:gd name="connsiteY1043" fmla="*/ 172614 h 384233"/>
                <a:gd name="connsiteX1044" fmla="*/ 1607994 w 1695641"/>
                <a:gd name="connsiteY1044" fmla="*/ 173685 h 384233"/>
                <a:gd name="connsiteX1045" fmla="*/ 1617633 w 1695641"/>
                <a:gd name="connsiteY1045" fmla="*/ 169847 h 384233"/>
                <a:gd name="connsiteX1046" fmla="*/ 1623970 w 1695641"/>
                <a:gd name="connsiteY1046" fmla="*/ 166456 h 384233"/>
                <a:gd name="connsiteX1047" fmla="*/ 1635037 w 1695641"/>
                <a:gd name="connsiteY1047" fmla="*/ 172078 h 384233"/>
                <a:gd name="connsiteX1048" fmla="*/ 1645836 w 1695641"/>
                <a:gd name="connsiteY1048" fmla="*/ 176541 h 384233"/>
                <a:gd name="connsiteX1049" fmla="*/ 1650031 w 1695641"/>
                <a:gd name="connsiteY1049" fmla="*/ 180825 h 384233"/>
                <a:gd name="connsiteX1050" fmla="*/ 1647264 w 1695641"/>
                <a:gd name="connsiteY1050" fmla="*/ 192070 h 384233"/>
                <a:gd name="connsiteX1051" fmla="*/ 1640838 w 1695641"/>
                <a:gd name="connsiteY1051" fmla="*/ 197604 h 384233"/>
                <a:gd name="connsiteX1052" fmla="*/ 1629503 w 1695641"/>
                <a:gd name="connsiteY1052" fmla="*/ 199746 h 384233"/>
                <a:gd name="connsiteX1053" fmla="*/ 1621828 w 1695641"/>
                <a:gd name="connsiteY1053" fmla="*/ 202334 h 384233"/>
                <a:gd name="connsiteX1054" fmla="*/ 1603978 w 1695641"/>
                <a:gd name="connsiteY1054" fmla="*/ 210366 h 384233"/>
                <a:gd name="connsiteX1055" fmla="*/ 1604781 w 1695641"/>
                <a:gd name="connsiteY1055" fmla="*/ 222683 h 384233"/>
                <a:gd name="connsiteX1056" fmla="*/ 1603442 w 1695641"/>
                <a:gd name="connsiteY1056" fmla="*/ 233214 h 384233"/>
                <a:gd name="connsiteX1057" fmla="*/ 1600943 w 1695641"/>
                <a:gd name="connsiteY1057" fmla="*/ 245262 h 384233"/>
                <a:gd name="connsiteX1058" fmla="*/ 1596303 w 1695641"/>
                <a:gd name="connsiteY1058" fmla="*/ 253295 h 384233"/>
                <a:gd name="connsiteX1059" fmla="*/ 1587378 w 1695641"/>
                <a:gd name="connsiteY1059" fmla="*/ 270609 h 384233"/>
                <a:gd name="connsiteX1060" fmla="*/ 1574348 w 1695641"/>
                <a:gd name="connsiteY1060" fmla="*/ 275250 h 384233"/>
                <a:gd name="connsiteX1061" fmla="*/ 1563906 w 1695641"/>
                <a:gd name="connsiteY1061" fmla="*/ 278106 h 384233"/>
                <a:gd name="connsiteX1062" fmla="*/ 1548198 w 1695641"/>
                <a:gd name="connsiteY1062" fmla="*/ 278106 h 384233"/>
                <a:gd name="connsiteX1063" fmla="*/ 1547216 w 1695641"/>
                <a:gd name="connsiteY1063" fmla="*/ 268646 h 384233"/>
                <a:gd name="connsiteX1064" fmla="*/ 1532043 w 1695641"/>
                <a:gd name="connsiteY1064" fmla="*/ 254276 h 384233"/>
                <a:gd name="connsiteX1065" fmla="*/ 1540165 w 1695641"/>
                <a:gd name="connsiteY1065" fmla="*/ 250260 h 384233"/>
                <a:gd name="connsiteX1066" fmla="*/ 1559800 w 1695641"/>
                <a:gd name="connsiteY1066" fmla="*/ 246690 h 384233"/>
                <a:gd name="connsiteX1067" fmla="*/ 1575240 w 1695641"/>
                <a:gd name="connsiteY1067" fmla="*/ 219916 h 384233"/>
                <a:gd name="connsiteX1068" fmla="*/ 1570956 w 1695641"/>
                <a:gd name="connsiteY1068" fmla="*/ 213847 h 384233"/>
                <a:gd name="connsiteX1069" fmla="*/ 1556498 w 1695641"/>
                <a:gd name="connsiteY1069" fmla="*/ 216436 h 384233"/>
                <a:gd name="connsiteX1070" fmla="*/ 1541593 w 1695641"/>
                <a:gd name="connsiteY1070" fmla="*/ 219024 h 384233"/>
                <a:gd name="connsiteX1071" fmla="*/ 1529366 w 1695641"/>
                <a:gd name="connsiteY1071" fmla="*/ 223397 h 384233"/>
                <a:gd name="connsiteX1072" fmla="*/ 1518388 w 1695641"/>
                <a:gd name="connsiteY1072" fmla="*/ 220720 h 384233"/>
                <a:gd name="connsiteX1073" fmla="*/ 1513390 w 1695641"/>
                <a:gd name="connsiteY1073" fmla="*/ 218488 h 384233"/>
                <a:gd name="connsiteX1074" fmla="*/ 1512230 w 1695641"/>
                <a:gd name="connsiteY1074" fmla="*/ 210456 h 384233"/>
                <a:gd name="connsiteX1075" fmla="*/ 1514461 w 1695641"/>
                <a:gd name="connsiteY1075" fmla="*/ 199389 h 384233"/>
                <a:gd name="connsiteX1076" fmla="*/ 1527848 w 1695641"/>
                <a:gd name="connsiteY1076" fmla="*/ 191088 h 384233"/>
                <a:gd name="connsiteX1077" fmla="*/ 1537577 w 1695641"/>
                <a:gd name="connsiteY1077" fmla="*/ 193587 h 384233"/>
                <a:gd name="connsiteX1078" fmla="*/ 1547037 w 1695641"/>
                <a:gd name="connsiteY1078" fmla="*/ 187697 h 384233"/>
                <a:gd name="connsiteX1079" fmla="*/ 1558729 w 1695641"/>
                <a:gd name="connsiteY1079" fmla="*/ 184573 h 384233"/>
                <a:gd name="connsiteX1080" fmla="*/ 1565780 w 1695641"/>
                <a:gd name="connsiteY1080" fmla="*/ 181003 h 384233"/>
                <a:gd name="connsiteX1081" fmla="*/ 1568279 w 1695641"/>
                <a:gd name="connsiteY1081" fmla="*/ 176898 h 384233"/>
                <a:gd name="connsiteX1082" fmla="*/ 1569528 w 1695641"/>
                <a:gd name="connsiteY1082" fmla="*/ 167973 h 384233"/>
                <a:gd name="connsiteX1083" fmla="*/ 1572831 w 1695641"/>
                <a:gd name="connsiteY1083" fmla="*/ 159049 h 384233"/>
                <a:gd name="connsiteX1084" fmla="*/ 1566048 w 1695641"/>
                <a:gd name="connsiteY1084" fmla="*/ 158424 h 384233"/>
                <a:gd name="connsiteX1085" fmla="*/ 1558550 w 1695641"/>
                <a:gd name="connsiteY1085" fmla="*/ 163333 h 384233"/>
                <a:gd name="connsiteX1086" fmla="*/ 1550071 w 1695641"/>
                <a:gd name="connsiteY1086" fmla="*/ 167706 h 384233"/>
                <a:gd name="connsiteX1087" fmla="*/ 1542932 w 1695641"/>
                <a:gd name="connsiteY1087" fmla="*/ 167706 h 384233"/>
                <a:gd name="connsiteX1088" fmla="*/ 1540255 w 1695641"/>
                <a:gd name="connsiteY1088" fmla="*/ 161191 h 384233"/>
                <a:gd name="connsiteX1089" fmla="*/ 1542218 w 1695641"/>
                <a:gd name="connsiteY1089" fmla="*/ 151462 h 384233"/>
                <a:gd name="connsiteX1090" fmla="*/ 1549715 w 1695641"/>
                <a:gd name="connsiteY1090" fmla="*/ 133612 h 384233"/>
                <a:gd name="connsiteX1091" fmla="*/ 1560246 w 1695641"/>
                <a:gd name="connsiteY1091" fmla="*/ 132898 h 384233"/>
                <a:gd name="connsiteX1092" fmla="*/ 1564173 w 1695641"/>
                <a:gd name="connsiteY1092" fmla="*/ 130310 h 384233"/>
                <a:gd name="connsiteX1093" fmla="*/ 1573902 w 1695641"/>
                <a:gd name="connsiteY1093" fmla="*/ 129418 h 384233"/>
                <a:gd name="connsiteX1094" fmla="*/ 1584969 w 1695641"/>
                <a:gd name="connsiteY1094" fmla="*/ 126651 h 384233"/>
                <a:gd name="connsiteX1095" fmla="*/ 1593269 w 1695641"/>
                <a:gd name="connsiteY1095" fmla="*/ 125223 h 384233"/>
                <a:gd name="connsiteX1096" fmla="*/ 1600230 w 1695641"/>
                <a:gd name="connsiteY1096" fmla="*/ 122724 h 384233"/>
                <a:gd name="connsiteX1097" fmla="*/ 1604335 w 1695641"/>
                <a:gd name="connsiteY1097" fmla="*/ 119779 h 384233"/>
                <a:gd name="connsiteX1098" fmla="*/ 1614063 w 1695641"/>
                <a:gd name="connsiteY1098" fmla="*/ 119779 h 384233"/>
                <a:gd name="connsiteX1099" fmla="*/ 1622007 w 1695641"/>
                <a:gd name="connsiteY1099" fmla="*/ 119779 h 384233"/>
                <a:gd name="connsiteX1100" fmla="*/ 1630217 w 1695641"/>
                <a:gd name="connsiteY1100" fmla="*/ 121742 h 384233"/>
                <a:gd name="connsiteX1101" fmla="*/ 1639142 w 1695641"/>
                <a:gd name="connsiteY1101" fmla="*/ 117369 h 384233"/>
                <a:gd name="connsiteX1102" fmla="*/ 1644140 w 1695641"/>
                <a:gd name="connsiteY1102" fmla="*/ 107819 h 384233"/>
                <a:gd name="connsiteX1103" fmla="*/ 1632270 w 1695641"/>
                <a:gd name="connsiteY1103" fmla="*/ 109158 h 384233"/>
                <a:gd name="connsiteX1104" fmla="*/ 1619775 w 1695641"/>
                <a:gd name="connsiteY1104" fmla="*/ 110943 h 384233"/>
                <a:gd name="connsiteX1105" fmla="*/ 1600140 w 1695641"/>
                <a:gd name="connsiteY1105" fmla="*/ 112996 h 384233"/>
                <a:gd name="connsiteX1106" fmla="*/ 1590234 w 1695641"/>
                <a:gd name="connsiteY1106" fmla="*/ 115316 h 384233"/>
                <a:gd name="connsiteX1107" fmla="*/ 1580327 w 1695641"/>
                <a:gd name="connsiteY1107" fmla="*/ 117369 h 384233"/>
                <a:gd name="connsiteX1108" fmla="*/ 1564262 w 1695641"/>
                <a:gd name="connsiteY1108" fmla="*/ 119422 h 384233"/>
                <a:gd name="connsiteX1109" fmla="*/ 1551946 w 1695641"/>
                <a:gd name="connsiteY1109" fmla="*/ 121921 h 384233"/>
                <a:gd name="connsiteX1110" fmla="*/ 1537398 w 1695641"/>
                <a:gd name="connsiteY1110" fmla="*/ 127811 h 384233"/>
                <a:gd name="connsiteX1111" fmla="*/ 1528473 w 1695641"/>
                <a:gd name="connsiteY1111" fmla="*/ 139681 h 384233"/>
                <a:gd name="connsiteX1112" fmla="*/ 1524189 w 1695641"/>
                <a:gd name="connsiteY1112" fmla="*/ 144769 h 384233"/>
                <a:gd name="connsiteX1113" fmla="*/ 1505626 w 1695641"/>
                <a:gd name="connsiteY1113" fmla="*/ 158960 h 384233"/>
                <a:gd name="connsiteX1114" fmla="*/ 1498397 w 1695641"/>
                <a:gd name="connsiteY1114" fmla="*/ 156014 h 384233"/>
                <a:gd name="connsiteX1115" fmla="*/ 1492953 w 1695641"/>
                <a:gd name="connsiteY1115" fmla="*/ 138967 h 384233"/>
                <a:gd name="connsiteX1116" fmla="*/ 1492953 w 1695641"/>
                <a:gd name="connsiteY1116" fmla="*/ 121831 h 384233"/>
                <a:gd name="connsiteX1117" fmla="*/ 1495630 w 1695641"/>
                <a:gd name="connsiteY1117" fmla="*/ 114870 h 384233"/>
                <a:gd name="connsiteX1118" fmla="*/ 1500539 w 1695641"/>
                <a:gd name="connsiteY1118" fmla="*/ 111657 h 384233"/>
                <a:gd name="connsiteX1119" fmla="*/ 1512498 w 1695641"/>
                <a:gd name="connsiteY1119" fmla="*/ 91844 h 384233"/>
                <a:gd name="connsiteX1120" fmla="*/ 1515889 w 1695641"/>
                <a:gd name="connsiteY1120" fmla="*/ 91844 h 384233"/>
                <a:gd name="connsiteX1121" fmla="*/ 1518299 w 1695641"/>
                <a:gd name="connsiteY1121" fmla="*/ 107194 h 384233"/>
                <a:gd name="connsiteX1122" fmla="*/ 1518530 w 1695641"/>
                <a:gd name="connsiteY1122" fmla="*/ 108779 h 384233"/>
                <a:gd name="connsiteX1123" fmla="*/ 1523564 w 1695641"/>
                <a:gd name="connsiteY1123" fmla="*/ 111121 h 384233"/>
                <a:gd name="connsiteX1124" fmla="*/ 1533828 w 1695641"/>
                <a:gd name="connsiteY1124" fmla="*/ 107105 h 384233"/>
                <a:gd name="connsiteX1125" fmla="*/ 1537309 w 1695641"/>
                <a:gd name="connsiteY1125" fmla="*/ 103625 h 384233"/>
                <a:gd name="connsiteX1126" fmla="*/ 1534631 w 1695641"/>
                <a:gd name="connsiteY1126" fmla="*/ 96486 h 384233"/>
                <a:gd name="connsiteX1127" fmla="*/ 1532846 w 1695641"/>
                <a:gd name="connsiteY1127" fmla="*/ 86132 h 384233"/>
                <a:gd name="connsiteX1128" fmla="*/ 1534453 w 1695641"/>
                <a:gd name="connsiteY1128" fmla="*/ 64891 h 384233"/>
                <a:gd name="connsiteX1129" fmla="*/ 1532936 w 1695641"/>
                <a:gd name="connsiteY1129" fmla="*/ 42400 h 384233"/>
                <a:gd name="connsiteX1130" fmla="*/ 1530883 w 1695641"/>
                <a:gd name="connsiteY1130" fmla="*/ 29549 h 384233"/>
                <a:gd name="connsiteX1131" fmla="*/ 1535167 w 1695641"/>
                <a:gd name="connsiteY1131" fmla="*/ 22141 h 384233"/>
                <a:gd name="connsiteX1132" fmla="*/ 1541325 w 1695641"/>
                <a:gd name="connsiteY1132" fmla="*/ 22141 h 384233"/>
                <a:gd name="connsiteX1133" fmla="*/ 1544449 w 1695641"/>
                <a:gd name="connsiteY1133" fmla="*/ 20088 h 384233"/>
                <a:gd name="connsiteX1134" fmla="*/ 1547127 w 1695641"/>
                <a:gd name="connsiteY1134" fmla="*/ 24105 h 384233"/>
                <a:gd name="connsiteX1135" fmla="*/ 1548198 w 1695641"/>
                <a:gd name="connsiteY1135" fmla="*/ 31423 h 384233"/>
                <a:gd name="connsiteX1136" fmla="*/ 1549001 w 1695641"/>
                <a:gd name="connsiteY1136" fmla="*/ 40347 h 384233"/>
                <a:gd name="connsiteX1137" fmla="*/ 1549001 w 1695641"/>
                <a:gd name="connsiteY1137" fmla="*/ 45970 h 384233"/>
                <a:gd name="connsiteX1138" fmla="*/ 1549001 w 1695641"/>
                <a:gd name="connsiteY1138" fmla="*/ 52128 h 384233"/>
                <a:gd name="connsiteX1139" fmla="*/ 1549001 w 1695641"/>
                <a:gd name="connsiteY1139" fmla="*/ 59893 h 384233"/>
                <a:gd name="connsiteX1140" fmla="*/ 1549893 w 1695641"/>
                <a:gd name="connsiteY1140" fmla="*/ 75065 h 384233"/>
                <a:gd name="connsiteX1141" fmla="*/ 1551857 w 1695641"/>
                <a:gd name="connsiteY1141" fmla="*/ 85240 h 384233"/>
                <a:gd name="connsiteX1142" fmla="*/ 1551857 w 1695641"/>
                <a:gd name="connsiteY1142" fmla="*/ 92737 h 384233"/>
                <a:gd name="connsiteX1143" fmla="*/ 1548822 w 1695641"/>
                <a:gd name="connsiteY1143" fmla="*/ 101662 h 384233"/>
                <a:gd name="connsiteX1144" fmla="*/ 1553106 w 1695641"/>
                <a:gd name="connsiteY1144" fmla="*/ 106034 h 384233"/>
                <a:gd name="connsiteX1145" fmla="*/ 1561584 w 1695641"/>
                <a:gd name="connsiteY1145" fmla="*/ 103714 h 384233"/>
                <a:gd name="connsiteX1146" fmla="*/ 1568903 w 1695641"/>
                <a:gd name="connsiteY1146" fmla="*/ 103268 h 384233"/>
                <a:gd name="connsiteX1147" fmla="*/ 1580863 w 1695641"/>
                <a:gd name="connsiteY1147" fmla="*/ 101126 h 384233"/>
                <a:gd name="connsiteX1148" fmla="*/ 1587378 w 1695641"/>
                <a:gd name="connsiteY1148" fmla="*/ 98895 h 384233"/>
                <a:gd name="connsiteX1149" fmla="*/ 1592465 w 1695641"/>
                <a:gd name="connsiteY1149" fmla="*/ 95504 h 384233"/>
                <a:gd name="connsiteX1150" fmla="*/ 1593179 w 1695641"/>
                <a:gd name="connsiteY1150" fmla="*/ 91666 h 384233"/>
                <a:gd name="connsiteX1151" fmla="*/ 1586039 w 1695641"/>
                <a:gd name="connsiteY1151" fmla="*/ 90952 h 384233"/>
                <a:gd name="connsiteX1152" fmla="*/ 1579524 w 1695641"/>
                <a:gd name="connsiteY1152" fmla="*/ 93629 h 384233"/>
                <a:gd name="connsiteX1153" fmla="*/ 1577650 w 1695641"/>
                <a:gd name="connsiteY1153" fmla="*/ 87650 h 384233"/>
                <a:gd name="connsiteX1154" fmla="*/ 1573723 w 1695641"/>
                <a:gd name="connsiteY1154" fmla="*/ 82741 h 384233"/>
                <a:gd name="connsiteX1155" fmla="*/ 1571135 w 1695641"/>
                <a:gd name="connsiteY1155" fmla="*/ 90060 h 384233"/>
                <a:gd name="connsiteX1156" fmla="*/ 1568011 w 1695641"/>
                <a:gd name="connsiteY1156" fmla="*/ 94433 h 384233"/>
                <a:gd name="connsiteX1157" fmla="*/ 1563638 w 1695641"/>
                <a:gd name="connsiteY1157" fmla="*/ 96753 h 384233"/>
                <a:gd name="connsiteX1158" fmla="*/ 1559175 w 1695641"/>
                <a:gd name="connsiteY1158" fmla="*/ 88364 h 384233"/>
                <a:gd name="connsiteX1159" fmla="*/ 1559800 w 1695641"/>
                <a:gd name="connsiteY1159" fmla="*/ 71049 h 384233"/>
                <a:gd name="connsiteX1160" fmla="*/ 1557837 w 1695641"/>
                <a:gd name="connsiteY1160" fmla="*/ 59268 h 384233"/>
                <a:gd name="connsiteX1161" fmla="*/ 1557837 w 1695641"/>
                <a:gd name="connsiteY1161" fmla="*/ 42579 h 384233"/>
                <a:gd name="connsiteX1162" fmla="*/ 1556587 w 1695641"/>
                <a:gd name="connsiteY1162" fmla="*/ 36956 h 384233"/>
                <a:gd name="connsiteX1163" fmla="*/ 1559979 w 1695641"/>
                <a:gd name="connsiteY1163" fmla="*/ 28835 h 384233"/>
                <a:gd name="connsiteX1164" fmla="*/ 1565691 w 1695641"/>
                <a:gd name="connsiteY1164" fmla="*/ 25622 h 384233"/>
                <a:gd name="connsiteX1165" fmla="*/ 1568457 w 1695641"/>
                <a:gd name="connsiteY1165" fmla="*/ 34546 h 384233"/>
                <a:gd name="connsiteX1166" fmla="*/ 1570331 w 1695641"/>
                <a:gd name="connsiteY1166" fmla="*/ 40169 h 384233"/>
                <a:gd name="connsiteX1167" fmla="*/ 1573009 w 1695641"/>
                <a:gd name="connsiteY1167" fmla="*/ 59000 h 384233"/>
                <a:gd name="connsiteX1168" fmla="*/ 1575508 w 1695641"/>
                <a:gd name="connsiteY1168" fmla="*/ 63374 h 384233"/>
                <a:gd name="connsiteX1169" fmla="*/ 1585237 w 1695641"/>
                <a:gd name="connsiteY1169" fmla="*/ 63374 h 384233"/>
                <a:gd name="connsiteX1170" fmla="*/ 1588896 w 1695641"/>
                <a:gd name="connsiteY1170" fmla="*/ 68015 h 384233"/>
                <a:gd name="connsiteX1171" fmla="*/ 1597820 w 1695641"/>
                <a:gd name="connsiteY1171" fmla="*/ 59714 h 384233"/>
                <a:gd name="connsiteX1172" fmla="*/ 1593090 w 1695641"/>
                <a:gd name="connsiteY1172" fmla="*/ 48469 h 384233"/>
                <a:gd name="connsiteX1173" fmla="*/ 1585237 w 1695641"/>
                <a:gd name="connsiteY1173" fmla="*/ 51503 h 384233"/>
                <a:gd name="connsiteX1174" fmla="*/ 1579703 w 1695641"/>
                <a:gd name="connsiteY1174" fmla="*/ 54092 h 384233"/>
                <a:gd name="connsiteX1175" fmla="*/ 1579703 w 1695641"/>
                <a:gd name="connsiteY1175" fmla="*/ 42936 h 384233"/>
                <a:gd name="connsiteX1176" fmla="*/ 1583094 w 1695641"/>
                <a:gd name="connsiteY1176" fmla="*/ 34011 h 384233"/>
                <a:gd name="connsiteX1177" fmla="*/ 1579346 w 1695641"/>
                <a:gd name="connsiteY1177" fmla="*/ 24105 h 384233"/>
                <a:gd name="connsiteX1178" fmla="*/ 1585593 w 1695641"/>
                <a:gd name="connsiteY1178" fmla="*/ 17857 h 384233"/>
                <a:gd name="connsiteX1179" fmla="*/ 1592466 w 1695641"/>
                <a:gd name="connsiteY1179" fmla="*/ 23480 h 384233"/>
                <a:gd name="connsiteX1180" fmla="*/ 1600765 w 1695641"/>
                <a:gd name="connsiteY1180" fmla="*/ 12502 h 384233"/>
                <a:gd name="connsiteX1181" fmla="*/ 1606923 w 1695641"/>
                <a:gd name="connsiteY1181" fmla="*/ 1078 h 384233"/>
                <a:gd name="connsiteX1182" fmla="*/ 1611921 w 1695641"/>
                <a:gd name="connsiteY1182" fmla="*/ 1078 h 384233"/>
                <a:gd name="connsiteX1183" fmla="*/ 1616919 w 1695641"/>
                <a:gd name="connsiteY1183" fmla="*/ 7 h 384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</a:cxnLst>
              <a:rect l="l" t="t" r="r" b="b"/>
              <a:pathLst>
                <a:path w="1695641" h="384233">
                  <a:moveTo>
                    <a:pt x="337551" y="383456"/>
                  </a:moveTo>
                  <a:lnTo>
                    <a:pt x="338074" y="383688"/>
                  </a:lnTo>
                  <a:lnTo>
                    <a:pt x="337450" y="383510"/>
                  </a:lnTo>
                  <a:close/>
                  <a:moveTo>
                    <a:pt x="27042" y="352807"/>
                  </a:moveTo>
                  <a:lnTo>
                    <a:pt x="27132" y="370567"/>
                  </a:lnTo>
                  <a:lnTo>
                    <a:pt x="42750" y="370567"/>
                  </a:lnTo>
                  <a:cubicBezTo>
                    <a:pt x="45484" y="370803"/>
                    <a:pt x="48202" y="369971"/>
                    <a:pt x="50336" y="368247"/>
                  </a:cubicBezTo>
                  <a:cubicBezTo>
                    <a:pt x="52107" y="366307"/>
                    <a:pt x="53010" y="363728"/>
                    <a:pt x="52835" y="361107"/>
                  </a:cubicBezTo>
                  <a:cubicBezTo>
                    <a:pt x="52999" y="358734"/>
                    <a:pt x="52042" y="356421"/>
                    <a:pt x="50246" y="354859"/>
                  </a:cubicBezTo>
                  <a:cubicBezTo>
                    <a:pt x="47976" y="353295"/>
                    <a:pt x="45231" y="352569"/>
                    <a:pt x="42482" y="352807"/>
                  </a:cubicBezTo>
                  <a:close/>
                  <a:moveTo>
                    <a:pt x="27042" y="326836"/>
                  </a:moveTo>
                  <a:lnTo>
                    <a:pt x="27132" y="341562"/>
                  </a:lnTo>
                  <a:lnTo>
                    <a:pt x="41857" y="341562"/>
                  </a:lnTo>
                  <a:cubicBezTo>
                    <a:pt x="44417" y="341725"/>
                    <a:pt x="46960" y="341034"/>
                    <a:pt x="49086" y="339599"/>
                  </a:cubicBezTo>
                  <a:cubicBezTo>
                    <a:pt x="50717" y="338054"/>
                    <a:pt x="51568" y="335859"/>
                    <a:pt x="51407" y="333619"/>
                  </a:cubicBezTo>
                  <a:cubicBezTo>
                    <a:pt x="51533" y="331601"/>
                    <a:pt x="50583" y="329666"/>
                    <a:pt x="48908" y="328532"/>
                  </a:cubicBezTo>
                  <a:cubicBezTo>
                    <a:pt x="46601" y="327233"/>
                    <a:pt x="43962" y="326644"/>
                    <a:pt x="41322" y="326836"/>
                  </a:cubicBezTo>
                  <a:close/>
                  <a:moveTo>
                    <a:pt x="1530352" y="324967"/>
                  </a:moveTo>
                  <a:cubicBezTo>
                    <a:pt x="1526517" y="324361"/>
                    <a:pt x="1522450" y="325218"/>
                    <a:pt x="1519062" y="327682"/>
                  </a:cubicBezTo>
                  <a:cubicBezTo>
                    <a:pt x="1517776" y="328616"/>
                    <a:pt x="1516646" y="329746"/>
                    <a:pt x="1515712" y="331030"/>
                  </a:cubicBezTo>
                  <a:cubicBezTo>
                    <a:pt x="1512385" y="336364"/>
                    <a:pt x="1510823" y="342610"/>
                    <a:pt x="1511249" y="348880"/>
                  </a:cubicBezTo>
                  <a:cubicBezTo>
                    <a:pt x="1510937" y="354848"/>
                    <a:pt x="1512463" y="360766"/>
                    <a:pt x="1515623" y="365838"/>
                  </a:cubicBezTo>
                  <a:cubicBezTo>
                    <a:pt x="1520683" y="372640"/>
                    <a:pt x="1530299" y="374052"/>
                    <a:pt x="1537102" y="368992"/>
                  </a:cubicBezTo>
                  <a:cubicBezTo>
                    <a:pt x="1538300" y="368099"/>
                    <a:pt x="1539363" y="367037"/>
                    <a:pt x="1540255" y="365838"/>
                  </a:cubicBezTo>
                  <a:lnTo>
                    <a:pt x="1540255" y="365838"/>
                  </a:lnTo>
                  <a:cubicBezTo>
                    <a:pt x="1543483" y="360793"/>
                    <a:pt x="1545045" y="354861"/>
                    <a:pt x="1544717" y="348880"/>
                  </a:cubicBezTo>
                  <a:cubicBezTo>
                    <a:pt x="1545144" y="342610"/>
                    <a:pt x="1543582" y="336364"/>
                    <a:pt x="1540255" y="331030"/>
                  </a:cubicBezTo>
                  <a:cubicBezTo>
                    <a:pt x="1537792" y="327642"/>
                    <a:pt x="1534187" y="325573"/>
                    <a:pt x="1530352" y="324967"/>
                  </a:cubicBezTo>
                  <a:close/>
                  <a:moveTo>
                    <a:pt x="1404435" y="324962"/>
                  </a:moveTo>
                  <a:cubicBezTo>
                    <a:pt x="1400575" y="324364"/>
                    <a:pt x="1396487" y="325238"/>
                    <a:pt x="1393086" y="327727"/>
                  </a:cubicBezTo>
                  <a:cubicBezTo>
                    <a:pt x="1391822" y="328652"/>
                    <a:pt x="1390707" y="329767"/>
                    <a:pt x="1389782" y="331031"/>
                  </a:cubicBezTo>
                  <a:cubicBezTo>
                    <a:pt x="1386487" y="336375"/>
                    <a:pt x="1384956" y="342620"/>
                    <a:pt x="1385409" y="348881"/>
                  </a:cubicBezTo>
                  <a:cubicBezTo>
                    <a:pt x="1385055" y="354852"/>
                    <a:pt x="1386584" y="360783"/>
                    <a:pt x="1389782" y="365838"/>
                  </a:cubicBezTo>
                  <a:cubicBezTo>
                    <a:pt x="1394843" y="372640"/>
                    <a:pt x="1404459" y="374052"/>
                    <a:pt x="1411261" y="368991"/>
                  </a:cubicBezTo>
                  <a:cubicBezTo>
                    <a:pt x="1412460" y="368099"/>
                    <a:pt x="1413523" y="367037"/>
                    <a:pt x="1414415" y="365838"/>
                  </a:cubicBezTo>
                  <a:cubicBezTo>
                    <a:pt x="1417613" y="360783"/>
                    <a:pt x="1419142" y="354851"/>
                    <a:pt x="1418788" y="348881"/>
                  </a:cubicBezTo>
                  <a:cubicBezTo>
                    <a:pt x="1419240" y="342620"/>
                    <a:pt x="1417710" y="336375"/>
                    <a:pt x="1414415" y="331031"/>
                  </a:cubicBezTo>
                  <a:cubicBezTo>
                    <a:pt x="1411926" y="327630"/>
                    <a:pt x="1408295" y="325560"/>
                    <a:pt x="1404435" y="324962"/>
                  </a:cubicBezTo>
                  <a:close/>
                  <a:moveTo>
                    <a:pt x="939002" y="324962"/>
                  </a:moveTo>
                  <a:cubicBezTo>
                    <a:pt x="935142" y="324364"/>
                    <a:pt x="931054" y="325238"/>
                    <a:pt x="927653" y="327727"/>
                  </a:cubicBezTo>
                  <a:cubicBezTo>
                    <a:pt x="926389" y="328652"/>
                    <a:pt x="925274" y="329767"/>
                    <a:pt x="924349" y="331031"/>
                  </a:cubicBezTo>
                  <a:cubicBezTo>
                    <a:pt x="921053" y="336375"/>
                    <a:pt x="919523" y="342620"/>
                    <a:pt x="919976" y="348881"/>
                  </a:cubicBezTo>
                  <a:cubicBezTo>
                    <a:pt x="919622" y="354852"/>
                    <a:pt x="921151" y="360783"/>
                    <a:pt x="924349" y="365838"/>
                  </a:cubicBezTo>
                  <a:cubicBezTo>
                    <a:pt x="929410" y="372640"/>
                    <a:pt x="939026" y="374052"/>
                    <a:pt x="945828" y="368991"/>
                  </a:cubicBezTo>
                  <a:cubicBezTo>
                    <a:pt x="947027" y="368099"/>
                    <a:pt x="948090" y="367037"/>
                    <a:pt x="948982" y="365838"/>
                  </a:cubicBezTo>
                  <a:cubicBezTo>
                    <a:pt x="952180" y="360783"/>
                    <a:pt x="953709" y="354851"/>
                    <a:pt x="953355" y="348881"/>
                  </a:cubicBezTo>
                  <a:cubicBezTo>
                    <a:pt x="953807" y="342620"/>
                    <a:pt x="952277" y="336375"/>
                    <a:pt x="948982" y="331031"/>
                  </a:cubicBezTo>
                  <a:cubicBezTo>
                    <a:pt x="946493" y="327630"/>
                    <a:pt x="942861" y="325560"/>
                    <a:pt x="939002" y="324962"/>
                  </a:cubicBezTo>
                  <a:close/>
                  <a:moveTo>
                    <a:pt x="1636450" y="315451"/>
                  </a:moveTo>
                  <a:lnTo>
                    <a:pt x="1644036" y="315451"/>
                  </a:lnTo>
                  <a:lnTo>
                    <a:pt x="1651712" y="315451"/>
                  </a:lnTo>
                  <a:lnTo>
                    <a:pt x="1664518" y="344353"/>
                  </a:lnTo>
                  <a:lnTo>
                    <a:pt x="1664475" y="344457"/>
                  </a:lnTo>
                  <a:lnTo>
                    <a:pt x="1664564" y="344457"/>
                  </a:lnTo>
                  <a:lnTo>
                    <a:pt x="1664518" y="344353"/>
                  </a:lnTo>
                  <a:lnTo>
                    <a:pt x="1676522" y="315451"/>
                  </a:lnTo>
                  <a:lnTo>
                    <a:pt x="1683841" y="315451"/>
                  </a:lnTo>
                  <a:lnTo>
                    <a:pt x="1691070" y="315451"/>
                  </a:lnTo>
                  <a:lnTo>
                    <a:pt x="1670721" y="356951"/>
                  </a:lnTo>
                  <a:lnTo>
                    <a:pt x="1670721" y="382388"/>
                  </a:lnTo>
                  <a:lnTo>
                    <a:pt x="1664385" y="382388"/>
                  </a:lnTo>
                  <a:lnTo>
                    <a:pt x="1657870" y="382388"/>
                  </a:lnTo>
                  <a:lnTo>
                    <a:pt x="1657870" y="357219"/>
                  </a:lnTo>
                  <a:close/>
                  <a:moveTo>
                    <a:pt x="1445726" y="315451"/>
                  </a:moveTo>
                  <a:lnTo>
                    <a:pt x="1452152" y="315451"/>
                  </a:lnTo>
                  <a:lnTo>
                    <a:pt x="1458578" y="315451"/>
                  </a:lnTo>
                  <a:lnTo>
                    <a:pt x="1458578" y="370428"/>
                  </a:lnTo>
                  <a:lnTo>
                    <a:pt x="1489101" y="370428"/>
                  </a:lnTo>
                  <a:lnTo>
                    <a:pt x="1489101" y="376408"/>
                  </a:lnTo>
                  <a:lnTo>
                    <a:pt x="1489101" y="382298"/>
                  </a:lnTo>
                  <a:lnTo>
                    <a:pt x="1445726" y="382298"/>
                  </a:lnTo>
                  <a:close/>
                  <a:moveTo>
                    <a:pt x="1309711" y="315451"/>
                  </a:moveTo>
                  <a:lnTo>
                    <a:pt x="1316405" y="315451"/>
                  </a:lnTo>
                  <a:lnTo>
                    <a:pt x="1323099" y="315451"/>
                  </a:lnTo>
                  <a:lnTo>
                    <a:pt x="1347820" y="362396"/>
                  </a:lnTo>
                  <a:lnTo>
                    <a:pt x="1347820" y="315451"/>
                  </a:lnTo>
                  <a:lnTo>
                    <a:pt x="1353800" y="315451"/>
                  </a:lnTo>
                  <a:lnTo>
                    <a:pt x="1359868" y="315451"/>
                  </a:lnTo>
                  <a:lnTo>
                    <a:pt x="1359868" y="382298"/>
                  </a:lnTo>
                  <a:lnTo>
                    <a:pt x="1353442" y="382298"/>
                  </a:lnTo>
                  <a:lnTo>
                    <a:pt x="1347016" y="382298"/>
                  </a:lnTo>
                  <a:lnTo>
                    <a:pt x="1321670" y="334104"/>
                  </a:lnTo>
                  <a:lnTo>
                    <a:pt x="1321670" y="382298"/>
                  </a:lnTo>
                  <a:lnTo>
                    <a:pt x="1315691" y="382298"/>
                  </a:lnTo>
                  <a:lnTo>
                    <a:pt x="1309711" y="382298"/>
                  </a:lnTo>
                  <a:close/>
                  <a:moveTo>
                    <a:pt x="1244559" y="315451"/>
                  </a:moveTo>
                  <a:lnTo>
                    <a:pt x="1250896" y="315451"/>
                  </a:lnTo>
                  <a:lnTo>
                    <a:pt x="1257322" y="315451"/>
                  </a:lnTo>
                  <a:lnTo>
                    <a:pt x="1257322" y="340530"/>
                  </a:lnTo>
                  <a:lnTo>
                    <a:pt x="1281418" y="340530"/>
                  </a:lnTo>
                  <a:lnTo>
                    <a:pt x="1281418" y="315451"/>
                  </a:lnTo>
                  <a:lnTo>
                    <a:pt x="1287844" y="315451"/>
                  </a:lnTo>
                  <a:lnTo>
                    <a:pt x="1294270" y="315451"/>
                  </a:lnTo>
                  <a:lnTo>
                    <a:pt x="1294270" y="382298"/>
                  </a:lnTo>
                  <a:lnTo>
                    <a:pt x="1287844" y="382298"/>
                  </a:lnTo>
                  <a:lnTo>
                    <a:pt x="1281418" y="382298"/>
                  </a:lnTo>
                  <a:lnTo>
                    <a:pt x="1281418" y="352043"/>
                  </a:lnTo>
                  <a:lnTo>
                    <a:pt x="1257322" y="352043"/>
                  </a:lnTo>
                  <a:lnTo>
                    <a:pt x="1257322" y="382298"/>
                  </a:lnTo>
                  <a:lnTo>
                    <a:pt x="1250985" y="382298"/>
                  </a:lnTo>
                  <a:lnTo>
                    <a:pt x="1244559" y="382298"/>
                  </a:lnTo>
                  <a:close/>
                  <a:moveTo>
                    <a:pt x="1119075" y="315451"/>
                  </a:moveTo>
                  <a:lnTo>
                    <a:pt x="1164324" y="315451"/>
                  </a:lnTo>
                  <a:lnTo>
                    <a:pt x="1164324" y="321341"/>
                  </a:lnTo>
                  <a:lnTo>
                    <a:pt x="1164324" y="327321"/>
                  </a:lnTo>
                  <a:lnTo>
                    <a:pt x="1131927" y="327321"/>
                  </a:lnTo>
                  <a:lnTo>
                    <a:pt x="1131927" y="341512"/>
                  </a:lnTo>
                  <a:lnTo>
                    <a:pt x="1162003" y="341512"/>
                  </a:lnTo>
                  <a:lnTo>
                    <a:pt x="1162003" y="347224"/>
                  </a:lnTo>
                  <a:lnTo>
                    <a:pt x="1162003" y="353024"/>
                  </a:lnTo>
                  <a:lnTo>
                    <a:pt x="1131927" y="353024"/>
                  </a:lnTo>
                  <a:lnTo>
                    <a:pt x="1131927" y="370428"/>
                  </a:lnTo>
                  <a:lnTo>
                    <a:pt x="1165752" y="370428"/>
                  </a:lnTo>
                  <a:lnTo>
                    <a:pt x="1165752" y="376408"/>
                  </a:lnTo>
                  <a:lnTo>
                    <a:pt x="1165752" y="382298"/>
                  </a:lnTo>
                  <a:lnTo>
                    <a:pt x="1119075" y="382298"/>
                  </a:lnTo>
                  <a:close/>
                  <a:moveTo>
                    <a:pt x="1057939" y="315451"/>
                  </a:moveTo>
                  <a:lnTo>
                    <a:pt x="1108007" y="315451"/>
                  </a:lnTo>
                  <a:lnTo>
                    <a:pt x="1108007" y="321341"/>
                  </a:lnTo>
                  <a:lnTo>
                    <a:pt x="1108007" y="327321"/>
                  </a:lnTo>
                  <a:lnTo>
                    <a:pt x="1089354" y="327321"/>
                  </a:lnTo>
                  <a:lnTo>
                    <a:pt x="1089354" y="382298"/>
                  </a:lnTo>
                  <a:lnTo>
                    <a:pt x="1083017" y="382298"/>
                  </a:lnTo>
                  <a:lnTo>
                    <a:pt x="1076592" y="382298"/>
                  </a:lnTo>
                  <a:lnTo>
                    <a:pt x="1076592" y="327321"/>
                  </a:lnTo>
                  <a:lnTo>
                    <a:pt x="1057939" y="327321"/>
                  </a:lnTo>
                  <a:lnTo>
                    <a:pt x="1057939" y="321431"/>
                  </a:lnTo>
                  <a:close/>
                  <a:moveTo>
                    <a:pt x="980293" y="315451"/>
                  </a:moveTo>
                  <a:lnTo>
                    <a:pt x="1024024" y="315451"/>
                  </a:lnTo>
                  <a:lnTo>
                    <a:pt x="1024024" y="321341"/>
                  </a:lnTo>
                  <a:lnTo>
                    <a:pt x="1024024" y="327321"/>
                  </a:lnTo>
                  <a:lnTo>
                    <a:pt x="993145" y="327321"/>
                  </a:lnTo>
                  <a:lnTo>
                    <a:pt x="993145" y="342494"/>
                  </a:lnTo>
                  <a:lnTo>
                    <a:pt x="1020098" y="342494"/>
                  </a:lnTo>
                  <a:lnTo>
                    <a:pt x="1020098" y="348295"/>
                  </a:lnTo>
                  <a:lnTo>
                    <a:pt x="1020098" y="354006"/>
                  </a:lnTo>
                  <a:lnTo>
                    <a:pt x="993145" y="354006"/>
                  </a:lnTo>
                  <a:lnTo>
                    <a:pt x="993145" y="382298"/>
                  </a:lnTo>
                  <a:lnTo>
                    <a:pt x="986719" y="382298"/>
                  </a:lnTo>
                  <a:lnTo>
                    <a:pt x="980293" y="382298"/>
                  </a:lnTo>
                  <a:close/>
                  <a:moveTo>
                    <a:pt x="822323" y="315451"/>
                  </a:moveTo>
                  <a:lnTo>
                    <a:pt x="867661" y="315451"/>
                  </a:lnTo>
                  <a:lnTo>
                    <a:pt x="867661" y="321341"/>
                  </a:lnTo>
                  <a:lnTo>
                    <a:pt x="867661" y="327321"/>
                  </a:lnTo>
                  <a:lnTo>
                    <a:pt x="835175" y="327321"/>
                  </a:lnTo>
                  <a:lnTo>
                    <a:pt x="835175" y="341512"/>
                  </a:lnTo>
                  <a:lnTo>
                    <a:pt x="865251" y="341512"/>
                  </a:lnTo>
                  <a:lnTo>
                    <a:pt x="865251" y="347224"/>
                  </a:lnTo>
                  <a:lnTo>
                    <a:pt x="865251" y="353024"/>
                  </a:lnTo>
                  <a:lnTo>
                    <a:pt x="835175" y="353024"/>
                  </a:lnTo>
                  <a:lnTo>
                    <a:pt x="835175" y="370428"/>
                  </a:lnTo>
                  <a:lnTo>
                    <a:pt x="869089" y="370428"/>
                  </a:lnTo>
                  <a:lnTo>
                    <a:pt x="869089" y="376408"/>
                  </a:lnTo>
                  <a:lnTo>
                    <a:pt x="869089" y="382298"/>
                  </a:lnTo>
                  <a:lnTo>
                    <a:pt x="822323" y="382298"/>
                  </a:lnTo>
                  <a:close/>
                  <a:moveTo>
                    <a:pt x="761277" y="315451"/>
                  </a:moveTo>
                  <a:lnTo>
                    <a:pt x="811256" y="315451"/>
                  </a:lnTo>
                  <a:lnTo>
                    <a:pt x="811256" y="321341"/>
                  </a:lnTo>
                  <a:lnTo>
                    <a:pt x="811256" y="327321"/>
                  </a:lnTo>
                  <a:lnTo>
                    <a:pt x="792692" y="327321"/>
                  </a:lnTo>
                  <a:lnTo>
                    <a:pt x="792692" y="382298"/>
                  </a:lnTo>
                  <a:lnTo>
                    <a:pt x="786266" y="382298"/>
                  </a:lnTo>
                  <a:lnTo>
                    <a:pt x="779841" y="382298"/>
                  </a:lnTo>
                  <a:lnTo>
                    <a:pt x="779841" y="327321"/>
                  </a:lnTo>
                  <a:lnTo>
                    <a:pt x="761277" y="327321"/>
                  </a:lnTo>
                  <a:lnTo>
                    <a:pt x="761277" y="321431"/>
                  </a:lnTo>
                  <a:close/>
                  <a:moveTo>
                    <a:pt x="640166" y="315451"/>
                  </a:moveTo>
                  <a:lnTo>
                    <a:pt x="690145" y="315451"/>
                  </a:lnTo>
                  <a:lnTo>
                    <a:pt x="690145" y="321341"/>
                  </a:lnTo>
                  <a:lnTo>
                    <a:pt x="690145" y="327321"/>
                  </a:lnTo>
                  <a:lnTo>
                    <a:pt x="671581" y="327321"/>
                  </a:lnTo>
                  <a:lnTo>
                    <a:pt x="671581" y="382298"/>
                  </a:lnTo>
                  <a:lnTo>
                    <a:pt x="665155" y="382298"/>
                  </a:lnTo>
                  <a:lnTo>
                    <a:pt x="658730" y="382298"/>
                  </a:lnTo>
                  <a:lnTo>
                    <a:pt x="658730" y="327321"/>
                  </a:lnTo>
                  <a:lnTo>
                    <a:pt x="640166" y="327321"/>
                  </a:lnTo>
                  <a:lnTo>
                    <a:pt x="640166" y="321431"/>
                  </a:lnTo>
                  <a:close/>
                  <a:moveTo>
                    <a:pt x="617140" y="315451"/>
                  </a:moveTo>
                  <a:lnTo>
                    <a:pt x="623566" y="315451"/>
                  </a:lnTo>
                  <a:lnTo>
                    <a:pt x="629992" y="315451"/>
                  </a:lnTo>
                  <a:lnTo>
                    <a:pt x="629992" y="382298"/>
                  </a:lnTo>
                  <a:lnTo>
                    <a:pt x="623655" y="382298"/>
                  </a:lnTo>
                  <a:lnTo>
                    <a:pt x="617140" y="382298"/>
                  </a:lnTo>
                  <a:close/>
                  <a:moveTo>
                    <a:pt x="557165" y="315451"/>
                  </a:moveTo>
                  <a:lnTo>
                    <a:pt x="607144" y="315451"/>
                  </a:lnTo>
                  <a:lnTo>
                    <a:pt x="607144" y="321341"/>
                  </a:lnTo>
                  <a:lnTo>
                    <a:pt x="607144" y="327321"/>
                  </a:lnTo>
                  <a:lnTo>
                    <a:pt x="588580" y="327321"/>
                  </a:lnTo>
                  <a:lnTo>
                    <a:pt x="588580" y="382298"/>
                  </a:lnTo>
                  <a:lnTo>
                    <a:pt x="582154" y="382298"/>
                  </a:lnTo>
                  <a:lnTo>
                    <a:pt x="575729" y="382298"/>
                  </a:lnTo>
                  <a:lnTo>
                    <a:pt x="575729" y="327321"/>
                  </a:lnTo>
                  <a:lnTo>
                    <a:pt x="557165" y="327321"/>
                  </a:lnTo>
                  <a:lnTo>
                    <a:pt x="557165" y="321431"/>
                  </a:lnTo>
                  <a:close/>
                  <a:moveTo>
                    <a:pt x="435876" y="315451"/>
                  </a:moveTo>
                  <a:lnTo>
                    <a:pt x="442659" y="315451"/>
                  </a:lnTo>
                  <a:lnTo>
                    <a:pt x="449353" y="315451"/>
                  </a:lnTo>
                  <a:lnTo>
                    <a:pt x="474074" y="362396"/>
                  </a:lnTo>
                  <a:lnTo>
                    <a:pt x="474074" y="315451"/>
                  </a:lnTo>
                  <a:lnTo>
                    <a:pt x="480054" y="315451"/>
                  </a:lnTo>
                  <a:lnTo>
                    <a:pt x="486123" y="315451"/>
                  </a:lnTo>
                  <a:lnTo>
                    <a:pt x="486123" y="382298"/>
                  </a:lnTo>
                  <a:lnTo>
                    <a:pt x="479697" y="382298"/>
                  </a:lnTo>
                  <a:lnTo>
                    <a:pt x="473271" y="382298"/>
                  </a:lnTo>
                  <a:lnTo>
                    <a:pt x="447925" y="334104"/>
                  </a:lnTo>
                  <a:lnTo>
                    <a:pt x="447925" y="382298"/>
                  </a:lnTo>
                  <a:lnTo>
                    <a:pt x="441945" y="382298"/>
                  </a:lnTo>
                  <a:lnTo>
                    <a:pt x="435876" y="382298"/>
                  </a:lnTo>
                  <a:close/>
                  <a:moveTo>
                    <a:pt x="408298" y="315451"/>
                  </a:moveTo>
                  <a:lnTo>
                    <a:pt x="414635" y="315451"/>
                  </a:lnTo>
                  <a:lnTo>
                    <a:pt x="421150" y="315451"/>
                  </a:lnTo>
                  <a:lnTo>
                    <a:pt x="421150" y="382298"/>
                  </a:lnTo>
                  <a:lnTo>
                    <a:pt x="414724" y="382298"/>
                  </a:lnTo>
                  <a:lnTo>
                    <a:pt x="408298" y="382298"/>
                  </a:lnTo>
                  <a:close/>
                  <a:moveTo>
                    <a:pt x="246043" y="315451"/>
                  </a:moveTo>
                  <a:lnTo>
                    <a:pt x="252737" y="315451"/>
                  </a:lnTo>
                  <a:lnTo>
                    <a:pt x="259520" y="315451"/>
                  </a:lnTo>
                  <a:lnTo>
                    <a:pt x="284152" y="362396"/>
                  </a:lnTo>
                  <a:lnTo>
                    <a:pt x="284152" y="315451"/>
                  </a:lnTo>
                  <a:lnTo>
                    <a:pt x="290131" y="315451"/>
                  </a:lnTo>
                  <a:lnTo>
                    <a:pt x="296200" y="315451"/>
                  </a:lnTo>
                  <a:lnTo>
                    <a:pt x="296200" y="382298"/>
                  </a:lnTo>
                  <a:lnTo>
                    <a:pt x="289775" y="382298"/>
                  </a:lnTo>
                  <a:lnTo>
                    <a:pt x="283349" y="382298"/>
                  </a:lnTo>
                  <a:lnTo>
                    <a:pt x="258002" y="334104"/>
                  </a:lnTo>
                  <a:lnTo>
                    <a:pt x="258002" y="382298"/>
                  </a:lnTo>
                  <a:lnTo>
                    <a:pt x="252023" y="382298"/>
                  </a:lnTo>
                  <a:lnTo>
                    <a:pt x="246043" y="382298"/>
                  </a:lnTo>
                  <a:close/>
                  <a:moveTo>
                    <a:pt x="218377" y="315451"/>
                  </a:moveTo>
                  <a:lnTo>
                    <a:pt x="224803" y="315451"/>
                  </a:lnTo>
                  <a:lnTo>
                    <a:pt x="231229" y="315451"/>
                  </a:lnTo>
                  <a:lnTo>
                    <a:pt x="231229" y="382298"/>
                  </a:lnTo>
                  <a:lnTo>
                    <a:pt x="224803" y="382298"/>
                  </a:lnTo>
                  <a:lnTo>
                    <a:pt x="218377" y="382298"/>
                  </a:lnTo>
                  <a:close/>
                  <a:moveTo>
                    <a:pt x="140016" y="315451"/>
                  </a:moveTo>
                  <a:lnTo>
                    <a:pt x="146442" y="315451"/>
                  </a:lnTo>
                  <a:lnTo>
                    <a:pt x="152868" y="315451"/>
                  </a:lnTo>
                  <a:lnTo>
                    <a:pt x="152868" y="382298"/>
                  </a:lnTo>
                  <a:lnTo>
                    <a:pt x="146531" y="382298"/>
                  </a:lnTo>
                  <a:lnTo>
                    <a:pt x="140016" y="382298"/>
                  </a:lnTo>
                  <a:close/>
                  <a:moveTo>
                    <a:pt x="80487" y="315451"/>
                  </a:moveTo>
                  <a:lnTo>
                    <a:pt x="125736" y="315451"/>
                  </a:lnTo>
                  <a:lnTo>
                    <a:pt x="125736" y="321341"/>
                  </a:lnTo>
                  <a:lnTo>
                    <a:pt x="125736" y="327321"/>
                  </a:lnTo>
                  <a:lnTo>
                    <a:pt x="93339" y="327321"/>
                  </a:lnTo>
                  <a:lnTo>
                    <a:pt x="93339" y="341512"/>
                  </a:lnTo>
                  <a:lnTo>
                    <a:pt x="123415" y="341512"/>
                  </a:lnTo>
                  <a:lnTo>
                    <a:pt x="123415" y="347224"/>
                  </a:lnTo>
                  <a:lnTo>
                    <a:pt x="123415" y="353024"/>
                  </a:lnTo>
                  <a:lnTo>
                    <a:pt x="93339" y="353024"/>
                  </a:lnTo>
                  <a:lnTo>
                    <a:pt x="93339" y="370428"/>
                  </a:lnTo>
                  <a:lnTo>
                    <a:pt x="127164" y="370428"/>
                  </a:lnTo>
                  <a:lnTo>
                    <a:pt x="127164" y="376408"/>
                  </a:lnTo>
                  <a:lnTo>
                    <a:pt x="127164" y="382298"/>
                  </a:lnTo>
                  <a:lnTo>
                    <a:pt x="80487" y="382298"/>
                  </a:lnTo>
                  <a:close/>
                  <a:moveTo>
                    <a:pt x="190189" y="315324"/>
                  </a:moveTo>
                  <a:lnTo>
                    <a:pt x="202952" y="315324"/>
                  </a:lnTo>
                  <a:lnTo>
                    <a:pt x="202952" y="363429"/>
                  </a:lnTo>
                  <a:cubicBezTo>
                    <a:pt x="203391" y="369006"/>
                    <a:pt x="201593" y="374529"/>
                    <a:pt x="197954" y="378779"/>
                  </a:cubicBezTo>
                  <a:cubicBezTo>
                    <a:pt x="193965" y="382522"/>
                    <a:pt x="188596" y="384430"/>
                    <a:pt x="183138" y="384045"/>
                  </a:cubicBezTo>
                  <a:cubicBezTo>
                    <a:pt x="177434" y="384531"/>
                    <a:pt x="171819" y="382397"/>
                    <a:pt x="167878" y="378243"/>
                  </a:cubicBezTo>
                  <a:cubicBezTo>
                    <a:pt x="164222" y="373053"/>
                    <a:pt x="162602" y="366701"/>
                    <a:pt x="163326" y="360394"/>
                  </a:cubicBezTo>
                  <a:lnTo>
                    <a:pt x="163326" y="356914"/>
                  </a:lnTo>
                  <a:lnTo>
                    <a:pt x="175553" y="356914"/>
                  </a:lnTo>
                  <a:lnTo>
                    <a:pt x="175553" y="360930"/>
                  </a:lnTo>
                  <a:cubicBezTo>
                    <a:pt x="175263" y="364005"/>
                    <a:pt x="175850" y="367100"/>
                    <a:pt x="177248" y="369854"/>
                  </a:cubicBezTo>
                  <a:cubicBezTo>
                    <a:pt x="178479" y="371845"/>
                    <a:pt x="180717" y="372981"/>
                    <a:pt x="183049" y="372799"/>
                  </a:cubicBezTo>
                  <a:cubicBezTo>
                    <a:pt x="185103" y="373001"/>
                    <a:pt x="187128" y="372204"/>
                    <a:pt x="188493" y="370657"/>
                  </a:cubicBezTo>
                  <a:cubicBezTo>
                    <a:pt x="189773" y="368572"/>
                    <a:pt x="190366" y="366136"/>
                    <a:pt x="190189" y="363697"/>
                  </a:cubicBezTo>
                  <a:close/>
                  <a:moveTo>
                    <a:pt x="14815" y="315323"/>
                  </a:moveTo>
                  <a:lnTo>
                    <a:pt x="44891" y="315323"/>
                  </a:lnTo>
                  <a:cubicBezTo>
                    <a:pt x="49926" y="315025"/>
                    <a:pt x="54891" y="316617"/>
                    <a:pt x="58814" y="319785"/>
                  </a:cubicBezTo>
                  <a:cubicBezTo>
                    <a:pt x="62292" y="322980"/>
                    <a:pt x="64159" y="327564"/>
                    <a:pt x="63902" y="332280"/>
                  </a:cubicBezTo>
                  <a:cubicBezTo>
                    <a:pt x="64223" y="337166"/>
                    <a:pt x="62079" y="341889"/>
                    <a:pt x="58189" y="344864"/>
                  </a:cubicBezTo>
                  <a:cubicBezTo>
                    <a:pt x="57592" y="345431"/>
                    <a:pt x="56897" y="345885"/>
                    <a:pt x="56137" y="346203"/>
                  </a:cubicBezTo>
                  <a:cubicBezTo>
                    <a:pt x="57541" y="346765"/>
                    <a:pt x="58862" y="347515"/>
                    <a:pt x="60064" y="348434"/>
                  </a:cubicBezTo>
                  <a:cubicBezTo>
                    <a:pt x="64038" y="351475"/>
                    <a:pt x="66245" y="356290"/>
                    <a:pt x="65954" y="361285"/>
                  </a:cubicBezTo>
                  <a:cubicBezTo>
                    <a:pt x="66360" y="367075"/>
                    <a:pt x="64207" y="372751"/>
                    <a:pt x="60064" y="376815"/>
                  </a:cubicBezTo>
                  <a:cubicBezTo>
                    <a:pt x="55269" y="380702"/>
                    <a:pt x="49174" y="382617"/>
                    <a:pt x="43017" y="382170"/>
                  </a:cubicBezTo>
                  <a:lnTo>
                    <a:pt x="15083" y="382170"/>
                  </a:lnTo>
                  <a:close/>
                  <a:moveTo>
                    <a:pt x="700246" y="315235"/>
                  </a:moveTo>
                  <a:lnTo>
                    <a:pt x="713098" y="315235"/>
                  </a:lnTo>
                  <a:lnTo>
                    <a:pt x="713098" y="357360"/>
                  </a:lnTo>
                  <a:cubicBezTo>
                    <a:pt x="712840" y="361202"/>
                    <a:pt x="713911" y="365014"/>
                    <a:pt x="716132" y="368159"/>
                  </a:cubicBezTo>
                  <a:cubicBezTo>
                    <a:pt x="718400" y="370658"/>
                    <a:pt x="721692" y="371974"/>
                    <a:pt x="725057" y="371729"/>
                  </a:cubicBezTo>
                  <a:cubicBezTo>
                    <a:pt x="728374" y="372003"/>
                    <a:pt x="731642" y="370795"/>
                    <a:pt x="733982" y="368427"/>
                  </a:cubicBezTo>
                  <a:cubicBezTo>
                    <a:pt x="736148" y="365165"/>
                    <a:pt x="737124" y="361257"/>
                    <a:pt x="736749" y="357360"/>
                  </a:cubicBezTo>
                  <a:lnTo>
                    <a:pt x="736749" y="315235"/>
                  </a:lnTo>
                  <a:lnTo>
                    <a:pt x="749958" y="315235"/>
                  </a:lnTo>
                  <a:lnTo>
                    <a:pt x="749958" y="356914"/>
                  </a:lnTo>
                  <a:cubicBezTo>
                    <a:pt x="750641" y="364295"/>
                    <a:pt x="748575" y="371668"/>
                    <a:pt x="744156" y="377620"/>
                  </a:cubicBezTo>
                  <a:cubicBezTo>
                    <a:pt x="738981" y="382290"/>
                    <a:pt x="732089" y="384588"/>
                    <a:pt x="725146" y="383956"/>
                  </a:cubicBezTo>
                  <a:cubicBezTo>
                    <a:pt x="718247" y="384495"/>
                    <a:pt x="711440" y="382097"/>
                    <a:pt x="706404" y="377352"/>
                  </a:cubicBezTo>
                  <a:cubicBezTo>
                    <a:pt x="701929" y="371517"/>
                    <a:pt x="699739" y="364250"/>
                    <a:pt x="700246" y="356914"/>
                  </a:cubicBezTo>
                  <a:close/>
                  <a:moveTo>
                    <a:pt x="1526374" y="313761"/>
                  </a:moveTo>
                  <a:cubicBezTo>
                    <a:pt x="1533763" y="313349"/>
                    <a:pt x="1541309" y="315755"/>
                    <a:pt x="1547261" y="321079"/>
                  </a:cubicBezTo>
                  <a:cubicBezTo>
                    <a:pt x="1548062" y="321795"/>
                    <a:pt x="1548821" y="322555"/>
                    <a:pt x="1549537" y="323355"/>
                  </a:cubicBezTo>
                  <a:cubicBezTo>
                    <a:pt x="1555243" y="330769"/>
                    <a:pt x="1558093" y="339986"/>
                    <a:pt x="1557570" y="349327"/>
                  </a:cubicBezTo>
                  <a:cubicBezTo>
                    <a:pt x="1558076" y="358500"/>
                    <a:pt x="1555221" y="367544"/>
                    <a:pt x="1549537" y="374763"/>
                  </a:cubicBezTo>
                  <a:cubicBezTo>
                    <a:pt x="1538598" y="386667"/>
                    <a:pt x="1520079" y="387448"/>
                    <a:pt x="1508175" y="376508"/>
                  </a:cubicBezTo>
                  <a:cubicBezTo>
                    <a:pt x="1507569" y="375951"/>
                    <a:pt x="1506986" y="375369"/>
                    <a:pt x="1506430" y="374763"/>
                  </a:cubicBezTo>
                  <a:cubicBezTo>
                    <a:pt x="1500747" y="367544"/>
                    <a:pt x="1497891" y="358500"/>
                    <a:pt x="1498397" y="349327"/>
                  </a:cubicBezTo>
                  <a:cubicBezTo>
                    <a:pt x="1497873" y="339986"/>
                    <a:pt x="1500724" y="330769"/>
                    <a:pt x="1506430" y="323355"/>
                  </a:cubicBezTo>
                  <a:cubicBezTo>
                    <a:pt x="1511753" y="317404"/>
                    <a:pt x="1518985" y="314173"/>
                    <a:pt x="1526374" y="313761"/>
                  </a:cubicBezTo>
                  <a:close/>
                  <a:moveTo>
                    <a:pt x="1400517" y="313754"/>
                  </a:moveTo>
                  <a:cubicBezTo>
                    <a:pt x="1407929" y="313349"/>
                    <a:pt x="1415496" y="315772"/>
                    <a:pt x="1421460" y="321118"/>
                  </a:cubicBezTo>
                  <a:cubicBezTo>
                    <a:pt x="1422246" y="321823"/>
                    <a:pt x="1422992" y="322570"/>
                    <a:pt x="1423697" y="323355"/>
                  </a:cubicBezTo>
                  <a:cubicBezTo>
                    <a:pt x="1429378" y="330778"/>
                    <a:pt x="1432198" y="339997"/>
                    <a:pt x="1431641" y="349327"/>
                  </a:cubicBezTo>
                  <a:cubicBezTo>
                    <a:pt x="1432173" y="358490"/>
                    <a:pt x="1429349" y="367532"/>
                    <a:pt x="1423697" y="374763"/>
                  </a:cubicBezTo>
                  <a:cubicBezTo>
                    <a:pt x="1412711" y="386691"/>
                    <a:pt x="1394135" y="387455"/>
                    <a:pt x="1382207" y="376469"/>
                  </a:cubicBezTo>
                  <a:cubicBezTo>
                    <a:pt x="1381615" y="375924"/>
                    <a:pt x="1381046" y="375355"/>
                    <a:pt x="1380501" y="374763"/>
                  </a:cubicBezTo>
                  <a:lnTo>
                    <a:pt x="1380500" y="374763"/>
                  </a:lnTo>
                  <a:cubicBezTo>
                    <a:pt x="1374886" y="367513"/>
                    <a:pt x="1372065" y="358484"/>
                    <a:pt x="1372557" y="349327"/>
                  </a:cubicBezTo>
                  <a:cubicBezTo>
                    <a:pt x="1372047" y="340003"/>
                    <a:pt x="1374862" y="330800"/>
                    <a:pt x="1380500" y="323355"/>
                  </a:cubicBezTo>
                  <a:cubicBezTo>
                    <a:pt x="1385847" y="317391"/>
                    <a:pt x="1393104" y="314159"/>
                    <a:pt x="1400517" y="313754"/>
                  </a:cubicBezTo>
                  <a:close/>
                  <a:moveTo>
                    <a:pt x="935084" y="313754"/>
                  </a:moveTo>
                  <a:cubicBezTo>
                    <a:pt x="942496" y="313349"/>
                    <a:pt x="950063" y="315772"/>
                    <a:pt x="956027" y="321118"/>
                  </a:cubicBezTo>
                  <a:cubicBezTo>
                    <a:pt x="956813" y="321823"/>
                    <a:pt x="957559" y="322570"/>
                    <a:pt x="958264" y="323355"/>
                  </a:cubicBezTo>
                  <a:cubicBezTo>
                    <a:pt x="963945" y="330778"/>
                    <a:pt x="966765" y="339997"/>
                    <a:pt x="966208" y="349327"/>
                  </a:cubicBezTo>
                  <a:cubicBezTo>
                    <a:pt x="966740" y="358490"/>
                    <a:pt x="963916" y="367532"/>
                    <a:pt x="958264" y="374763"/>
                  </a:cubicBezTo>
                  <a:cubicBezTo>
                    <a:pt x="947278" y="386691"/>
                    <a:pt x="928702" y="387455"/>
                    <a:pt x="916774" y="376469"/>
                  </a:cubicBezTo>
                  <a:cubicBezTo>
                    <a:pt x="916182" y="375924"/>
                    <a:pt x="915613" y="375355"/>
                    <a:pt x="915068" y="374763"/>
                  </a:cubicBezTo>
                  <a:lnTo>
                    <a:pt x="915067" y="374763"/>
                  </a:lnTo>
                  <a:cubicBezTo>
                    <a:pt x="909452" y="367513"/>
                    <a:pt x="906632" y="358484"/>
                    <a:pt x="907124" y="349327"/>
                  </a:cubicBezTo>
                  <a:cubicBezTo>
                    <a:pt x="906614" y="340003"/>
                    <a:pt x="909429" y="330800"/>
                    <a:pt x="915067" y="323355"/>
                  </a:cubicBezTo>
                  <a:cubicBezTo>
                    <a:pt x="920413" y="317391"/>
                    <a:pt x="927671" y="314159"/>
                    <a:pt x="935084" y="313754"/>
                  </a:cubicBezTo>
                  <a:close/>
                  <a:moveTo>
                    <a:pt x="1598624" y="313717"/>
                  </a:moveTo>
                  <a:cubicBezTo>
                    <a:pt x="1605317" y="313413"/>
                    <a:pt x="1611889" y="315572"/>
                    <a:pt x="1617099" y="319786"/>
                  </a:cubicBezTo>
                  <a:cubicBezTo>
                    <a:pt x="1621980" y="323927"/>
                    <a:pt x="1625027" y="329829"/>
                    <a:pt x="1625578" y="336207"/>
                  </a:cubicBezTo>
                  <a:lnTo>
                    <a:pt x="1612994" y="336207"/>
                  </a:lnTo>
                  <a:cubicBezTo>
                    <a:pt x="1612548" y="333173"/>
                    <a:pt x="1610909" y="330443"/>
                    <a:pt x="1608442" y="328621"/>
                  </a:cubicBezTo>
                  <a:cubicBezTo>
                    <a:pt x="1605968" y="326472"/>
                    <a:pt x="1602795" y="325298"/>
                    <a:pt x="1599517" y="325319"/>
                  </a:cubicBezTo>
                  <a:cubicBezTo>
                    <a:pt x="1594372" y="325068"/>
                    <a:pt x="1589445" y="327415"/>
                    <a:pt x="1586397" y="331566"/>
                  </a:cubicBezTo>
                  <a:cubicBezTo>
                    <a:pt x="1580217" y="342345"/>
                    <a:pt x="1580217" y="355594"/>
                    <a:pt x="1586397" y="366373"/>
                  </a:cubicBezTo>
                  <a:cubicBezTo>
                    <a:pt x="1589591" y="370415"/>
                    <a:pt x="1594553" y="372647"/>
                    <a:pt x="1599696" y="372353"/>
                  </a:cubicBezTo>
                  <a:cubicBezTo>
                    <a:pt x="1604408" y="372523"/>
                    <a:pt x="1608846" y="370134"/>
                    <a:pt x="1611298" y="366106"/>
                  </a:cubicBezTo>
                  <a:cubicBezTo>
                    <a:pt x="1612941" y="363609"/>
                    <a:pt x="1614092" y="360823"/>
                    <a:pt x="1614689" y="357895"/>
                  </a:cubicBezTo>
                  <a:lnTo>
                    <a:pt x="1600231" y="357895"/>
                  </a:lnTo>
                  <a:lnTo>
                    <a:pt x="1600231" y="346382"/>
                  </a:lnTo>
                  <a:lnTo>
                    <a:pt x="1626024" y="346382"/>
                  </a:lnTo>
                  <a:lnTo>
                    <a:pt x="1626024" y="382081"/>
                  </a:lnTo>
                  <a:lnTo>
                    <a:pt x="1617099" y="382081"/>
                  </a:lnTo>
                  <a:lnTo>
                    <a:pt x="1615850" y="373156"/>
                  </a:lnTo>
                  <a:lnTo>
                    <a:pt x="1615671" y="374762"/>
                  </a:lnTo>
                  <a:cubicBezTo>
                    <a:pt x="1611817" y="380856"/>
                    <a:pt x="1605027" y="384454"/>
                    <a:pt x="1597821" y="384223"/>
                  </a:cubicBezTo>
                  <a:lnTo>
                    <a:pt x="1597821" y="383687"/>
                  </a:lnTo>
                  <a:cubicBezTo>
                    <a:pt x="1589696" y="384122"/>
                    <a:pt x="1581814" y="380838"/>
                    <a:pt x="1576401" y="374762"/>
                  </a:cubicBezTo>
                  <a:cubicBezTo>
                    <a:pt x="1565540" y="359348"/>
                    <a:pt x="1565540" y="338770"/>
                    <a:pt x="1576401" y="323356"/>
                  </a:cubicBezTo>
                  <a:cubicBezTo>
                    <a:pt x="1581942" y="316909"/>
                    <a:pt x="1590131" y="313358"/>
                    <a:pt x="1598624" y="313717"/>
                  </a:cubicBezTo>
                  <a:close/>
                  <a:moveTo>
                    <a:pt x="1205662" y="313538"/>
                  </a:moveTo>
                  <a:cubicBezTo>
                    <a:pt x="1212206" y="313370"/>
                    <a:pt x="1218575" y="315663"/>
                    <a:pt x="1223511" y="319964"/>
                  </a:cubicBezTo>
                  <a:cubicBezTo>
                    <a:pt x="1228575" y="324432"/>
                    <a:pt x="1231762" y="330648"/>
                    <a:pt x="1232436" y="337367"/>
                  </a:cubicBezTo>
                  <a:lnTo>
                    <a:pt x="1219584" y="337367"/>
                  </a:lnTo>
                  <a:cubicBezTo>
                    <a:pt x="1219368" y="333950"/>
                    <a:pt x="1217831" y="330749"/>
                    <a:pt x="1215300" y="328442"/>
                  </a:cubicBezTo>
                  <a:cubicBezTo>
                    <a:pt x="1212801" y="326346"/>
                    <a:pt x="1209638" y="325208"/>
                    <a:pt x="1206376" y="325229"/>
                  </a:cubicBezTo>
                  <a:cubicBezTo>
                    <a:pt x="1201775" y="325133"/>
                    <a:pt x="1197479" y="327519"/>
                    <a:pt x="1195130" y="331477"/>
                  </a:cubicBezTo>
                  <a:cubicBezTo>
                    <a:pt x="1192174" y="336718"/>
                    <a:pt x="1190781" y="342695"/>
                    <a:pt x="1191114" y="348702"/>
                  </a:cubicBezTo>
                  <a:cubicBezTo>
                    <a:pt x="1190786" y="354566"/>
                    <a:pt x="1192182" y="360400"/>
                    <a:pt x="1195130" y="365480"/>
                  </a:cubicBezTo>
                  <a:cubicBezTo>
                    <a:pt x="1199377" y="371772"/>
                    <a:pt x="1207921" y="373429"/>
                    <a:pt x="1214212" y="369182"/>
                  </a:cubicBezTo>
                  <a:cubicBezTo>
                    <a:pt x="1214751" y="368818"/>
                    <a:pt x="1215264" y="368416"/>
                    <a:pt x="1215746" y="367979"/>
                  </a:cubicBezTo>
                  <a:cubicBezTo>
                    <a:pt x="1218269" y="365409"/>
                    <a:pt x="1219789" y="362022"/>
                    <a:pt x="1220030" y="358430"/>
                  </a:cubicBezTo>
                  <a:lnTo>
                    <a:pt x="1231901" y="358787"/>
                  </a:lnTo>
                  <a:cubicBezTo>
                    <a:pt x="1231455" y="365737"/>
                    <a:pt x="1228469" y="372281"/>
                    <a:pt x="1223511" y="377172"/>
                  </a:cubicBezTo>
                  <a:cubicBezTo>
                    <a:pt x="1218688" y="381706"/>
                    <a:pt x="1212280" y="384172"/>
                    <a:pt x="1205662" y="384044"/>
                  </a:cubicBezTo>
                  <a:cubicBezTo>
                    <a:pt x="1197672" y="384371"/>
                    <a:pt x="1190008" y="380854"/>
                    <a:pt x="1185045" y="374584"/>
                  </a:cubicBezTo>
                  <a:cubicBezTo>
                    <a:pt x="1179596" y="367262"/>
                    <a:pt x="1176880" y="358263"/>
                    <a:pt x="1177370" y="349148"/>
                  </a:cubicBezTo>
                  <a:cubicBezTo>
                    <a:pt x="1176859" y="339865"/>
                    <a:pt x="1179571" y="330691"/>
                    <a:pt x="1185045" y="323177"/>
                  </a:cubicBezTo>
                  <a:cubicBezTo>
                    <a:pt x="1189961" y="316827"/>
                    <a:pt x="1197637" y="313239"/>
                    <a:pt x="1205662" y="313538"/>
                  </a:cubicBezTo>
                  <a:close/>
                  <a:moveTo>
                    <a:pt x="523890" y="313538"/>
                  </a:moveTo>
                  <a:cubicBezTo>
                    <a:pt x="530060" y="313268"/>
                    <a:pt x="536098" y="315376"/>
                    <a:pt x="540758" y="319428"/>
                  </a:cubicBezTo>
                  <a:cubicBezTo>
                    <a:pt x="545164" y="323595"/>
                    <a:pt x="547732" y="329342"/>
                    <a:pt x="547898" y="335404"/>
                  </a:cubicBezTo>
                  <a:lnTo>
                    <a:pt x="534867" y="335404"/>
                  </a:lnTo>
                  <a:cubicBezTo>
                    <a:pt x="534768" y="332433"/>
                    <a:pt x="533364" y="329658"/>
                    <a:pt x="531029" y="327817"/>
                  </a:cubicBezTo>
                  <a:cubicBezTo>
                    <a:pt x="528456" y="325908"/>
                    <a:pt x="525308" y="324932"/>
                    <a:pt x="522105" y="325051"/>
                  </a:cubicBezTo>
                  <a:cubicBezTo>
                    <a:pt x="519376" y="324860"/>
                    <a:pt x="516674" y="325687"/>
                    <a:pt x="514519" y="327371"/>
                  </a:cubicBezTo>
                  <a:cubicBezTo>
                    <a:pt x="512626" y="328989"/>
                    <a:pt x="511602" y="331401"/>
                    <a:pt x="511752" y="333886"/>
                  </a:cubicBezTo>
                  <a:cubicBezTo>
                    <a:pt x="511747" y="335850"/>
                    <a:pt x="512853" y="337647"/>
                    <a:pt x="514608" y="338527"/>
                  </a:cubicBezTo>
                  <a:cubicBezTo>
                    <a:pt x="518481" y="340299"/>
                    <a:pt x="522558" y="341588"/>
                    <a:pt x="526745" y="342365"/>
                  </a:cubicBezTo>
                  <a:cubicBezTo>
                    <a:pt x="533196" y="343499"/>
                    <a:pt x="539302" y="346094"/>
                    <a:pt x="544595" y="349951"/>
                  </a:cubicBezTo>
                  <a:cubicBezTo>
                    <a:pt x="547906" y="353655"/>
                    <a:pt x="549523" y="358571"/>
                    <a:pt x="549058" y="363517"/>
                  </a:cubicBezTo>
                  <a:cubicBezTo>
                    <a:pt x="549373" y="369321"/>
                    <a:pt x="546842" y="374915"/>
                    <a:pt x="542274" y="378510"/>
                  </a:cubicBezTo>
                  <a:cubicBezTo>
                    <a:pt x="536941" y="382434"/>
                    <a:pt x="530413" y="384390"/>
                    <a:pt x="523801" y="384044"/>
                  </a:cubicBezTo>
                  <a:cubicBezTo>
                    <a:pt x="517327" y="384352"/>
                    <a:pt x="510968" y="382254"/>
                    <a:pt x="505951" y="378153"/>
                  </a:cubicBezTo>
                  <a:cubicBezTo>
                    <a:pt x="501401" y="373800"/>
                    <a:pt x="498849" y="367761"/>
                    <a:pt x="498900" y="361464"/>
                  </a:cubicBezTo>
                  <a:lnTo>
                    <a:pt x="511306" y="361465"/>
                  </a:lnTo>
                  <a:cubicBezTo>
                    <a:pt x="511240" y="364591"/>
                    <a:pt x="512543" y="367591"/>
                    <a:pt x="514876" y="369675"/>
                  </a:cubicBezTo>
                  <a:cubicBezTo>
                    <a:pt x="517438" y="371617"/>
                    <a:pt x="520587" y="372624"/>
                    <a:pt x="523801" y="372531"/>
                  </a:cubicBezTo>
                  <a:cubicBezTo>
                    <a:pt x="527148" y="372709"/>
                    <a:pt x="530482" y="371968"/>
                    <a:pt x="533439" y="370389"/>
                  </a:cubicBezTo>
                  <a:cubicBezTo>
                    <a:pt x="535592" y="369168"/>
                    <a:pt x="536921" y="366884"/>
                    <a:pt x="536920" y="364410"/>
                  </a:cubicBezTo>
                  <a:cubicBezTo>
                    <a:pt x="537065" y="362238"/>
                    <a:pt x="536130" y="360135"/>
                    <a:pt x="534421" y="358787"/>
                  </a:cubicBezTo>
                  <a:cubicBezTo>
                    <a:pt x="531167" y="356996"/>
                    <a:pt x="527638" y="355759"/>
                    <a:pt x="523979" y="355128"/>
                  </a:cubicBezTo>
                  <a:cubicBezTo>
                    <a:pt x="517004" y="353942"/>
                    <a:pt x="510351" y="351328"/>
                    <a:pt x="504434" y="347452"/>
                  </a:cubicBezTo>
                  <a:cubicBezTo>
                    <a:pt x="500957" y="344156"/>
                    <a:pt x="499153" y="339466"/>
                    <a:pt x="499525" y="334690"/>
                  </a:cubicBezTo>
                  <a:cubicBezTo>
                    <a:pt x="499229" y="328819"/>
                    <a:pt x="501627" y="323134"/>
                    <a:pt x="506040" y="319249"/>
                  </a:cubicBezTo>
                  <a:cubicBezTo>
                    <a:pt x="511041" y="315135"/>
                    <a:pt x="517429" y="313092"/>
                    <a:pt x="523890" y="313538"/>
                  </a:cubicBezTo>
                  <a:close/>
                  <a:moveTo>
                    <a:pt x="336367" y="313293"/>
                  </a:moveTo>
                  <a:cubicBezTo>
                    <a:pt x="343627" y="312654"/>
                    <a:pt x="351114" y="314597"/>
                    <a:pt x="357351" y="319250"/>
                  </a:cubicBezTo>
                  <a:cubicBezTo>
                    <a:pt x="362264" y="323367"/>
                    <a:pt x="365317" y="329284"/>
                    <a:pt x="365830" y="335672"/>
                  </a:cubicBezTo>
                  <a:lnTo>
                    <a:pt x="352978" y="335672"/>
                  </a:lnTo>
                  <a:cubicBezTo>
                    <a:pt x="352614" y="332631"/>
                    <a:pt x="350996" y="329881"/>
                    <a:pt x="348515" y="328086"/>
                  </a:cubicBezTo>
                  <a:cubicBezTo>
                    <a:pt x="346042" y="325937"/>
                    <a:pt x="342868" y="324762"/>
                    <a:pt x="339591" y="324783"/>
                  </a:cubicBezTo>
                  <a:cubicBezTo>
                    <a:pt x="334457" y="324581"/>
                    <a:pt x="329551" y="326917"/>
                    <a:pt x="326472" y="331031"/>
                  </a:cubicBezTo>
                  <a:cubicBezTo>
                    <a:pt x="322986" y="336304"/>
                    <a:pt x="321325" y="342574"/>
                    <a:pt x="321741" y="348881"/>
                  </a:cubicBezTo>
                  <a:cubicBezTo>
                    <a:pt x="321325" y="354995"/>
                    <a:pt x="322923" y="361077"/>
                    <a:pt x="326293" y="366195"/>
                  </a:cubicBezTo>
                  <a:cubicBezTo>
                    <a:pt x="329495" y="370225"/>
                    <a:pt x="334451" y="372454"/>
                    <a:pt x="339591" y="372175"/>
                  </a:cubicBezTo>
                  <a:cubicBezTo>
                    <a:pt x="344295" y="372308"/>
                    <a:pt x="348715" y="369928"/>
                    <a:pt x="351193" y="365928"/>
                  </a:cubicBezTo>
                  <a:cubicBezTo>
                    <a:pt x="352800" y="363413"/>
                    <a:pt x="353948" y="360633"/>
                    <a:pt x="354584" y="357717"/>
                  </a:cubicBezTo>
                  <a:lnTo>
                    <a:pt x="340127" y="357717"/>
                  </a:lnTo>
                  <a:lnTo>
                    <a:pt x="340127" y="346203"/>
                  </a:lnTo>
                  <a:lnTo>
                    <a:pt x="366187" y="346203"/>
                  </a:lnTo>
                  <a:lnTo>
                    <a:pt x="366187" y="381903"/>
                  </a:lnTo>
                  <a:lnTo>
                    <a:pt x="357262" y="381903"/>
                  </a:lnTo>
                  <a:lnTo>
                    <a:pt x="356012" y="372978"/>
                  </a:lnTo>
                  <a:lnTo>
                    <a:pt x="355299" y="374049"/>
                  </a:lnTo>
                  <a:lnTo>
                    <a:pt x="337551" y="383456"/>
                  </a:lnTo>
                  <a:lnTo>
                    <a:pt x="316743" y="374228"/>
                  </a:lnTo>
                  <a:cubicBezTo>
                    <a:pt x="306039" y="358763"/>
                    <a:pt x="306039" y="338284"/>
                    <a:pt x="316743" y="322820"/>
                  </a:cubicBezTo>
                  <a:cubicBezTo>
                    <a:pt x="322074" y="317150"/>
                    <a:pt x="329107" y="313931"/>
                    <a:pt x="336367" y="313293"/>
                  </a:cubicBezTo>
                  <a:close/>
                  <a:moveTo>
                    <a:pt x="381539" y="228751"/>
                  </a:moveTo>
                  <a:lnTo>
                    <a:pt x="381449" y="228930"/>
                  </a:lnTo>
                  <a:lnTo>
                    <a:pt x="381464" y="228833"/>
                  </a:lnTo>
                  <a:close/>
                  <a:moveTo>
                    <a:pt x="350212" y="205101"/>
                  </a:moveTo>
                  <a:cubicBezTo>
                    <a:pt x="356549" y="205101"/>
                    <a:pt x="356906" y="216256"/>
                    <a:pt x="359137" y="216256"/>
                  </a:cubicBezTo>
                  <a:cubicBezTo>
                    <a:pt x="362394" y="215993"/>
                    <a:pt x="365588" y="215210"/>
                    <a:pt x="368597" y="213936"/>
                  </a:cubicBezTo>
                  <a:cubicBezTo>
                    <a:pt x="372253" y="213720"/>
                    <a:pt x="375918" y="213720"/>
                    <a:pt x="379575" y="213936"/>
                  </a:cubicBezTo>
                  <a:cubicBezTo>
                    <a:pt x="381360" y="213936"/>
                    <a:pt x="383413" y="214293"/>
                    <a:pt x="383413" y="215721"/>
                  </a:cubicBezTo>
                  <a:cubicBezTo>
                    <a:pt x="383772" y="217846"/>
                    <a:pt x="383460" y="220030"/>
                    <a:pt x="382520" y="221968"/>
                  </a:cubicBezTo>
                  <a:lnTo>
                    <a:pt x="381464" y="228833"/>
                  </a:lnTo>
                  <a:lnTo>
                    <a:pt x="376719" y="234017"/>
                  </a:lnTo>
                  <a:cubicBezTo>
                    <a:pt x="376005" y="235177"/>
                    <a:pt x="372524" y="235980"/>
                    <a:pt x="371810" y="237676"/>
                  </a:cubicBezTo>
                  <a:cubicBezTo>
                    <a:pt x="370204" y="241692"/>
                    <a:pt x="370204" y="245352"/>
                    <a:pt x="368330" y="247583"/>
                  </a:cubicBezTo>
                  <a:cubicBezTo>
                    <a:pt x="366455" y="249814"/>
                    <a:pt x="364313" y="250439"/>
                    <a:pt x="361368" y="252313"/>
                  </a:cubicBezTo>
                  <a:cubicBezTo>
                    <a:pt x="358423" y="254188"/>
                    <a:pt x="355299" y="252492"/>
                    <a:pt x="353336" y="253027"/>
                  </a:cubicBezTo>
                  <a:cubicBezTo>
                    <a:pt x="350016" y="254992"/>
                    <a:pt x="346442" y="256494"/>
                    <a:pt x="342715" y="257490"/>
                  </a:cubicBezTo>
                  <a:cubicBezTo>
                    <a:pt x="336200" y="257490"/>
                    <a:pt x="330041" y="254544"/>
                    <a:pt x="330041" y="247048"/>
                  </a:cubicBezTo>
                  <a:cubicBezTo>
                    <a:pt x="330041" y="245263"/>
                    <a:pt x="331380" y="240978"/>
                    <a:pt x="331380" y="239193"/>
                  </a:cubicBezTo>
                  <a:cubicBezTo>
                    <a:pt x="331380" y="237408"/>
                    <a:pt x="329506" y="234731"/>
                    <a:pt x="329506" y="232946"/>
                  </a:cubicBezTo>
                  <a:cubicBezTo>
                    <a:pt x="329506" y="231161"/>
                    <a:pt x="332808" y="227769"/>
                    <a:pt x="333344" y="225627"/>
                  </a:cubicBezTo>
                  <a:cubicBezTo>
                    <a:pt x="334396" y="219048"/>
                    <a:pt x="337865" y="213097"/>
                    <a:pt x="343072" y="208939"/>
                  </a:cubicBezTo>
                  <a:cubicBezTo>
                    <a:pt x="345482" y="207689"/>
                    <a:pt x="348427" y="205101"/>
                    <a:pt x="350212" y="205101"/>
                  </a:cubicBezTo>
                  <a:close/>
                  <a:moveTo>
                    <a:pt x="469269" y="183145"/>
                  </a:moveTo>
                  <a:cubicBezTo>
                    <a:pt x="471590" y="182788"/>
                    <a:pt x="472750" y="185377"/>
                    <a:pt x="476410" y="184752"/>
                  </a:cubicBezTo>
                  <a:cubicBezTo>
                    <a:pt x="477570" y="184663"/>
                    <a:pt x="481943" y="188500"/>
                    <a:pt x="483639" y="188500"/>
                  </a:cubicBezTo>
                  <a:cubicBezTo>
                    <a:pt x="485985" y="189175"/>
                    <a:pt x="488440" y="189388"/>
                    <a:pt x="490868" y="189125"/>
                  </a:cubicBezTo>
                  <a:cubicBezTo>
                    <a:pt x="493010" y="188857"/>
                    <a:pt x="496312" y="191356"/>
                    <a:pt x="498008" y="191356"/>
                  </a:cubicBezTo>
                  <a:cubicBezTo>
                    <a:pt x="500084" y="191204"/>
                    <a:pt x="502145" y="190876"/>
                    <a:pt x="504166" y="190375"/>
                  </a:cubicBezTo>
                  <a:cubicBezTo>
                    <a:pt x="507825" y="189660"/>
                    <a:pt x="516036" y="199567"/>
                    <a:pt x="518802" y="203316"/>
                  </a:cubicBezTo>
                  <a:lnTo>
                    <a:pt x="517999" y="203494"/>
                  </a:lnTo>
                  <a:cubicBezTo>
                    <a:pt x="519478" y="205225"/>
                    <a:pt x="520764" y="207110"/>
                    <a:pt x="521837" y="209117"/>
                  </a:cubicBezTo>
                  <a:cubicBezTo>
                    <a:pt x="522358" y="211529"/>
                    <a:pt x="522358" y="214024"/>
                    <a:pt x="521837" y="216435"/>
                  </a:cubicBezTo>
                  <a:cubicBezTo>
                    <a:pt x="520587" y="220363"/>
                    <a:pt x="518267" y="221434"/>
                    <a:pt x="516660" y="223219"/>
                  </a:cubicBezTo>
                  <a:cubicBezTo>
                    <a:pt x="515054" y="225004"/>
                    <a:pt x="514429" y="229288"/>
                    <a:pt x="512644" y="231430"/>
                  </a:cubicBezTo>
                  <a:cubicBezTo>
                    <a:pt x="511269" y="233437"/>
                    <a:pt x="509684" y="235292"/>
                    <a:pt x="507915" y="236963"/>
                  </a:cubicBezTo>
                  <a:cubicBezTo>
                    <a:pt x="505453" y="238652"/>
                    <a:pt x="502650" y="239780"/>
                    <a:pt x="499704" y="240265"/>
                  </a:cubicBezTo>
                  <a:cubicBezTo>
                    <a:pt x="497740" y="240265"/>
                    <a:pt x="494706" y="239730"/>
                    <a:pt x="492742" y="240265"/>
                  </a:cubicBezTo>
                  <a:cubicBezTo>
                    <a:pt x="489351" y="241158"/>
                    <a:pt x="487834" y="243746"/>
                    <a:pt x="485424" y="243746"/>
                  </a:cubicBezTo>
                  <a:cubicBezTo>
                    <a:pt x="483014" y="243746"/>
                    <a:pt x="480604" y="241515"/>
                    <a:pt x="479712" y="237677"/>
                  </a:cubicBezTo>
                  <a:cubicBezTo>
                    <a:pt x="479712" y="235714"/>
                    <a:pt x="480693" y="232054"/>
                    <a:pt x="479712" y="229645"/>
                  </a:cubicBezTo>
                  <a:cubicBezTo>
                    <a:pt x="477548" y="226158"/>
                    <a:pt x="475581" y="222553"/>
                    <a:pt x="473821" y="218845"/>
                  </a:cubicBezTo>
                  <a:cubicBezTo>
                    <a:pt x="473643" y="214472"/>
                    <a:pt x="469091" y="212330"/>
                    <a:pt x="469091" y="209474"/>
                  </a:cubicBezTo>
                  <a:cubicBezTo>
                    <a:pt x="469105" y="205810"/>
                    <a:pt x="468151" y="202209"/>
                    <a:pt x="466324" y="199032"/>
                  </a:cubicBezTo>
                  <a:cubicBezTo>
                    <a:pt x="465696" y="196898"/>
                    <a:pt x="465887" y="194607"/>
                    <a:pt x="466860" y="192606"/>
                  </a:cubicBezTo>
                  <a:cubicBezTo>
                    <a:pt x="468288" y="190642"/>
                    <a:pt x="466324" y="185377"/>
                    <a:pt x="469269" y="183145"/>
                  </a:cubicBezTo>
                  <a:close/>
                  <a:moveTo>
                    <a:pt x="443656" y="131382"/>
                  </a:moveTo>
                  <a:cubicBezTo>
                    <a:pt x="441416" y="131221"/>
                    <a:pt x="439168" y="131525"/>
                    <a:pt x="437051" y="132274"/>
                  </a:cubicBezTo>
                  <a:cubicBezTo>
                    <a:pt x="434463" y="133881"/>
                    <a:pt x="431964" y="132988"/>
                    <a:pt x="430269" y="134505"/>
                  </a:cubicBezTo>
                  <a:cubicBezTo>
                    <a:pt x="428719" y="135792"/>
                    <a:pt x="427009" y="136872"/>
                    <a:pt x="425181" y="137718"/>
                  </a:cubicBezTo>
                  <a:cubicBezTo>
                    <a:pt x="420652" y="139316"/>
                    <a:pt x="416238" y="141225"/>
                    <a:pt x="411972" y="143429"/>
                  </a:cubicBezTo>
                  <a:cubicBezTo>
                    <a:pt x="409426" y="144715"/>
                    <a:pt x="407859" y="147362"/>
                    <a:pt x="407956" y="150212"/>
                  </a:cubicBezTo>
                  <a:cubicBezTo>
                    <a:pt x="408049" y="153328"/>
                    <a:pt x="410553" y="155831"/>
                    <a:pt x="413668" y="155924"/>
                  </a:cubicBezTo>
                  <a:cubicBezTo>
                    <a:pt x="417176" y="155436"/>
                    <a:pt x="420582" y="154381"/>
                    <a:pt x="423753" y="152801"/>
                  </a:cubicBezTo>
                  <a:cubicBezTo>
                    <a:pt x="427144" y="150748"/>
                    <a:pt x="428840" y="148160"/>
                    <a:pt x="433214" y="145482"/>
                  </a:cubicBezTo>
                  <a:cubicBezTo>
                    <a:pt x="436161" y="143562"/>
                    <a:pt x="438807" y="141215"/>
                    <a:pt x="441068" y="138521"/>
                  </a:cubicBezTo>
                  <a:cubicBezTo>
                    <a:pt x="442763" y="135576"/>
                    <a:pt x="444994" y="131382"/>
                    <a:pt x="443656" y="131382"/>
                  </a:cubicBezTo>
                  <a:close/>
                  <a:moveTo>
                    <a:pt x="757186" y="117012"/>
                  </a:moveTo>
                  <a:cubicBezTo>
                    <a:pt x="753664" y="117335"/>
                    <a:pt x="750172" y="117932"/>
                    <a:pt x="746743" y="118797"/>
                  </a:cubicBezTo>
                  <a:cubicBezTo>
                    <a:pt x="745289" y="120293"/>
                    <a:pt x="744405" y="122250"/>
                    <a:pt x="744244" y="124330"/>
                  </a:cubicBezTo>
                  <a:cubicBezTo>
                    <a:pt x="743988" y="126097"/>
                    <a:pt x="744268" y="127900"/>
                    <a:pt x="745048" y="129507"/>
                  </a:cubicBezTo>
                  <a:cubicBezTo>
                    <a:pt x="747993" y="130488"/>
                    <a:pt x="752188" y="131470"/>
                    <a:pt x="753973" y="130488"/>
                  </a:cubicBezTo>
                  <a:lnTo>
                    <a:pt x="754062" y="130488"/>
                  </a:lnTo>
                  <a:cubicBezTo>
                    <a:pt x="757511" y="128113"/>
                    <a:pt x="759707" y="124311"/>
                    <a:pt x="760042" y="120135"/>
                  </a:cubicBezTo>
                  <a:cubicBezTo>
                    <a:pt x="760062" y="119979"/>
                    <a:pt x="760069" y="119821"/>
                    <a:pt x="760062" y="119664"/>
                  </a:cubicBezTo>
                  <a:cubicBezTo>
                    <a:pt x="760000" y="118137"/>
                    <a:pt x="758712" y="116950"/>
                    <a:pt x="757186" y="117012"/>
                  </a:cubicBezTo>
                  <a:close/>
                  <a:moveTo>
                    <a:pt x="788423" y="107730"/>
                  </a:moveTo>
                  <a:cubicBezTo>
                    <a:pt x="785924" y="108444"/>
                    <a:pt x="784139" y="110407"/>
                    <a:pt x="780302" y="110407"/>
                  </a:cubicBezTo>
                  <a:cubicBezTo>
                    <a:pt x="778427" y="112549"/>
                    <a:pt x="779231" y="116654"/>
                    <a:pt x="779319" y="118529"/>
                  </a:cubicBezTo>
                  <a:cubicBezTo>
                    <a:pt x="779409" y="120403"/>
                    <a:pt x="783157" y="123080"/>
                    <a:pt x="784317" y="123080"/>
                  </a:cubicBezTo>
                  <a:cubicBezTo>
                    <a:pt x="788190" y="122402"/>
                    <a:pt x="791506" y="119915"/>
                    <a:pt x="793242" y="116387"/>
                  </a:cubicBezTo>
                  <a:lnTo>
                    <a:pt x="793600" y="116387"/>
                  </a:lnTo>
                  <a:cubicBezTo>
                    <a:pt x="793827" y="114132"/>
                    <a:pt x="793827" y="111859"/>
                    <a:pt x="793600" y="109604"/>
                  </a:cubicBezTo>
                  <a:cubicBezTo>
                    <a:pt x="793242" y="107284"/>
                    <a:pt x="790922" y="107016"/>
                    <a:pt x="788423" y="107730"/>
                  </a:cubicBezTo>
                  <a:close/>
                  <a:moveTo>
                    <a:pt x="462041" y="97466"/>
                  </a:moveTo>
                  <a:cubicBezTo>
                    <a:pt x="464711" y="98128"/>
                    <a:pt x="467289" y="99117"/>
                    <a:pt x="469716" y="100412"/>
                  </a:cubicBezTo>
                  <a:cubicBezTo>
                    <a:pt x="471501" y="100412"/>
                    <a:pt x="476856" y="99252"/>
                    <a:pt x="478641" y="100412"/>
                  </a:cubicBezTo>
                  <a:cubicBezTo>
                    <a:pt x="483100" y="102721"/>
                    <a:pt x="487316" y="105471"/>
                    <a:pt x="491225" y="108623"/>
                  </a:cubicBezTo>
                  <a:cubicBezTo>
                    <a:pt x="492681" y="111998"/>
                    <a:pt x="493845" y="115491"/>
                    <a:pt x="494706" y="119065"/>
                  </a:cubicBezTo>
                  <a:cubicBezTo>
                    <a:pt x="495617" y="121695"/>
                    <a:pt x="495617" y="124556"/>
                    <a:pt x="494706" y="127187"/>
                  </a:cubicBezTo>
                  <a:cubicBezTo>
                    <a:pt x="490970" y="130589"/>
                    <a:pt x="487424" y="134193"/>
                    <a:pt x="484085" y="137985"/>
                  </a:cubicBezTo>
                  <a:lnTo>
                    <a:pt x="483728" y="137985"/>
                  </a:lnTo>
                  <a:cubicBezTo>
                    <a:pt x="482224" y="141066"/>
                    <a:pt x="480525" y="144047"/>
                    <a:pt x="478641" y="146910"/>
                  </a:cubicBezTo>
                  <a:cubicBezTo>
                    <a:pt x="472535" y="156287"/>
                    <a:pt x="466962" y="166001"/>
                    <a:pt x="461951" y="176006"/>
                  </a:cubicBezTo>
                  <a:cubicBezTo>
                    <a:pt x="459705" y="179275"/>
                    <a:pt x="457261" y="182405"/>
                    <a:pt x="454633" y="185377"/>
                  </a:cubicBezTo>
                  <a:cubicBezTo>
                    <a:pt x="453087" y="186598"/>
                    <a:pt x="450997" y="186872"/>
                    <a:pt x="449189" y="186091"/>
                  </a:cubicBezTo>
                  <a:cubicBezTo>
                    <a:pt x="447851" y="185555"/>
                    <a:pt x="444013" y="188233"/>
                    <a:pt x="444013" y="191892"/>
                  </a:cubicBezTo>
                  <a:cubicBezTo>
                    <a:pt x="443853" y="195510"/>
                    <a:pt x="444431" y="199123"/>
                    <a:pt x="445709" y="202513"/>
                  </a:cubicBezTo>
                  <a:cubicBezTo>
                    <a:pt x="446781" y="218232"/>
                    <a:pt x="446781" y="234006"/>
                    <a:pt x="445709" y="249725"/>
                  </a:cubicBezTo>
                  <a:cubicBezTo>
                    <a:pt x="444935" y="255317"/>
                    <a:pt x="441648" y="260247"/>
                    <a:pt x="436784" y="263113"/>
                  </a:cubicBezTo>
                  <a:cubicBezTo>
                    <a:pt x="434195" y="264362"/>
                    <a:pt x="430536" y="271145"/>
                    <a:pt x="427234" y="272662"/>
                  </a:cubicBezTo>
                  <a:cubicBezTo>
                    <a:pt x="423932" y="274180"/>
                    <a:pt x="420094" y="277214"/>
                    <a:pt x="418309" y="277214"/>
                  </a:cubicBezTo>
                  <a:cubicBezTo>
                    <a:pt x="416587" y="277035"/>
                    <a:pt x="415074" y="275993"/>
                    <a:pt x="414293" y="274447"/>
                  </a:cubicBezTo>
                  <a:cubicBezTo>
                    <a:pt x="413489" y="273376"/>
                    <a:pt x="410009" y="272841"/>
                    <a:pt x="408045" y="271681"/>
                  </a:cubicBezTo>
                  <a:cubicBezTo>
                    <a:pt x="406082" y="270520"/>
                    <a:pt x="405189" y="268914"/>
                    <a:pt x="403136" y="267843"/>
                  </a:cubicBezTo>
                  <a:cubicBezTo>
                    <a:pt x="400161" y="267059"/>
                    <a:pt x="397370" y="265694"/>
                    <a:pt x="394926" y="263827"/>
                  </a:cubicBezTo>
                  <a:cubicBezTo>
                    <a:pt x="392873" y="261863"/>
                    <a:pt x="392517" y="259007"/>
                    <a:pt x="390464" y="255437"/>
                  </a:cubicBezTo>
                  <a:cubicBezTo>
                    <a:pt x="387608" y="250350"/>
                    <a:pt x="378058" y="245441"/>
                    <a:pt x="377880" y="242585"/>
                  </a:cubicBezTo>
                  <a:cubicBezTo>
                    <a:pt x="377701" y="239729"/>
                    <a:pt x="385019" y="239283"/>
                    <a:pt x="385912" y="239283"/>
                  </a:cubicBezTo>
                  <a:cubicBezTo>
                    <a:pt x="391981" y="239104"/>
                    <a:pt x="396086" y="243388"/>
                    <a:pt x="397781" y="243388"/>
                  </a:cubicBezTo>
                  <a:cubicBezTo>
                    <a:pt x="403850" y="243388"/>
                    <a:pt x="406795" y="241157"/>
                    <a:pt x="407331" y="232232"/>
                  </a:cubicBezTo>
                  <a:cubicBezTo>
                    <a:pt x="407331" y="230447"/>
                    <a:pt x="407331" y="226252"/>
                    <a:pt x="407331" y="224467"/>
                  </a:cubicBezTo>
                  <a:cubicBezTo>
                    <a:pt x="406969" y="220937"/>
                    <a:pt x="406969" y="217378"/>
                    <a:pt x="407331" y="213847"/>
                  </a:cubicBezTo>
                  <a:cubicBezTo>
                    <a:pt x="407502" y="209078"/>
                    <a:pt x="408069" y="204331"/>
                    <a:pt x="409027" y="199657"/>
                  </a:cubicBezTo>
                  <a:cubicBezTo>
                    <a:pt x="409027" y="198229"/>
                    <a:pt x="407688" y="194837"/>
                    <a:pt x="406439" y="194837"/>
                  </a:cubicBezTo>
                  <a:cubicBezTo>
                    <a:pt x="403493" y="195551"/>
                    <a:pt x="400548" y="192695"/>
                    <a:pt x="398763" y="192695"/>
                  </a:cubicBezTo>
                  <a:cubicBezTo>
                    <a:pt x="396978" y="192695"/>
                    <a:pt x="394480" y="193766"/>
                    <a:pt x="392695" y="193766"/>
                  </a:cubicBezTo>
                  <a:cubicBezTo>
                    <a:pt x="389429" y="193835"/>
                    <a:pt x="386166" y="193536"/>
                    <a:pt x="382967" y="192874"/>
                  </a:cubicBezTo>
                  <a:cubicBezTo>
                    <a:pt x="381611" y="192074"/>
                    <a:pt x="380427" y="191012"/>
                    <a:pt x="379486" y="189750"/>
                  </a:cubicBezTo>
                  <a:cubicBezTo>
                    <a:pt x="378551" y="187456"/>
                    <a:pt x="377891" y="185059"/>
                    <a:pt x="377522" y="182610"/>
                  </a:cubicBezTo>
                  <a:cubicBezTo>
                    <a:pt x="377076" y="181985"/>
                    <a:pt x="376541" y="178772"/>
                    <a:pt x="375827" y="178772"/>
                  </a:cubicBezTo>
                  <a:cubicBezTo>
                    <a:pt x="375648" y="176720"/>
                    <a:pt x="374934" y="173328"/>
                    <a:pt x="374934" y="171275"/>
                  </a:cubicBezTo>
                  <a:cubicBezTo>
                    <a:pt x="374934" y="169223"/>
                    <a:pt x="373149" y="165474"/>
                    <a:pt x="372524" y="160298"/>
                  </a:cubicBezTo>
                  <a:cubicBezTo>
                    <a:pt x="371900" y="155121"/>
                    <a:pt x="370204" y="151819"/>
                    <a:pt x="370204" y="146196"/>
                  </a:cubicBezTo>
                  <a:cubicBezTo>
                    <a:pt x="369490" y="137718"/>
                    <a:pt x="369490" y="133613"/>
                    <a:pt x="369490" y="131917"/>
                  </a:cubicBezTo>
                  <a:cubicBezTo>
                    <a:pt x="370025" y="121832"/>
                    <a:pt x="376005" y="119601"/>
                    <a:pt x="378415" y="115763"/>
                  </a:cubicBezTo>
                  <a:cubicBezTo>
                    <a:pt x="381003" y="114335"/>
                    <a:pt x="383502" y="111747"/>
                    <a:pt x="386626" y="112104"/>
                  </a:cubicBezTo>
                  <a:cubicBezTo>
                    <a:pt x="389750" y="112461"/>
                    <a:pt x="390642" y="113621"/>
                    <a:pt x="393944" y="115941"/>
                  </a:cubicBezTo>
                  <a:cubicBezTo>
                    <a:pt x="395190" y="117422"/>
                    <a:pt x="396352" y="118971"/>
                    <a:pt x="397424" y="120582"/>
                  </a:cubicBezTo>
                  <a:cubicBezTo>
                    <a:pt x="402743" y="120193"/>
                    <a:pt x="407916" y="118672"/>
                    <a:pt x="412597" y="116120"/>
                  </a:cubicBezTo>
                  <a:cubicBezTo>
                    <a:pt x="414917" y="114870"/>
                    <a:pt x="419915" y="114870"/>
                    <a:pt x="423842" y="113085"/>
                  </a:cubicBezTo>
                  <a:cubicBezTo>
                    <a:pt x="426420" y="111705"/>
                    <a:pt x="429187" y="110712"/>
                    <a:pt x="432053" y="110140"/>
                  </a:cubicBezTo>
                  <a:cubicBezTo>
                    <a:pt x="433838" y="110140"/>
                    <a:pt x="434374" y="109426"/>
                    <a:pt x="438479" y="108266"/>
                  </a:cubicBezTo>
                  <a:cubicBezTo>
                    <a:pt x="441676" y="107782"/>
                    <a:pt x="444724" y="106593"/>
                    <a:pt x="447404" y="104785"/>
                  </a:cubicBezTo>
                  <a:cubicBezTo>
                    <a:pt x="449279" y="103446"/>
                    <a:pt x="450974" y="102375"/>
                    <a:pt x="452492" y="101483"/>
                  </a:cubicBezTo>
                  <a:cubicBezTo>
                    <a:pt x="453922" y="100605"/>
                    <a:pt x="455413" y="99830"/>
                    <a:pt x="456953" y="99162"/>
                  </a:cubicBezTo>
                  <a:cubicBezTo>
                    <a:pt x="458322" y="97883"/>
                    <a:pt x="460179" y="97264"/>
                    <a:pt x="462041" y="97466"/>
                  </a:cubicBezTo>
                  <a:close/>
                  <a:moveTo>
                    <a:pt x="754508" y="82830"/>
                  </a:moveTo>
                  <a:cubicBezTo>
                    <a:pt x="752366" y="84972"/>
                    <a:pt x="745583" y="82830"/>
                    <a:pt x="745583" y="88988"/>
                  </a:cubicBezTo>
                  <a:cubicBezTo>
                    <a:pt x="745672" y="92023"/>
                    <a:pt x="744423" y="96039"/>
                    <a:pt x="746565" y="97913"/>
                  </a:cubicBezTo>
                  <a:cubicBezTo>
                    <a:pt x="746565" y="97913"/>
                    <a:pt x="748261" y="101929"/>
                    <a:pt x="750402" y="100234"/>
                  </a:cubicBezTo>
                  <a:cubicBezTo>
                    <a:pt x="754687" y="97021"/>
                    <a:pt x="760042" y="95682"/>
                    <a:pt x="760577" y="90595"/>
                  </a:cubicBezTo>
                  <a:lnTo>
                    <a:pt x="761023" y="90327"/>
                  </a:lnTo>
                  <a:cubicBezTo>
                    <a:pt x="761827" y="83454"/>
                    <a:pt x="760131" y="81491"/>
                    <a:pt x="754508" y="82830"/>
                  </a:cubicBezTo>
                  <a:close/>
                  <a:moveTo>
                    <a:pt x="802702" y="69710"/>
                  </a:moveTo>
                  <a:cubicBezTo>
                    <a:pt x="795117" y="72120"/>
                    <a:pt x="782890" y="71763"/>
                    <a:pt x="782265" y="77742"/>
                  </a:cubicBezTo>
                  <a:cubicBezTo>
                    <a:pt x="781997" y="80866"/>
                    <a:pt x="781997" y="86221"/>
                    <a:pt x="785210" y="87381"/>
                  </a:cubicBezTo>
                  <a:cubicBezTo>
                    <a:pt x="788796" y="88283"/>
                    <a:pt x="792522" y="88495"/>
                    <a:pt x="796188" y="88006"/>
                  </a:cubicBezTo>
                  <a:cubicBezTo>
                    <a:pt x="799655" y="85373"/>
                    <a:pt x="802214" y="81722"/>
                    <a:pt x="803505" y="77564"/>
                  </a:cubicBezTo>
                  <a:cubicBezTo>
                    <a:pt x="803505" y="75690"/>
                    <a:pt x="803595" y="70513"/>
                    <a:pt x="802702" y="69710"/>
                  </a:cubicBezTo>
                  <a:close/>
                  <a:moveTo>
                    <a:pt x="1094368" y="67658"/>
                  </a:moveTo>
                  <a:cubicBezTo>
                    <a:pt x="1096701" y="68098"/>
                    <a:pt x="1098813" y="69326"/>
                    <a:pt x="1100348" y="71139"/>
                  </a:cubicBezTo>
                  <a:cubicBezTo>
                    <a:pt x="1103472" y="74441"/>
                    <a:pt x="1106863" y="76047"/>
                    <a:pt x="1109273" y="79438"/>
                  </a:cubicBezTo>
                  <a:cubicBezTo>
                    <a:pt x="1110654" y="81991"/>
                    <a:pt x="1111561" y="84773"/>
                    <a:pt x="1111950" y="87649"/>
                  </a:cubicBezTo>
                  <a:cubicBezTo>
                    <a:pt x="1112486" y="89613"/>
                    <a:pt x="1115430" y="92022"/>
                    <a:pt x="1115430" y="93093"/>
                  </a:cubicBezTo>
                  <a:cubicBezTo>
                    <a:pt x="1114806" y="100769"/>
                    <a:pt x="1109184" y="100590"/>
                    <a:pt x="1101597" y="105945"/>
                  </a:cubicBezTo>
                  <a:cubicBezTo>
                    <a:pt x="1097439" y="108210"/>
                    <a:pt x="1093745" y="111237"/>
                    <a:pt x="1090709" y="114870"/>
                  </a:cubicBezTo>
                  <a:cubicBezTo>
                    <a:pt x="1088320" y="117292"/>
                    <a:pt x="1085466" y="119205"/>
                    <a:pt x="1082319" y="120493"/>
                  </a:cubicBezTo>
                  <a:cubicBezTo>
                    <a:pt x="1073840" y="124152"/>
                    <a:pt x="1066254" y="123795"/>
                    <a:pt x="1065630" y="132185"/>
                  </a:cubicBezTo>
                  <a:cubicBezTo>
                    <a:pt x="1065005" y="140574"/>
                    <a:pt x="1069646" y="137183"/>
                    <a:pt x="1069646" y="146108"/>
                  </a:cubicBezTo>
                  <a:cubicBezTo>
                    <a:pt x="1069247" y="148439"/>
                    <a:pt x="1068299" y="150641"/>
                    <a:pt x="1066879" y="152533"/>
                  </a:cubicBezTo>
                  <a:cubicBezTo>
                    <a:pt x="1065557" y="154226"/>
                    <a:pt x="1064779" y="156280"/>
                    <a:pt x="1064648" y="158423"/>
                  </a:cubicBezTo>
                  <a:cubicBezTo>
                    <a:pt x="1064626" y="160617"/>
                    <a:pt x="1064041" y="162767"/>
                    <a:pt x="1062952" y="164671"/>
                  </a:cubicBezTo>
                  <a:cubicBezTo>
                    <a:pt x="1061975" y="166727"/>
                    <a:pt x="1061574" y="169010"/>
                    <a:pt x="1061792" y="171275"/>
                  </a:cubicBezTo>
                  <a:cubicBezTo>
                    <a:pt x="1061613" y="179486"/>
                    <a:pt x="1060275" y="186359"/>
                    <a:pt x="1062684" y="188411"/>
                  </a:cubicBezTo>
                  <a:cubicBezTo>
                    <a:pt x="1072955" y="187582"/>
                    <a:pt x="1083266" y="187344"/>
                    <a:pt x="1093565" y="187697"/>
                  </a:cubicBezTo>
                  <a:cubicBezTo>
                    <a:pt x="1097313" y="187697"/>
                    <a:pt x="1098831" y="185198"/>
                    <a:pt x="1101598" y="184574"/>
                  </a:cubicBezTo>
                  <a:cubicBezTo>
                    <a:pt x="1104116" y="184016"/>
                    <a:pt x="1106692" y="183746"/>
                    <a:pt x="1109273" y="183770"/>
                  </a:cubicBezTo>
                  <a:cubicBezTo>
                    <a:pt x="1112131" y="184257"/>
                    <a:pt x="1114940" y="185004"/>
                    <a:pt x="1117662" y="186002"/>
                  </a:cubicBezTo>
                  <a:cubicBezTo>
                    <a:pt x="1120517" y="187296"/>
                    <a:pt x="1123262" y="188819"/>
                    <a:pt x="1125872" y="190553"/>
                  </a:cubicBezTo>
                  <a:cubicBezTo>
                    <a:pt x="1128907" y="192695"/>
                    <a:pt x="1134351" y="193856"/>
                    <a:pt x="1136582" y="199478"/>
                  </a:cubicBezTo>
                  <a:cubicBezTo>
                    <a:pt x="1137264" y="201857"/>
                    <a:pt x="1137595" y="204322"/>
                    <a:pt x="1137564" y="206797"/>
                  </a:cubicBezTo>
                  <a:lnTo>
                    <a:pt x="1136046" y="206975"/>
                  </a:lnTo>
                  <a:cubicBezTo>
                    <a:pt x="1136051" y="207971"/>
                    <a:pt x="1136434" y="208928"/>
                    <a:pt x="1137117" y="209653"/>
                  </a:cubicBezTo>
                  <a:cubicBezTo>
                    <a:pt x="1137779" y="210848"/>
                    <a:pt x="1138030" y="212228"/>
                    <a:pt x="1137832" y="213580"/>
                  </a:cubicBezTo>
                  <a:cubicBezTo>
                    <a:pt x="1137415" y="215863"/>
                    <a:pt x="1136502" y="218026"/>
                    <a:pt x="1135154" y="219917"/>
                  </a:cubicBezTo>
                  <a:cubicBezTo>
                    <a:pt x="1133726" y="222148"/>
                    <a:pt x="1131941" y="225360"/>
                    <a:pt x="1129799" y="225360"/>
                  </a:cubicBezTo>
                  <a:cubicBezTo>
                    <a:pt x="1124087" y="225538"/>
                    <a:pt x="1121231" y="226074"/>
                    <a:pt x="1119357" y="225985"/>
                  </a:cubicBezTo>
                  <a:cubicBezTo>
                    <a:pt x="1117483" y="225895"/>
                    <a:pt x="1111950" y="224021"/>
                    <a:pt x="1108023" y="224021"/>
                  </a:cubicBezTo>
                  <a:cubicBezTo>
                    <a:pt x="1104096" y="224021"/>
                    <a:pt x="1101330" y="225092"/>
                    <a:pt x="1096421" y="225003"/>
                  </a:cubicBezTo>
                  <a:cubicBezTo>
                    <a:pt x="1091512" y="224914"/>
                    <a:pt x="1082677" y="224021"/>
                    <a:pt x="1077232" y="223397"/>
                  </a:cubicBezTo>
                  <a:cubicBezTo>
                    <a:pt x="1073752" y="222951"/>
                    <a:pt x="1062863" y="223843"/>
                    <a:pt x="1059382" y="223397"/>
                  </a:cubicBezTo>
                  <a:cubicBezTo>
                    <a:pt x="1053395" y="222836"/>
                    <a:pt x="1047355" y="223319"/>
                    <a:pt x="1041532" y="224824"/>
                  </a:cubicBezTo>
                  <a:lnTo>
                    <a:pt x="1024486" y="227234"/>
                  </a:lnTo>
                  <a:cubicBezTo>
                    <a:pt x="1018418" y="228127"/>
                    <a:pt x="1010564" y="226788"/>
                    <a:pt x="1005119" y="226788"/>
                  </a:cubicBezTo>
                  <a:cubicBezTo>
                    <a:pt x="993442" y="227877"/>
                    <a:pt x="981920" y="230241"/>
                    <a:pt x="970758" y="233839"/>
                  </a:cubicBezTo>
                  <a:cubicBezTo>
                    <a:pt x="956567" y="238747"/>
                    <a:pt x="931757" y="250261"/>
                    <a:pt x="928633" y="249904"/>
                  </a:cubicBezTo>
                  <a:cubicBezTo>
                    <a:pt x="925509" y="249547"/>
                    <a:pt x="918905" y="240711"/>
                    <a:pt x="912568" y="234731"/>
                  </a:cubicBezTo>
                  <a:cubicBezTo>
                    <a:pt x="912032" y="231781"/>
                    <a:pt x="912032" y="228757"/>
                    <a:pt x="912568" y="225806"/>
                  </a:cubicBezTo>
                  <a:cubicBezTo>
                    <a:pt x="913155" y="222152"/>
                    <a:pt x="912819" y="218408"/>
                    <a:pt x="911586" y="214919"/>
                  </a:cubicBezTo>
                  <a:cubicBezTo>
                    <a:pt x="913996" y="210724"/>
                    <a:pt x="928008" y="205547"/>
                    <a:pt x="929436" y="205190"/>
                  </a:cubicBezTo>
                  <a:cubicBezTo>
                    <a:pt x="930864" y="204833"/>
                    <a:pt x="936398" y="206975"/>
                    <a:pt x="939789" y="206172"/>
                  </a:cubicBezTo>
                  <a:cubicBezTo>
                    <a:pt x="941574" y="205726"/>
                    <a:pt x="954247" y="200549"/>
                    <a:pt x="961208" y="198050"/>
                  </a:cubicBezTo>
                  <a:cubicBezTo>
                    <a:pt x="963975" y="197158"/>
                    <a:pt x="967991" y="196979"/>
                    <a:pt x="970133" y="196355"/>
                  </a:cubicBezTo>
                  <a:cubicBezTo>
                    <a:pt x="976737" y="194302"/>
                    <a:pt x="986466" y="189393"/>
                    <a:pt x="993606" y="186537"/>
                  </a:cubicBezTo>
                  <a:cubicBezTo>
                    <a:pt x="1008868" y="180468"/>
                    <a:pt x="1009671" y="162083"/>
                    <a:pt x="1011991" y="155121"/>
                  </a:cubicBezTo>
                  <a:cubicBezTo>
                    <a:pt x="1013215" y="151744"/>
                    <a:pt x="1013849" y="148182"/>
                    <a:pt x="1013866" y="144591"/>
                  </a:cubicBezTo>
                  <a:cubicBezTo>
                    <a:pt x="1013955" y="141110"/>
                    <a:pt x="1013687" y="136915"/>
                    <a:pt x="1011991" y="136290"/>
                  </a:cubicBezTo>
                  <a:cubicBezTo>
                    <a:pt x="1008985" y="136545"/>
                    <a:pt x="1006001" y="137023"/>
                    <a:pt x="1003066" y="137718"/>
                  </a:cubicBezTo>
                  <a:cubicBezTo>
                    <a:pt x="999308" y="139010"/>
                    <a:pt x="995274" y="139287"/>
                    <a:pt x="991375" y="138522"/>
                  </a:cubicBezTo>
                  <a:cubicBezTo>
                    <a:pt x="987805" y="136826"/>
                    <a:pt x="988340" y="132631"/>
                    <a:pt x="987805" y="127901"/>
                  </a:cubicBezTo>
                  <a:cubicBezTo>
                    <a:pt x="986663" y="123101"/>
                    <a:pt x="984259" y="118696"/>
                    <a:pt x="980843" y="115138"/>
                  </a:cubicBezTo>
                  <a:cubicBezTo>
                    <a:pt x="979504" y="111888"/>
                    <a:pt x="978895" y="108385"/>
                    <a:pt x="979058" y="104874"/>
                  </a:cubicBezTo>
                  <a:cubicBezTo>
                    <a:pt x="979147" y="103000"/>
                    <a:pt x="978166" y="96842"/>
                    <a:pt x="978166" y="94968"/>
                  </a:cubicBezTo>
                  <a:cubicBezTo>
                    <a:pt x="978166" y="90059"/>
                    <a:pt x="982807" y="89702"/>
                    <a:pt x="987091" y="87560"/>
                  </a:cubicBezTo>
                  <a:cubicBezTo>
                    <a:pt x="992398" y="88487"/>
                    <a:pt x="997644" y="89739"/>
                    <a:pt x="1002799" y="91308"/>
                  </a:cubicBezTo>
                  <a:cubicBezTo>
                    <a:pt x="1015402" y="89943"/>
                    <a:pt x="1027918" y="87857"/>
                    <a:pt x="1040283" y="85061"/>
                  </a:cubicBezTo>
                  <a:cubicBezTo>
                    <a:pt x="1043050" y="84436"/>
                    <a:pt x="1046084" y="83454"/>
                    <a:pt x="1046798" y="83276"/>
                  </a:cubicBezTo>
                  <a:cubicBezTo>
                    <a:pt x="1047512" y="83097"/>
                    <a:pt x="1050100" y="81937"/>
                    <a:pt x="1051439" y="81491"/>
                  </a:cubicBezTo>
                  <a:cubicBezTo>
                    <a:pt x="1061232" y="78619"/>
                    <a:pt x="1070665" y="74636"/>
                    <a:pt x="1079553" y="69622"/>
                  </a:cubicBezTo>
                  <a:cubicBezTo>
                    <a:pt x="1082103" y="68745"/>
                    <a:pt x="1084808" y="68410"/>
                    <a:pt x="1087496" y="68640"/>
                  </a:cubicBezTo>
                  <a:cubicBezTo>
                    <a:pt x="1089804" y="68442"/>
                    <a:pt x="1092097" y="68114"/>
                    <a:pt x="1094368" y="67658"/>
                  </a:cubicBezTo>
                  <a:close/>
                  <a:moveTo>
                    <a:pt x="699531" y="57304"/>
                  </a:moveTo>
                  <a:cubicBezTo>
                    <a:pt x="703905" y="54716"/>
                    <a:pt x="706136" y="64355"/>
                    <a:pt x="707564" y="67836"/>
                  </a:cubicBezTo>
                  <a:cubicBezTo>
                    <a:pt x="708367" y="69531"/>
                    <a:pt x="705958" y="76136"/>
                    <a:pt x="705689" y="78456"/>
                  </a:cubicBezTo>
                  <a:cubicBezTo>
                    <a:pt x="705422" y="80777"/>
                    <a:pt x="702030" y="83633"/>
                    <a:pt x="702030" y="90594"/>
                  </a:cubicBezTo>
                  <a:cubicBezTo>
                    <a:pt x="702120" y="93718"/>
                    <a:pt x="699264" y="96039"/>
                    <a:pt x="695426" y="99519"/>
                  </a:cubicBezTo>
                  <a:cubicBezTo>
                    <a:pt x="691500" y="103315"/>
                    <a:pt x="687834" y="107371"/>
                    <a:pt x="684449" y="111656"/>
                  </a:cubicBezTo>
                  <a:cubicBezTo>
                    <a:pt x="682660" y="115916"/>
                    <a:pt x="682254" y="120631"/>
                    <a:pt x="683288" y="125133"/>
                  </a:cubicBezTo>
                  <a:cubicBezTo>
                    <a:pt x="683288" y="126650"/>
                    <a:pt x="681414" y="131470"/>
                    <a:pt x="684091" y="134058"/>
                  </a:cubicBezTo>
                  <a:cubicBezTo>
                    <a:pt x="686769" y="136647"/>
                    <a:pt x="689714" y="133880"/>
                    <a:pt x="691231" y="134058"/>
                  </a:cubicBezTo>
                  <a:cubicBezTo>
                    <a:pt x="692749" y="134237"/>
                    <a:pt x="691767" y="137271"/>
                    <a:pt x="693552" y="140573"/>
                  </a:cubicBezTo>
                  <a:cubicBezTo>
                    <a:pt x="696854" y="146910"/>
                    <a:pt x="697925" y="147892"/>
                    <a:pt x="697925" y="151016"/>
                  </a:cubicBezTo>
                  <a:cubicBezTo>
                    <a:pt x="697835" y="152801"/>
                    <a:pt x="697835" y="154318"/>
                    <a:pt x="696408" y="155210"/>
                  </a:cubicBezTo>
                  <a:cubicBezTo>
                    <a:pt x="688142" y="160192"/>
                    <a:pt x="681098" y="166962"/>
                    <a:pt x="675791" y="175023"/>
                  </a:cubicBezTo>
                  <a:cubicBezTo>
                    <a:pt x="675205" y="177764"/>
                    <a:pt x="675551" y="180623"/>
                    <a:pt x="676773" y="183145"/>
                  </a:cubicBezTo>
                  <a:cubicBezTo>
                    <a:pt x="678468" y="183145"/>
                    <a:pt x="682752" y="183145"/>
                    <a:pt x="684627" y="183145"/>
                  </a:cubicBezTo>
                  <a:lnTo>
                    <a:pt x="684359" y="183680"/>
                  </a:lnTo>
                  <a:cubicBezTo>
                    <a:pt x="687161" y="184454"/>
                    <a:pt x="689654" y="186075"/>
                    <a:pt x="691499" y="188321"/>
                  </a:cubicBezTo>
                  <a:cubicBezTo>
                    <a:pt x="692783" y="190686"/>
                    <a:pt x="693515" y="193310"/>
                    <a:pt x="693641" y="195997"/>
                  </a:cubicBezTo>
                  <a:cubicBezTo>
                    <a:pt x="692302" y="207332"/>
                    <a:pt x="682485" y="214382"/>
                    <a:pt x="673560" y="220094"/>
                  </a:cubicBezTo>
                  <a:cubicBezTo>
                    <a:pt x="664636" y="225806"/>
                    <a:pt x="648481" y="232054"/>
                    <a:pt x="640806" y="236426"/>
                  </a:cubicBezTo>
                  <a:cubicBezTo>
                    <a:pt x="634469" y="240085"/>
                    <a:pt x="628490" y="249189"/>
                    <a:pt x="624830" y="250706"/>
                  </a:cubicBezTo>
                  <a:cubicBezTo>
                    <a:pt x="624830" y="250706"/>
                    <a:pt x="620457" y="252134"/>
                    <a:pt x="618494" y="250706"/>
                  </a:cubicBezTo>
                  <a:cubicBezTo>
                    <a:pt x="615585" y="249656"/>
                    <a:pt x="612601" y="248820"/>
                    <a:pt x="609569" y="248207"/>
                  </a:cubicBezTo>
                  <a:cubicBezTo>
                    <a:pt x="606535" y="247225"/>
                    <a:pt x="607963" y="242941"/>
                    <a:pt x="605732" y="240353"/>
                  </a:cubicBezTo>
                  <a:cubicBezTo>
                    <a:pt x="603399" y="238081"/>
                    <a:pt x="601521" y="235385"/>
                    <a:pt x="600198" y="232411"/>
                  </a:cubicBezTo>
                  <a:cubicBezTo>
                    <a:pt x="598334" y="227827"/>
                    <a:pt x="597481" y="222895"/>
                    <a:pt x="597699" y="217952"/>
                  </a:cubicBezTo>
                  <a:cubicBezTo>
                    <a:pt x="600361" y="211650"/>
                    <a:pt x="605490" y="206714"/>
                    <a:pt x="611889" y="204297"/>
                  </a:cubicBezTo>
                  <a:cubicBezTo>
                    <a:pt x="614707" y="202459"/>
                    <a:pt x="617419" y="200462"/>
                    <a:pt x="620011" y="198317"/>
                  </a:cubicBezTo>
                  <a:cubicBezTo>
                    <a:pt x="622492" y="196941"/>
                    <a:pt x="624512" y="194860"/>
                    <a:pt x="625812" y="192337"/>
                  </a:cubicBezTo>
                  <a:cubicBezTo>
                    <a:pt x="626587" y="190485"/>
                    <a:pt x="627099" y="188532"/>
                    <a:pt x="627329" y="186536"/>
                  </a:cubicBezTo>
                  <a:cubicBezTo>
                    <a:pt x="627508" y="183502"/>
                    <a:pt x="629025" y="181271"/>
                    <a:pt x="629024" y="179039"/>
                  </a:cubicBezTo>
                  <a:cubicBezTo>
                    <a:pt x="628779" y="176816"/>
                    <a:pt x="627843" y="174725"/>
                    <a:pt x="626347" y="173060"/>
                  </a:cubicBezTo>
                  <a:cubicBezTo>
                    <a:pt x="624905" y="171595"/>
                    <a:pt x="623807" y="169826"/>
                    <a:pt x="623134" y="167884"/>
                  </a:cubicBezTo>
                  <a:cubicBezTo>
                    <a:pt x="623134" y="167795"/>
                    <a:pt x="616709" y="160387"/>
                    <a:pt x="616708" y="156728"/>
                  </a:cubicBezTo>
                  <a:cubicBezTo>
                    <a:pt x="616921" y="151088"/>
                    <a:pt x="621344" y="146513"/>
                    <a:pt x="626972" y="146107"/>
                  </a:cubicBezTo>
                  <a:cubicBezTo>
                    <a:pt x="628757" y="145393"/>
                    <a:pt x="632059" y="146107"/>
                    <a:pt x="633844" y="146107"/>
                  </a:cubicBezTo>
                  <a:cubicBezTo>
                    <a:pt x="638128" y="145750"/>
                    <a:pt x="641163" y="141644"/>
                    <a:pt x="643484" y="138164"/>
                  </a:cubicBezTo>
                  <a:cubicBezTo>
                    <a:pt x="644724" y="133376"/>
                    <a:pt x="645441" y="128469"/>
                    <a:pt x="645625" y="123527"/>
                  </a:cubicBezTo>
                  <a:cubicBezTo>
                    <a:pt x="647053" y="118529"/>
                    <a:pt x="641074" y="117725"/>
                    <a:pt x="638128" y="116565"/>
                  </a:cubicBezTo>
                  <a:cubicBezTo>
                    <a:pt x="635296" y="115136"/>
                    <a:pt x="632298" y="114057"/>
                    <a:pt x="629203" y="113352"/>
                  </a:cubicBezTo>
                  <a:cubicBezTo>
                    <a:pt x="626794" y="113174"/>
                    <a:pt x="624741" y="110318"/>
                    <a:pt x="623581" y="107195"/>
                  </a:cubicBezTo>
                  <a:cubicBezTo>
                    <a:pt x="622421" y="104071"/>
                    <a:pt x="621438" y="105053"/>
                    <a:pt x="618940" y="104071"/>
                  </a:cubicBezTo>
                  <a:cubicBezTo>
                    <a:pt x="616440" y="103089"/>
                    <a:pt x="616440" y="94611"/>
                    <a:pt x="616440" y="93629"/>
                  </a:cubicBezTo>
                  <a:cubicBezTo>
                    <a:pt x="616440" y="92647"/>
                    <a:pt x="619029" y="91576"/>
                    <a:pt x="621260" y="90594"/>
                  </a:cubicBezTo>
                  <a:cubicBezTo>
                    <a:pt x="623492" y="89613"/>
                    <a:pt x="623492" y="88006"/>
                    <a:pt x="624919" y="84972"/>
                  </a:cubicBezTo>
                  <a:cubicBezTo>
                    <a:pt x="626348" y="81937"/>
                    <a:pt x="629650" y="81223"/>
                    <a:pt x="632684" y="80420"/>
                  </a:cubicBezTo>
                  <a:cubicBezTo>
                    <a:pt x="636094" y="80219"/>
                    <a:pt x="639491" y="79831"/>
                    <a:pt x="642859" y="79260"/>
                  </a:cubicBezTo>
                  <a:cubicBezTo>
                    <a:pt x="657138" y="73459"/>
                    <a:pt x="673292" y="57483"/>
                    <a:pt x="686947" y="58197"/>
                  </a:cubicBezTo>
                  <a:cubicBezTo>
                    <a:pt x="693908" y="58643"/>
                    <a:pt x="696764" y="58822"/>
                    <a:pt x="699531" y="57304"/>
                  </a:cubicBezTo>
                  <a:close/>
                  <a:moveTo>
                    <a:pt x="1315527" y="56948"/>
                  </a:moveTo>
                  <a:cubicBezTo>
                    <a:pt x="1318829" y="57483"/>
                    <a:pt x="1327665" y="55966"/>
                    <a:pt x="1328468" y="57483"/>
                  </a:cubicBezTo>
                  <a:cubicBezTo>
                    <a:pt x="1331034" y="61243"/>
                    <a:pt x="1334628" y="64186"/>
                    <a:pt x="1338821" y="65962"/>
                  </a:cubicBezTo>
                  <a:cubicBezTo>
                    <a:pt x="1342302" y="67747"/>
                    <a:pt x="1340785" y="70157"/>
                    <a:pt x="1341231" y="73280"/>
                  </a:cubicBezTo>
                  <a:cubicBezTo>
                    <a:pt x="1341677" y="76403"/>
                    <a:pt x="1343641" y="77653"/>
                    <a:pt x="1342659" y="80330"/>
                  </a:cubicBezTo>
                  <a:cubicBezTo>
                    <a:pt x="1341677" y="83008"/>
                    <a:pt x="1339268" y="87738"/>
                    <a:pt x="1337215" y="93450"/>
                  </a:cubicBezTo>
                  <a:cubicBezTo>
                    <a:pt x="1337215" y="94699"/>
                    <a:pt x="1335608" y="101125"/>
                    <a:pt x="1337215" y="101125"/>
                  </a:cubicBezTo>
                  <a:cubicBezTo>
                    <a:pt x="1339066" y="101238"/>
                    <a:pt x="1340907" y="100769"/>
                    <a:pt x="1342481" y="99787"/>
                  </a:cubicBezTo>
                  <a:cubicBezTo>
                    <a:pt x="1343284" y="99430"/>
                    <a:pt x="1346854" y="97645"/>
                    <a:pt x="1349085" y="96841"/>
                  </a:cubicBezTo>
                  <a:cubicBezTo>
                    <a:pt x="1351765" y="96244"/>
                    <a:pt x="1354370" y="95347"/>
                    <a:pt x="1356849" y="94164"/>
                  </a:cubicBezTo>
                  <a:cubicBezTo>
                    <a:pt x="1359884" y="92022"/>
                    <a:pt x="1363899" y="87738"/>
                    <a:pt x="1365774" y="87738"/>
                  </a:cubicBezTo>
                  <a:cubicBezTo>
                    <a:pt x="1365774" y="87738"/>
                    <a:pt x="1377644" y="84257"/>
                    <a:pt x="1379697" y="87738"/>
                  </a:cubicBezTo>
                  <a:cubicBezTo>
                    <a:pt x="1381749" y="91219"/>
                    <a:pt x="1386747" y="90862"/>
                    <a:pt x="1391835" y="91665"/>
                  </a:cubicBezTo>
                  <a:cubicBezTo>
                    <a:pt x="1396922" y="92468"/>
                    <a:pt x="1400224" y="100679"/>
                    <a:pt x="1400224" y="107641"/>
                  </a:cubicBezTo>
                  <a:cubicBezTo>
                    <a:pt x="1400313" y="110497"/>
                    <a:pt x="1400135" y="111657"/>
                    <a:pt x="1397011" y="111657"/>
                  </a:cubicBezTo>
                  <a:cubicBezTo>
                    <a:pt x="1395316" y="111746"/>
                    <a:pt x="1393441" y="114602"/>
                    <a:pt x="1390318" y="116655"/>
                  </a:cubicBezTo>
                  <a:cubicBezTo>
                    <a:pt x="1385448" y="119456"/>
                    <a:pt x="1380266" y="121672"/>
                    <a:pt x="1374877" y="123259"/>
                  </a:cubicBezTo>
                  <a:cubicBezTo>
                    <a:pt x="1372162" y="125072"/>
                    <a:pt x="1369137" y="126372"/>
                    <a:pt x="1365952" y="127097"/>
                  </a:cubicBezTo>
                  <a:cubicBezTo>
                    <a:pt x="1362025" y="127633"/>
                    <a:pt x="1358545" y="127811"/>
                    <a:pt x="1355600" y="128436"/>
                  </a:cubicBezTo>
                  <a:cubicBezTo>
                    <a:pt x="1350073" y="129792"/>
                    <a:pt x="1344737" y="131830"/>
                    <a:pt x="1339714" y="134505"/>
                  </a:cubicBezTo>
                  <a:cubicBezTo>
                    <a:pt x="1337572" y="136775"/>
                    <a:pt x="1335795" y="139365"/>
                    <a:pt x="1334448" y="142180"/>
                  </a:cubicBezTo>
                  <a:cubicBezTo>
                    <a:pt x="1333207" y="146359"/>
                    <a:pt x="1333894" y="150875"/>
                    <a:pt x="1336322" y="154496"/>
                  </a:cubicBezTo>
                  <a:cubicBezTo>
                    <a:pt x="1343755" y="164620"/>
                    <a:pt x="1352590" y="173635"/>
                    <a:pt x="1362561" y="181271"/>
                  </a:cubicBezTo>
                  <a:cubicBezTo>
                    <a:pt x="1367291" y="185287"/>
                    <a:pt x="1373985" y="199121"/>
                    <a:pt x="1381928" y="203137"/>
                  </a:cubicBezTo>
                  <a:cubicBezTo>
                    <a:pt x="1389014" y="206991"/>
                    <a:pt x="1395684" y="211568"/>
                    <a:pt x="1401831" y="216791"/>
                  </a:cubicBezTo>
                  <a:cubicBezTo>
                    <a:pt x="1405455" y="218711"/>
                    <a:pt x="1409288" y="220210"/>
                    <a:pt x="1413255" y="221254"/>
                  </a:cubicBezTo>
                  <a:cubicBezTo>
                    <a:pt x="1416825" y="222771"/>
                    <a:pt x="1419948" y="226073"/>
                    <a:pt x="1422179" y="226877"/>
                  </a:cubicBezTo>
                  <a:cubicBezTo>
                    <a:pt x="1427980" y="228840"/>
                    <a:pt x="1432978" y="230625"/>
                    <a:pt x="1441903" y="234195"/>
                  </a:cubicBezTo>
                  <a:cubicBezTo>
                    <a:pt x="1444045" y="235088"/>
                    <a:pt x="1447615" y="235355"/>
                    <a:pt x="1448686" y="237319"/>
                  </a:cubicBezTo>
                  <a:lnTo>
                    <a:pt x="1447972" y="238211"/>
                  </a:lnTo>
                  <a:cubicBezTo>
                    <a:pt x="1448865" y="239907"/>
                    <a:pt x="1446008" y="241424"/>
                    <a:pt x="1445830" y="243388"/>
                  </a:cubicBezTo>
                  <a:cubicBezTo>
                    <a:pt x="1445652" y="245351"/>
                    <a:pt x="1446544" y="248654"/>
                    <a:pt x="1444849" y="250706"/>
                  </a:cubicBezTo>
                  <a:cubicBezTo>
                    <a:pt x="1442106" y="254223"/>
                    <a:pt x="1437969" y="256373"/>
                    <a:pt x="1433514" y="256597"/>
                  </a:cubicBezTo>
                  <a:cubicBezTo>
                    <a:pt x="1431639" y="256775"/>
                    <a:pt x="1430211" y="259453"/>
                    <a:pt x="1428873" y="260435"/>
                  </a:cubicBezTo>
                  <a:cubicBezTo>
                    <a:pt x="1427534" y="261416"/>
                    <a:pt x="1425570" y="261416"/>
                    <a:pt x="1424231" y="261416"/>
                  </a:cubicBezTo>
                  <a:cubicBezTo>
                    <a:pt x="1420742" y="261430"/>
                    <a:pt x="1417254" y="261221"/>
                    <a:pt x="1413790" y="260792"/>
                  </a:cubicBezTo>
                  <a:cubicBezTo>
                    <a:pt x="1410192" y="260988"/>
                    <a:pt x="1406588" y="260988"/>
                    <a:pt x="1402991" y="260792"/>
                  </a:cubicBezTo>
                  <a:cubicBezTo>
                    <a:pt x="1399756" y="260763"/>
                    <a:pt x="1396553" y="260158"/>
                    <a:pt x="1393530" y="259007"/>
                  </a:cubicBezTo>
                  <a:cubicBezTo>
                    <a:pt x="1387640" y="255615"/>
                    <a:pt x="1383178" y="258114"/>
                    <a:pt x="1378715" y="256954"/>
                  </a:cubicBezTo>
                  <a:cubicBezTo>
                    <a:pt x="1375212" y="256323"/>
                    <a:pt x="1372152" y="254207"/>
                    <a:pt x="1370326" y="251153"/>
                  </a:cubicBezTo>
                  <a:cubicBezTo>
                    <a:pt x="1367470" y="243209"/>
                    <a:pt x="1371307" y="240889"/>
                    <a:pt x="1357474" y="228215"/>
                  </a:cubicBezTo>
                  <a:cubicBezTo>
                    <a:pt x="1352255" y="222358"/>
                    <a:pt x="1347397" y="216188"/>
                    <a:pt x="1342927" y="209741"/>
                  </a:cubicBezTo>
                  <a:cubicBezTo>
                    <a:pt x="1340205" y="206163"/>
                    <a:pt x="1337222" y="202793"/>
                    <a:pt x="1334002" y="199656"/>
                  </a:cubicBezTo>
                  <a:cubicBezTo>
                    <a:pt x="1324898" y="192963"/>
                    <a:pt x="1316777" y="183681"/>
                    <a:pt x="1313742" y="181806"/>
                  </a:cubicBezTo>
                  <a:cubicBezTo>
                    <a:pt x="1312671" y="181182"/>
                    <a:pt x="1306602" y="195640"/>
                    <a:pt x="1299730" y="203048"/>
                  </a:cubicBezTo>
                  <a:cubicBezTo>
                    <a:pt x="1292858" y="210455"/>
                    <a:pt x="1287860" y="213935"/>
                    <a:pt x="1279470" y="222860"/>
                  </a:cubicBezTo>
                  <a:cubicBezTo>
                    <a:pt x="1273347" y="228287"/>
                    <a:pt x="1266306" y="232580"/>
                    <a:pt x="1258676" y="235534"/>
                  </a:cubicBezTo>
                  <a:cubicBezTo>
                    <a:pt x="1255195" y="237854"/>
                    <a:pt x="1247252" y="241424"/>
                    <a:pt x="1243236" y="243923"/>
                  </a:cubicBezTo>
                  <a:cubicBezTo>
                    <a:pt x="1239219" y="246422"/>
                    <a:pt x="1232169" y="246065"/>
                    <a:pt x="1229045" y="247583"/>
                  </a:cubicBezTo>
                  <a:cubicBezTo>
                    <a:pt x="1226572" y="248550"/>
                    <a:pt x="1223936" y="249034"/>
                    <a:pt x="1221280" y="249011"/>
                  </a:cubicBezTo>
                  <a:cubicBezTo>
                    <a:pt x="1219138" y="248654"/>
                    <a:pt x="1217621" y="245619"/>
                    <a:pt x="1216014" y="244459"/>
                  </a:cubicBezTo>
                  <a:cubicBezTo>
                    <a:pt x="1214408" y="243299"/>
                    <a:pt x="1214408" y="237497"/>
                    <a:pt x="1211998" y="236426"/>
                  </a:cubicBezTo>
                  <a:cubicBezTo>
                    <a:pt x="1209673" y="235855"/>
                    <a:pt x="1207403" y="235079"/>
                    <a:pt x="1205216" y="234106"/>
                  </a:cubicBezTo>
                  <a:cubicBezTo>
                    <a:pt x="1203787" y="232767"/>
                    <a:pt x="1204947" y="230536"/>
                    <a:pt x="1209589" y="229019"/>
                  </a:cubicBezTo>
                  <a:cubicBezTo>
                    <a:pt x="1213290" y="227763"/>
                    <a:pt x="1216692" y="225757"/>
                    <a:pt x="1219584" y="223128"/>
                  </a:cubicBezTo>
                  <a:cubicBezTo>
                    <a:pt x="1222038" y="221665"/>
                    <a:pt x="1224341" y="219960"/>
                    <a:pt x="1226457" y="218041"/>
                  </a:cubicBezTo>
                  <a:cubicBezTo>
                    <a:pt x="1227260" y="217059"/>
                    <a:pt x="1230116" y="216613"/>
                    <a:pt x="1231277" y="215899"/>
                  </a:cubicBezTo>
                  <a:cubicBezTo>
                    <a:pt x="1242604" y="206299"/>
                    <a:pt x="1253333" y="196016"/>
                    <a:pt x="1263406" y="185109"/>
                  </a:cubicBezTo>
                  <a:cubicBezTo>
                    <a:pt x="1269165" y="178903"/>
                    <a:pt x="1273411" y="171450"/>
                    <a:pt x="1275812" y="163332"/>
                  </a:cubicBezTo>
                  <a:cubicBezTo>
                    <a:pt x="1277331" y="160588"/>
                    <a:pt x="1278215" y="157538"/>
                    <a:pt x="1278400" y="154407"/>
                  </a:cubicBezTo>
                  <a:cubicBezTo>
                    <a:pt x="1278132" y="152979"/>
                    <a:pt x="1273848" y="154407"/>
                    <a:pt x="1271974" y="154407"/>
                  </a:cubicBezTo>
                  <a:cubicBezTo>
                    <a:pt x="1270100" y="154407"/>
                    <a:pt x="1268940" y="154317"/>
                    <a:pt x="1267065" y="154407"/>
                  </a:cubicBezTo>
                  <a:cubicBezTo>
                    <a:pt x="1265191" y="154496"/>
                    <a:pt x="1262603" y="156192"/>
                    <a:pt x="1260461" y="156192"/>
                  </a:cubicBezTo>
                  <a:cubicBezTo>
                    <a:pt x="1258409" y="156906"/>
                    <a:pt x="1256176" y="156906"/>
                    <a:pt x="1254124" y="156192"/>
                  </a:cubicBezTo>
                  <a:cubicBezTo>
                    <a:pt x="1250732" y="155121"/>
                    <a:pt x="1248947" y="152265"/>
                    <a:pt x="1244395" y="151640"/>
                  </a:cubicBezTo>
                  <a:cubicBezTo>
                    <a:pt x="1238254" y="149462"/>
                    <a:pt x="1233867" y="144005"/>
                    <a:pt x="1233060" y="137539"/>
                  </a:cubicBezTo>
                  <a:cubicBezTo>
                    <a:pt x="1232290" y="134229"/>
                    <a:pt x="1233467" y="130769"/>
                    <a:pt x="1236095" y="128614"/>
                  </a:cubicBezTo>
                  <a:cubicBezTo>
                    <a:pt x="1238416" y="126919"/>
                    <a:pt x="1239576" y="124509"/>
                    <a:pt x="1241451" y="123081"/>
                  </a:cubicBezTo>
                  <a:cubicBezTo>
                    <a:pt x="1243325" y="121653"/>
                    <a:pt x="1246716" y="121474"/>
                    <a:pt x="1248234" y="120493"/>
                  </a:cubicBezTo>
                  <a:cubicBezTo>
                    <a:pt x="1249751" y="119511"/>
                    <a:pt x="1251357" y="117726"/>
                    <a:pt x="1253945" y="116744"/>
                  </a:cubicBezTo>
                  <a:cubicBezTo>
                    <a:pt x="1256534" y="115762"/>
                    <a:pt x="1263138" y="116744"/>
                    <a:pt x="1267869" y="116744"/>
                  </a:cubicBezTo>
                  <a:cubicBezTo>
                    <a:pt x="1275999" y="115676"/>
                    <a:pt x="1283813" y="112909"/>
                    <a:pt x="1290805" y="108622"/>
                  </a:cubicBezTo>
                  <a:cubicBezTo>
                    <a:pt x="1290563" y="101325"/>
                    <a:pt x="1292062" y="94073"/>
                    <a:pt x="1295178" y="87470"/>
                  </a:cubicBezTo>
                  <a:cubicBezTo>
                    <a:pt x="1296233" y="83087"/>
                    <a:pt x="1296744" y="78591"/>
                    <a:pt x="1296695" y="74084"/>
                  </a:cubicBezTo>
                  <a:cubicBezTo>
                    <a:pt x="1297185" y="70239"/>
                    <a:pt x="1296974" y="66338"/>
                    <a:pt x="1296071" y="62570"/>
                  </a:cubicBezTo>
                  <a:cubicBezTo>
                    <a:pt x="1295981" y="59357"/>
                    <a:pt x="1297766" y="59000"/>
                    <a:pt x="1299641" y="58465"/>
                  </a:cubicBezTo>
                  <a:cubicBezTo>
                    <a:pt x="1305531" y="56858"/>
                    <a:pt x="1305442" y="59090"/>
                    <a:pt x="1308566" y="59179"/>
                  </a:cubicBezTo>
                  <a:cubicBezTo>
                    <a:pt x="1311689" y="59268"/>
                    <a:pt x="1312225" y="56412"/>
                    <a:pt x="1315527" y="56948"/>
                  </a:cubicBezTo>
                  <a:close/>
                  <a:moveTo>
                    <a:pt x="80146" y="54092"/>
                  </a:moveTo>
                  <a:cubicBezTo>
                    <a:pt x="81841" y="54271"/>
                    <a:pt x="83805" y="57127"/>
                    <a:pt x="86750" y="57751"/>
                  </a:cubicBezTo>
                  <a:cubicBezTo>
                    <a:pt x="89695" y="58376"/>
                    <a:pt x="93889" y="58287"/>
                    <a:pt x="97280" y="58912"/>
                  </a:cubicBezTo>
                  <a:cubicBezTo>
                    <a:pt x="99066" y="58912"/>
                    <a:pt x="106205" y="58912"/>
                    <a:pt x="107991" y="58912"/>
                  </a:cubicBezTo>
                  <a:cubicBezTo>
                    <a:pt x="110404" y="59059"/>
                    <a:pt x="112766" y="59665"/>
                    <a:pt x="114952" y="60697"/>
                  </a:cubicBezTo>
                  <a:cubicBezTo>
                    <a:pt x="116023" y="61322"/>
                    <a:pt x="119772" y="62125"/>
                    <a:pt x="121110" y="63642"/>
                  </a:cubicBezTo>
                  <a:cubicBezTo>
                    <a:pt x="124141" y="66452"/>
                    <a:pt x="126412" y="69983"/>
                    <a:pt x="127715" y="73906"/>
                  </a:cubicBezTo>
                  <a:lnTo>
                    <a:pt x="126554" y="74352"/>
                  </a:lnTo>
                  <a:cubicBezTo>
                    <a:pt x="127001" y="77565"/>
                    <a:pt x="126019" y="78636"/>
                    <a:pt x="126019" y="81135"/>
                  </a:cubicBezTo>
                  <a:cubicBezTo>
                    <a:pt x="126412" y="84575"/>
                    <a:pt x="126412" y="88048"/>
                    <a:pt x="126019" y="91488"/>
                  </a:cubicBezTo>
                  <a:cubicBezTo>
                    <a:pt x="125573" y="93273"/>
                    <a:pt x="122895" y="97646"/>
                    <a:pt x="120753" y="102734"/>
                  </a:cubicBezTo>
                  <a:cubicBezTo>
                    <a:pt x="119991" y="106563"/>
                    <a:pt x="119485" y="110438"/>
                    <a:pt x="119236" y="114335"/>
                  </a:cubicBezTo>
                  <a:cubicBezTo>
                    <a:pt x="119147" y="119779"/>
                    <a:pt x="118879" y="123796"/>
                    <a:pt x="118076" y="135398"/>
                  </a:cubicBezTo>
                  <a:cubicBezTo>
                    <a:pt x="117897" y="139325"/>
                    <a:pt x="116826" y="142984"/>
                    <a:pt x="116201" y="148250"/>
                  </a:cubicBezTo>
                  <a:cubicBezTo>
                    <a:pt x="115934" y="150213"/>
                    <a:pt x="115398" y="155747"/>
                    <a:pt x="115398" y="159138"/>
                  </a:cubicBezTo>
                  <a:cubicBezTo>
                    <a:pt x="115309" y="164226"/>
                    <a:pt x="117629" y="165208"/>
                    <a:pt x="117897" y="166546"/>
                  </a:cubicBezTo>
                  <a:cubicBezTo>
                    <a:pt x="118165" y="167885"/>
                    <a:pt x="118254" y="168153"/>
                    <a:pt x="118611" y="170830"/>
                  </a:cubicBezTo>
                  <a:cubicBezTo>
                    <a:pt x="118968" y="173508"/>
                    <a:pt x="120486" y="174757"/>
                    <a:pt x="120039" y="177524"/>
                  </a:cubicBezTo>
                  <a:cubicBezTo>
                    <a:pt x="119593" y="180290"/>
                    <a:pt x="117272" y="184931"/>
                    <a:pt x="116023" y="191892"/>
                  </a:cubicBezTo>
                  <a:cubicBezTo>
                    <a:pt x="115375" y="195057"/>
                    <a:pt x="113559" y="197861"/>
                    <a:pt x="110936" y="199746"/>
                  </a:cubicBezTo>
                  <a:cubicBezTo>
                    <a:pt x="106406" y="203538"/>
                    <a:pt x="101279" y="206553"/>
                    <a:pt x="95763" y="208671"/>
                  </a:cubicBezTo>
                  <a:cubicBezTo>
                    <a:pt x="89695" y="210635"/>
                    <a:pt x="85947" y="219024"/>
                    <a:pt x="82466" y="221255"/>
                  </a:cubicBezTo>
                  <a:cubicBezTo>
                    <a:pt x="77924" y="223641"/>
                    <a:pt x="73245" y="225757"/>
                    <a:pt x="68454" y="227592"/>
                  </a:cubicBezTo>
                  <a:cubicBezTo>
                    <a:pt x="62069" y="230345"/>
                    <a:pt x="56070" y="233915"/>
                    <a:pt x="50604" y="238213"/>
                  </a:cubicBezTo>
                  <a:cubicBezTo>
                    <a:pt x="47096" y="240096"/>
                    <a:pt x="43421" y="241650"/>
                    <a:pt x="39626" y="242854"/>
                  </a:cubicBezTo>
                  <a:cubicBezTo>
                    <a:pt x="34255" y="247413"/>
                    <a:pt x="28524" y="251531"/>
                    <a:pt x="22491" y="255170"/>
                  </a:cubicBezTo>
                  <a:cubicBezTo>
                    <a:pt x="19010" y="256687"/>
                    <a:pt x="14816" y="248744"/>
                    <a:pt x="11513" y="245263"/>
                  </a:cubicBezTo>
                  <a:cubicBezTo>
                    <a:pt x="9305" y="243271"/>
                    <a:pt x="6949" y="241451"/>
                    <a:pt x="4463" y="239820"/>
                  </a:cubicBezTo>
                  <a:cubicBezTo>
                    <a:pt x="2499" y="238213"/>
                    <a:pt x="3213" y="233661"/>
                    <a:pt x="2499" y="230895"/>
                  </a:cubicBezTo>
                  <a:cubicBezTo>
                    <a:pt x="1785" y="228128"/>
                    <a:pt x="0" y="224379"/>
                    <a:pt x="0" y="223130"/>
                  </a:cubicBezTo>
                  <a:cubicBezTo>
                    <a:pt x="185" y="220509"/>
                    <a:pt x="1848" y="218223"/>
                    <a:pt x="4284" y="217239"/>
                  </a:cubicBezTo>
                  <a:cubicBezTo>
                    <a:pt x="6248" y="216614"/>
                    <a:pt x="9014" y="217507"/>
                    <a:pt x="10889" y="216614"/>
                  </a:cubicBezTo>
                  <a:cubicBezTo>
                    <a:pt x="14472" y="214879"/>
                    <a:pt x="17904" y="212849"/>
                    <a:pt x="21152" y="210545"/>
                  </a:cubicBezTo>
                  <a:cubicBezTo>
                    <a:pt x="24569" y="208581"/>
                    <a:pt x="28274" y="207166"/>
                    <a:pt x="32129" y="206351"/>
                  </a:cubicBezTo>
                  <a:cubicBezTo>
                    <a:pt x="38706" y="203293"/>
                    <a:pt x="45059" y="199773"/>
                    <a:pt x="51139" y="195819"/>
                  </a:cubicBezTo>
                  <a:cubicBezTo>
                    <a:pt x="54263" y="194123"/>
                    <a:pt x="60064" y="191268"/>
                    <a:pt x="60064" y="186894"/>
                  </a:cubicBezTo>
                  <a:cubicBezTo>
                    <a:pt x="60309" y="180167"/>
                    <a:pt x="60130" y="173430"/>
                    <a:pt x="59529" y="166725"/>
                  </a:cubicBezTo>
                  <a:cubicBezTo>
                    <a:pt x="58547" y="164672"/>
                    <a:pt x="54798" y="163869"/>
                    <a:pt x="54799" y="163869"/>
                  </a:cubicBezTo>
                  <a:cubicBezTo>
                    <a:pt x="51901" y="164711"/>
                    <a:pt x="48891" y="165103"/>
                    <a:pt x="45874" y="165029"/>
                  </a:cubicBezTo>
                  <a:cubicBezTo>
                    <a:pt x="43004" y="165824"/>
                    <a:pt x="40200" y="166839"/>
                    <a:pt x="37484" y="168063"/>
                  </a:cubicBezTo>
                  <a:cubicBezTo>
                    <a:pt x="35788" y="168867"/>
                    <a:pt x="32754" y="169670"/>
                    <a:pt x="31147" y="168867"/>
                  </a:cubicBezTo>
                  <a:cubicBezTo>
                    <a:pt x="29324" y="168385"/>
                    <a:pt x="27816" y="167106"/>
                    <a:pt x="27042" y="165386"/>
                  </a:cubicBezTo>
                  <a:cubicBezTo>
                    <a:pt x="25876" y="162055"/>
                    <a:pt x="25243" y="158561"/>
                    <a:pt x="25168" y="155033"/>
                  </a:cubicBezTo>
                  <a:cubicBezTo>
                    <a:pt x="24100" y="152765"/>
                    <a:pt x="23493" y="150308"/>
                    <a:pt x="23383" y="147804"/>
                  </a:cubicBezTo>
                  <a:cubicBezTo>
                    <a:pt x="24201" y="142971"/>
                    <a:pt x="24470" y="138060"/>
                    <a:pt x="24187" y="133167"/>
                  </a:cubicBezTo>
                  <a:cubicBezTo>
                    <a:pt x="24187" y="127365"/>
                    <a:pt x="29005" y="125402"/>
                    <a:pt x="33111" y="124688"/>
                  </a:cubicBezTo>
                  <a:cubicBezTo>
                    <a:pt x="37216" y="123974"/>
                    <a:pt x="40875" y="120939"/>
                    <a:pt x="44981" y="120940"/>
                  </a:cubicBezTo>
                  <a:cubicBezTo>
                    <a:pt x="47969" y="121031"/>
                    <a:pt x="50960" y="120822"/>
                    <a:pt x="53906" y="120315"/>
                  </a:cubicBezTo>
                  <a:cubicBezTo>
                    <a:pt x="58137" y="119092"/>
                    <a:pt x="62165" y="117258"/>
                    <a:pt x="65866" y="114871"/>
                  </a:cubicBezTo>
                  <a:cubicBezTo>
                    <a:pt x="68186" y="111479"/>
                    <a:pt x="71667" y="109337"/>
                    <a:pt x="71667" y="103983"/>
                  </a:cubicBezTo>
                  <a:cubicBezTo>
                    <a:pt x="72202" y="93898"/>
                    <a:pt x="75326" y="89435"/>
                    <a:pt x="75326" y="80510"/>
                  </a:cubicBezTo>
                  <a:cubicBezTo>
                    <a:pt x="75727" y="74809"/>
                    <a:pt x="73529" y="69232"/>
                    <a:pt x="69346" y="65338"/>
                  </a:cubicBezTo>
                  <a:cubicBezTo>
                    <a:pt x="68499" y="64036"/>
                    <a:pt x="68499" y="62357"/>
                    <a:pt x="69346" y="61054"/>
                  </a:cubicBezTo>
                  <a:cubicBezTo>
                    <a:pt x="71825" y="59675"/>
                    <a:pt x="74081" y="57930"/>
                    <a:pt x="76040" y="55877"/>
                  </a:cubicBezTo>
                  <a:cubicBezTo>
                    <a:pt x="76950" y="54541"/>
                    <a:pt x="78547" y="53847"/>
                    <a:pt x="80146" y="54092"/>
                  </a:cubicBezTo>
                  <a:close/>
                  <a:moveTo>
                    <a:pt x="206879" y="42222"/>
                  </a:moveTo>
                  <a:cubicBezTo>
                    <a:pt x="210984" y="42400"/>
                    <a:pt x="211520" y="44720"/>
                    <a:pt x="213394" y="46059"/>
                  </a:cubicBezTo>
                  <a:cubicBezTo>
                    <a:pt x="215106" y="46839"/>
                    <a:pt x="216957" y="47264"/>
                    <a:pt x="218838" y="47308"/>
                  </a:cubicBezTo>
                  <a:cubicBezTo>
                    <a:pt x="220534" y="47576"/>
                    <a:pt x="222140" y="49986"/>
                    <a:pt x="223033" y="52038"/>
                  </a:cubicBezTo>
                  <a:cubicBezTo>
                    <a:pt x="225018" y="56145"/>
                    <a:pt x="226171" y="60604"/>
                    <a:pt x="226424" y="65158"/>
                  </a:cubicBezTo>
                  <a:cubicBezTo>
                    <a:pt x="226067" y="74886"/>
                    <a:pt x="219195" y="77028"/>
                    <a:pt x="216696" y="83008"/>
                  </a:cubicBezTo>
                  <a:cubicBezTo>
                    <a:pt x="215714" y="85897"/>
                    <a:pt x="215084" y="88893"/>
                    <a:pt x="214822" y="91933"/>
                  </a:cubicBezTo>
                  <a:cubicBezTo>
                    <a:pt x="215714" y="96842"/>
                    <a:pt x="220712" y="98181"/>
                    <a:pt x="222854" y="94700"/>
                  </a:cubicBezTo>
                  <a:cubicBezTo>
                    <a:pt x="226871" y="93808"/>
                    <a:pt x="228120" y="91487"/>
                    <a:pt x="230887" y="90148"/>
                  </a:cubicBezTo>
                  <a:cubicBezTo>
                    <a:pt x="233654" y="88810"/>
                    <a:pt x="237581" y="93272"/>
                    <a:pt x="243827" y="94700"/>
                  </a:cubicBezTo>
                  <a:cubicBezTo>
                    <a:pt x="247308" y="95503"/>
                    <a:pt x="248736" y="104160"/>
                    <a:pt x="251056" y="108177"/>
                  </a:cubicBezTo>
                  <a:cubicBezTo>
                    <a:pt x="252105" y="111280"/>
                    <a:pt x="252617" y="114540"/>
                    <a:pt x="252573" y="117815"/>
                  </a:cubicBezTo>
                  <a:cubicBezTo>
                    <a:pt x="252450" y="120293"/>
                    <a:pt x="250640" y="122362"/>
                    <a:pt x="248200" y="122813"/>
                  </a:cubicBezTo>
                  <a:cubicBezTo>
                    <a:pt x="245077" y="123527"/>
                    <a:pt x="243202" y="123973"/>
                    <a:pt x="239276" y="125133"/>
                  </a:cubicBezTo>
                  <a:cubicBezTo>
                    <a:pt x="236343" y="126399"/>
                    <a:pt x="233700" y="128252"/>
                    <a:pt x="231512" y="130577"/>
                  </a:cubicBezTo>
                  <a:cubicBezTo>
                    <a:pt x="228031" y="133076"/>
                    <a:pt x="224371" y="133612"/>
                    <a:pt x="220623" y="136646"/>
                  </a:cubicBezTo>
                  <a:cubicBezTo>
                    <a:pt x="215467" y="140568"/>
                    <a:pt x="209581" y="143420"/>
                    <a:pt x="203309" y="145036"/>
                  </a:cubicBezTo>
                  <a:cubicBezTo>
                    <a:pt x="200105" y="150958"/>
                    <a:pt x="198074" y="157443"/>
                    <a:pt x="197329" y="164135"/>
                  </a:cubicBezTo>
                  <a:cubicBezTo>
                    <a:pt x="196927" y="167122"/>
                    <a:pt x="197140" y="170159"/>
                    <a:pt x="197954" y="173060"/>
                  </a:cubicBezTo>
                  <a:cubicBezTo>
                    <a:pt x="199471" y="178415"/>
                    <a:pt x="198132" y="183502"/>
                    <a:pt x="202773" y="188857"/>
                  </a:cubicBezTo>
                  <a:cubicBezTo>
                    <a:pt x="206381" y="192262"/>
                    <a:pt x="211038" y="194339"/>
                    <a:pt x="215982" y="194747"/>
                  </a:cubicBezTo>
                  <a:cubicBezTo>
                    <a:pt x="219173" y="194803"/>
                    <a:pt x="222347" y="195222"/>
                    <a:pt x="225443" y="195997"/>
                  </a:cubicBezTo>
                  <a:cubicBezTo>
                    <a:pt x="227615" y="196718"/>
                    <a:pt x="229859" y="197197"/>
                    <a:pt x="232136" y="197425"/>
                  </a:cubicBezTo>
                  <a:cubicBezTo>
                    <a:pt x="234118" y="198766"/>
                    <a:pt x="236375" y="199651"/>
                    <a:pt x="238741" y="200013"/>
                  </a:cubicBezTo>
                  <a:cubicBezTo>
                    <a:pt x="242225" y="199869"/>
                    <a:pt x="245712" y="200230"/>
                    <a:pt x="249093" y="201084"/>
                  </a:cubicBezTo>
                  <a:lnTo>
                    <a:pt x="249539" y="201262"/>
                  </a:lnTo>
                  <a:cubicBezTo>
                    <a:pt x="254091" y="204023"/>
                    <a:pt x="256414" y="209348"/>
                    <a:pt x="255340" y="214561"/>
                  </a:cubicBezTo>
                  <a:cubicBezTo>
                    <a:pt x="253892" y="219592"/>
                    <a:pt x="252163" y="224537"/>
                    <a:pt x="250164" y="229376"/>
                  </a:cubicBezTo>
                  <a:cubicBezTo>
                    <a:pt x="248914" y="233303"/>
                    <a:pt x="248111" y="237409"/>
                    <a:pt x="245880" y="239105"/>
                  </a:cubicBezTo>
                  <a:cubicBezTo>
                    <a:pt x="243649" y="240800"/>
                    <a:pt x="237938" y="239551"/>
                    <a:pt x="234725" y="240800"/>
                  </a:cubicBezTo>
                  <a:cubicBezTo>
                    <a:pt x="231242" y="242290"/>
                    <a:pt x="227528" y="243166"/>
                    <a:pt x="223747" y="243388"/>
                  </a:cubicBezTo>
                  <a:cubicBezTo>
                    <a:pt x="221069" y="243388"/>
                    <a:pt x="217767" y="240800"/>
                    <a:pt x="216071" y="240086"/>
                  </a:cubicBezTo>
                  <a:cubicBezTo>
                    <a:pt x="212225" y="238941"/>
                    <a:pt x="208195" y="238546"/>
                    <a:pt x="204201" y="238926"/>
                  </a:cubicBezTo>
                  <a:cubicBezTo>
                    <a:pt x="200988" y="238926"/>
                    <a:pt x="192509" y="238926"/>
                    <a:pt x="192509" y="238926"/>
                  </a:cubicBezTo>
                  <a:cubicBezTo>
                    <a:pt x="190724" y="238926"/>
                    <a:pt x="186887" y="236873"/>
                    <a:pt x="182603" y="236070"/>
                  </a:cubicBezTo>
                  <a:cubicBezTo>
                    <a:pt x="178319" y="235267"/>
                    <a:pt x="171269" y="236248"/>
                    <a:pt x="168145" y="235267"/>
                  </a:cubicBezTo>
                  <a:cubicBezTo>
                    <a:pt x="165511" y="234318"/>
                    <a:pt x="163041" y="232964"/>
                    <a:pt x="160827" y="231250"/>
                  </a:cubicBezTo>
                  <a:cubicBezTo>
                    <a:pt x="158053" y="227967"/>
                    <a:pt x="155769" y="224299"/>
                    <a:pt x="154044" y="220362"/>
                  </a:cubicBezTo>
                  <a:cubicBezTo>
                    <a:pt x="153394" y="216170"/>
                    <a:pt x="153096" y="211931"/>
                    <a:pt x="153151" y="207688"/>
                  </a:cubicBezTo>
                  <a:cubicBezTo>
                    <a:pt x="152794" y="205279"/>
                    <a:pt x="150027" y="194390"/>
                    <a:pt x="150027" y="192605"/>
                  </a:cubicBezTo>
                  <a:lnTo>
                    <a:pt x="149403" y="183145"/>
                  </a:lnTo>
                  <a:cubicBezTo>
                    <a:pt x="149393" y="180133"/>
                    <a:pt x="149005" y="177135"/>
                    <a:pt x="148243" y="174221"/>
                  </a:cubicBezTo>
                  <a:cubicBezTo>
                    <a:pt x="147133" y="169636"/>
                    <a:pt x="146653" y="164922"/>
                    <a:pt x="146814" y="160209"/>
                  </a:cubicBezTo>
                  <a:cubicBezTo>
                    <a:pt x="146725" y="152890"/>
                    <a:pt x="148867" y="151730"/>
                    <a:pt x="150563" y="137628"/>
                  </a:cubicBezTo>
                  <a:cubicBezTo>
                    <a:pt x="150741" y="136200"/>
                    <a:pt x="153687" y="131916"/>
                    <a:pt x="153687" y="130577"/>
                  </a:cubicBezTo>
                  <a:cubicBezTo>
                    <a:pt x="154222" y="123616"/>
                    <a:pt x="155739" y="123705"/>
                    <a:pt x="156364" y="118975"/>
                  </a:cubicBezTo>
                  <a:cubicBezTo>
                    <a:pt x="156989" y="114246"/>
                    <a:pt x="158863" y="108534"/>
                    <a:pt x="158863" y="107106"/>
                  </a:cubicBezTo>
                  <a:cubicBezTo>
                    <a:pt x="159934" y="99876"/>
                    <a:pt x="159934" y="90505"/>
                    <a:pt x="159935" y="88631"/>
                  </a:cubicBezTo>
                  <a:cubicBezTo>
                    <a:pt x="160293" y="84775"/>
                    <a:pt x="161194" y="80990"/>
                    <a:pt x="162612" y="77385"/>
                  </a:cubicBezTo>
                  <a:cubicBezTo>
                    <a:pt x="164268" y="71523"/>
                    <a:pt x="165549" y="65561"/>
                    <a:pt x="166450" y="59535"/>
                  </a:cubicBezTo>
                  <a:cubicBezTo>
                    <a:pt x="166149" y="55456"/>
                    <a:pt x="166299" y="51355"/>
                    <a:pt x="166896" y="47308"/>
                  </a:cubicBezTo>
                  <a:cubicBezTo>
                    <a:pt x="168145" y="43025"/>
                    <a:pt x="170376" y="42311"/>
                    <a:pt x="173946" y="42311"/>
                  </a:cubicBezTo>
                  <a:cubicBezTo>
                    <a:pt x="175552" y="42222"/>
                    <a:pt x="180282" y="44096"/>
                    <a:pt x="182870" y="44185"/>
                  </a:cubicBezTo>
                  <a:cubicBezTo>
                    <a:pt x="185459" y="44274"/>
                    <a:pt x="189029" y="42490"/>
                    <a:pt x="190814" y="42490"/>
                  </a:cubicBezTo>
                  <a:cubicBezTo>
                    <a:pt x="193221" y="42817"/>
                    <a:pt x="195606" y="43294"/>
                    <a:pt x="197954" y="43917"/>
                  </a:cubicBezTo>
                  <a:cubicBezTo>
                    <a:pt x="200879" y="43118"/>
                    <a:pt x="203864" y="42551"/>
                    <a:pt x="206879" y="42222"/>
                  </a:cubicBezTo>
                  <a:close/>
                  <a:moveTo>
                    <a:pt x="815643" y="39723"/>
                  </a:moveTo>
                  <a:cubicBezTo>
                    <a:pt x="818945" y="39723"/>
                    <a:pt x="821623" y="43203"/>
                    <a:pt x="824568" y="43203"/>
                  </a:cubicBezTo>
                  <a:cubicBezTo>
                    <a:pt x="830552" y="42768"/>
                    <a:pt x="836566" y="43218"/>
                    <a:pt x="842418" y="44541"/>
                  </a:cubicBezTo>
                  <a:lnTo>
                    <a:pt x="843222" y="44988"/>
                  </a:lnTo>
                  <a:cubicBezTo>
                    <a:pt x="844293" y="45880"/>
                    <a:pt x="845007" y="51146"/>
                    <a:pt x="846256" y="52306"/>
                  </a:cubicBezTo>
                  <a:cubicBezTo>
                    <a:pt x="849746" y="55593"/>
                    <a:pt x="851933" y="60031"/>
                    <a:pt x="852414" y="64801"/>
                  </a:cubicBezTo>
                  <a:cubicBezTo>
                    <a:pt x="852147" y="68371"/>
                    <a:pt x="847416" y="74083"/>
                    <a:pt x="847416" y="75422"/>
                  </a:cubicBezTo>
                  <a:cubicBezTo>
                    <a:pt x="847680" y="78856"/>
                    <a:pt x="846869" y="82286"/>
                    <a:pt x="845096" y="85239"/>
                  </a:cubicBezTo>
                  <a:cubicBezTo>
                    <a:pt x="841506" y="90134"/>
                    <a:pt x="838511" y="95436"/>
                    <a:pt x="836171" y="101037"/>
                  </a:cubicBezTo>
                  <a:cubicBezTo>
                    <a:pt x="835189" y="102911"/>
                    <a:pt x="829120" y="107730"/>
                    <a:pt x="828138" y="109961"/>
                  </a:cubicBezTo>
                  <a:cubicBezTo>
                    <a:pt x="822069" y="123795"/>
                    <a:pt x="815286" y="133434"/>
                    <a:pt x="810288" y="147267"/>
                  </a:cubicBezTo>
                  <a:cubicBezTo>
                    <a:pt x="809485" y="149498"/>
                    <a:pt x="806005" y="154050"/>
                    <a:pt x="804309" y="153247"/>
                  </a:cubicBezTo>
                  <a:cubicBezTo>
                    <a:pt x="801982" y="152200"/>
                    <a:pt x="799318" y="152200"/>
                    <a:pt x="796991" y="153247"/>
                  </a:cubicBezTo>
                  <a:cubicBezTo>
                    <a:pt x="795831" y="154229"/>
                    <a:pt x="790922" y="154139"/>
                    <a:pt x="789315" y="155746"/>
                  </a:cubicBezTo>
                  <a:cubicBezTo>
                    <a:pt x="787709" y="157352"/>
                    <a:pt x="779498" y="156103"/>
                    <a:pt x="777892" y="159227"/>
                  </a:cubicBezTo>
                  <a:cubicBezTo>
                    <a:pt x="776731" y="162088"/>
                    <a:pt x="776731" y="165290"/>
                    <a:pt x="777892" y="168152"/>
                  </a:cubicBezTo>
                  <a:cubicBezTo>
                    <a:pt x="780480" y="171186"/>
                    <a:pt x="785746" y="168152"/>
                    <a:pt x="786816" y="166545"/>
                  </a:cubicBezTo>
                  <a:cubicBezTo>
                    <a:pt x="788535" y="164480"/>
                    <a:pt x="791092" y="163301"/>
                    <a:pt x="793778" y="163332"/>
                  </a:cubicBezTo>
                  <a:cubicBezTo>
                    <a:pt x="796873" y="164684"/>
                    <a:pt x="800104" y="165701"/>
                    <a:pt x="803416" y="166367"/>
                  </a:cubicBezTo>
                  <a:cubicBezTo>
                    <a:pt x="805615" y="166715"/>
                    <a:pt x="807238" y="168603"/>
                    <a:pt x="807254" y="170829"/>
                  </a:cubicBezTo>
                  <a:cubicBezTo>
                    <a:pt x="807310" y="174996"/>
                    <a:pt x="808158" y="179116"/>
                    <a:pt x="809753" y="182966"/>
                  </a:cubicBezTo>
                  <a:cubicBezTo>
                    <a:pt x="809826" y="184756"/>
                    <a:pt x="809290" y="186517"/>
                    <a:pt x="808236" y="187964"/>
                  </a:cubicBezTo>
                  <a:cubicBezTo>
                    <a:pt x="805533" y="190386"/>
                    <a:pt x="802535" y="192455"/>
                    <a:pt x="799311" y="194122"/>
                  </a:cubicBezTo>
                  <a:cubicBezTo>
                    <a:pt x="797169" y="195461"/>
                    <a:pt x="792350" y="195818"/>
                    <a:pt x="789315" y="197782"/>
                  </a:cubicBezTo>
                  <a:cubicBezTo>
                    <a:pt x="787473" y="199164"/>
                    <a:pt x="786332" y="201285"/>
                    <a:pt x="786192" y="203583"/>
                  </a:cubicBezTo>
                  <a:cubicBezTo>
                    <a:pt x="786192" y="207421"/>
                    <a:pt x="789137" y="207421"/>
                    <a:pt x="791011" y="207421"/>
                  </a:cubicBezTo>
                  <a:cubicBezTo>
                    <a:pt x="792886" y="207421"/>
                    <a:pt x="800649" y="204922"/>
                    <a:pt x="804309" y="204922"/>
                  </a:cubicBezTo>
                  <a:cubicBezTo>
                    <a:pt x="807639" y="205090"/>
                    <a:pt x="810975" y="205090"/>
                    <a:pt x="814305" y="204922"/>
                  </a:cubicBezTo>
                  <a:cubicBezTo>
                    <a:pt x="818289" y="203576"/>
                    <a:pt x="822427" y="202736"/>
                    <a:pt x="826621" y="202423"/>
                  </a:cubicBezTo>
                  <a:cubicBezTo>
                    <a:pt x="830548" y="203405"/>
                    <a:pt x="834921" y="199745"/>
                    <a:pt x="837420" y="202423"/>
                  </a:cubicBezTo>
                  <a:cubicBezTo>
                    <a:pt x="837420" y="207064"/>
                    <a:pt x="846345" y="209206"/>
                    <a:pt x="846345" y="216435"/>
                  </a:cubicBezTo>
                  <a:cubicBezTo>
                    <a:pt x="846345" y="226788"/>
                    <a:pt x="839473" y="238479"/>
                    <a:pt x="830548" y="239193"/>
                  </a:cubicBezTo>
                  <a:cubicBezTo>
                    <a:pt x="826799" y="239550"/>
                    <a:pt x="829388" y="236694"/>
                    <a:pt x="816179" y="236694"/>
                  </a:cubicBezTo>
                  <a:cubicBezTo>
                    <a:pt x="804398" y="236873"/>
                    <a:pt x="794313" y="237676"/>
                    <a:pt x="792439" y="237676"/>
                  </a:cubicBezTo>
                  <a:cubicBezTo>
                    <a:pt x="788111" y="237730"/>
                    <a:pt x="783785" y="237461"/>
                    <a:pt x="779498" y="236873"/>
                  </a:cubicBezTo>
                  <a:cubicBezTo>
                    <a:pt x="775694" y="236953"/>
                    <a:pt x="771903" y="237341"/>
                    <a:pt x="768163" y="238033"/>
                  </a:cubicBezTo>
                  <a:cubicBezTo>
                    <a:pt x="764006" y="239103"/>
                    <a:pt x="759767" y="239819"/>
                    <a:pt x="755490" y="240175"/>
                  </a:cubicBezTo>
                  <a:cubicBezTo>
                    <a:pt x="750187" y="240099"/>
                    <a:pt x="744928" y="241132"/>
                    <a:pt x="740050" y="243209"/>
                  </a:cubicBezTo>
                  <a:cubicBezTo>
                    <a:pt x="734793" y="244284"/>
                    <a:pt x="729440" y="244822"/>
                    <a:pt x="724074" y="244815"/>
                  </a:cubicBezTo>
                  <a:cubicBezTo>
                    <a:pt x="718794" y="247063"/>
                    <a:pt x="713289" y="248740"/>
                    <a:pt x="707652" y="249813"/>
                  </a:cubicBezTo>
                  <a:cubicBezTo>
                    <a:pt x="704618" y="250170"/>
                    <a:pt x="697568" y="249278"/>
                    <a:pt x="697300" y="244369"/>
                  </a:cubicBezTo>
                  <a:cubicBezTo>
                    <a:pt x="697032" y="239460"/>
                    <a:pt x="694355" y="236873"/>
                    <a:pt x="694980" y="230536"/>
                  </a:cubicBezTo>
                  <a:cubicBezTo>
                    <a:pt x="695515" y="228662"/>
                    <a:pt x="695515" y="225628"/>
                    <a:pt x="695514" y="224200"/>
                  </a:cubicBezTo>
                  <a:cubicBezTo>
                    <a:pt x="695531" y="221364"/>
                    <a:pt x="696806" y="218683"/>
                    <a:pt x="698995" y="216881"/>
                  </a:cubicBezTo>
                  <a:cubicBezTo>
                    <a:pt x="699620" y="216703"/>
                    <a:pt x="701048" y="213579"/>
                    <a:pt x="702833" y="213758"/>
                  </a:cubicBezTo>
                  <a:cubicBezTo>
                    <a:pt x="704618" y="213936"/>
                    <a:pt x="704975" y="216078"/>
                    <a:pt x="707652" y="216078"/>
                  </a:cubicBezTo>
                  <a:cubicBezTo>
                    <a:pt x="712524" y="215024"/>
                    <a:pt x="717256" y="213406"/>
                    <a:pt x="721754" y="211259"/>
                  </a:cubicBezTo>
                  <a:cubicBezTo>
                    <a:pt x="727548" y="208299"/>
                    <a:pt x="733508" y="205677"/>
                    <a:pt x="739604" y="203405"/>
                  </a:cubicBezTo>
                  <a:cubicBezTo>
                    <a:pt x="741924" y="200102"/>
                    <a:pt x="738086" y="198407"/>
                    <a:pt x="736658" y="198407"/>
                  </a:cubicBezTo>
                  <a:cubicBezTo>
                    <a:pt x="734185" y="199074"/>
                    <a:pt x="731549" y="198720"/>
                    <a:pt x="729340" y="197425"/>
                  </a:cubicBezTo>
                  <a:cubicBezTo>
                    <a:pt x="725681" y="196800"/>
                    <a:pt x="724163" y="195908"/>
                    <a:pt x="723181" y="194301"/>
                  </a:cubicBezTo>
                  <a:cubicBezTo>
                    <a:pt x="722200" y="192695"/>
                    <a:pt x="722913" y="190820"/>
                    <a:pt x="723181" y="188321"/>
                  </a:cubicBezTo>
                  <a:cubicBezTo>
                    <a:pt x="723449" y="185822"/>
                    <a:pt x="723627" y="183145"/>
                    <a:pt x="723985" y="181003"/>
                  </a:cubicBezTo>
                  <a:cubicBezTo>
                    <a:pt x="724342" y="178861"/>
                    <a:pt x="724609" y="175648"/>
                    <a:pt x="728001" y="175648"/>
                  </a:cubicBezTo>
                  <a:cubicBezTo>
                    <a:pt x="729875" y="175648"/>
                    <a:pt x="730321" y="176986"/>
                    <a:pt x="732106" y="176986"/>
                  </a:cubicBezTo>
                  <a:cubicBezTo>
                    <a:pt x="733891" y="176986"/>
                    <a:pt x="734694" y="176183"/>
                    <a:pt x="736480" y="176183"/>
                  </a:cubicBezTo>
                  <a:cubicBezTo>
                    <a:pt x="737898" y="176420"/>
                    <a:pt x="739346" y="176420"/>
                    <a:pt x="740764" y="176183"/>
                  </a:cubicBezTo>
                  <a:cubicBezTo>
                    <a:pt x="742345" y="175407"/>
                    <a:pt x="743675" y="174201"/>
                    <a:pt x="744602" y="172703"/>
                  </a:cubicBezTo>
                  <a:cubicBezTo>
                    <a:pt x="745404" y="169800"/>
                    <a:pt x="745737" y="166786"/>
                    <a:pt x="745583" y="163778"/>
                  </a:cubicBezTo>
                  <a:cubicBezTo>
                    <a:pt x="745226" y="161369"/>
                    <a:pt x="743084" y="161726"/>
                    <a:pt x="740317" y="163064"/>
                  </a:cubicBezTo>
                  <a:cubicBezTo>
                    <a:pt x="738138" y="163858"/>
                    <a:pt x="735899" y="164485"/>
                    <a:pt x="733623" y="164939"/>
                  </a:cubicBezTo>
                  <a:cubicBezTo>
                    <a:pt x="731596" y="165492"/>
                    <a:pt x="729541" y="165939"/>
                    <a:pt x="727465" y="166277"/>
                  </a:cubicBezTo>
                  <a:cubicBezTo>
                    <a:pt x="725773" y="166284"/>
                    <a:pt x="724089" y="166044"/>
                    <a:pt x="722467" y="165563"/>
                  </a:cubicBezTo>
                  <a:cubicBezTo>
                    <a:pt x="719968" y="164939"/>
                    <a:pt x="720593" y="163422"/>
                    <a:pt x="719968" y="161636"/>
                  </a:cubicBezTo>
                  <a:cubicBezTo>
                    <a:pt x="718959" y="159873"/>
                    <a:pt x="718293" y="157936"/>
                    <a:pt x="718005" y="155924"/>
                  </a:cubicBezTo>
                  <a:cubicBezTo>
                    <a:pt x="718362" y="150837"/>
                    <a:pt x="714256" y="148963"/>
                    <a:pt x="713543" y="147624"/>
                  </a:cubicBezTo>
                  <a:cubicBezTo>
                    <a:pt x="712198" y="144817"/>
                    <a:pt x="711352" y="141797"/>
                    <a:pt x="711043" y="138699"/>
                  </a:cubicBezTo>
                  <a:cubicBezTo>
                    <a:pt x="711043" y="132898"/>
                    <a:pt x="716488" y="128346"/>
                    <a:pt x="715863" y="124687"/>
                  </a:cubicBezTo>
                  <a:cubicBezTo>
                    <a:pt x="714242" y="117272"/>
                    <a:pt x="713464" y="109697"/>
                    <a:pt x="713542" y="102108"/>
                  </a:cubicBezTo>
                  <a:cubicBezTo>
                    <a:pt x="713810" y="100055"/>
                    <a:pt x="710686" y="96574"/>
                    <a:pt x="710686" y="92469"/>
                  </a:cubicBezTo>
                  <a:cubicBezTo>
                    <a:pt x="710819" y="89995"/>
                    <a:pt x="711207" y="87543"/>
                    <a:pt x="711846" y="85150"/>
                  </a:cubicBezTo>
                  <a:cubicBezTo>
                    <a:pt x="713127" y="81087"/>
                    <a:pt x="713965" y="76898"/>
                    <a:pt x="714346" y="72655"/>
                  </a:cubicBezTo>
                  <a:cubicBezTo>
                    <a:pt x="713810" y="67033"/>
                    <a:pt x="716666" y="59982"/>
                    <a:pt x="720504" y="59982"/>
                  </a:cubicBezTo>
                  <a:cubicBezTo>
                    <a:pt x="724342" y="59982"/>
                    <a:pt x="724252" y="64801"/>
                    <a:pt x="728447" y="64801"/>
                  </a:cubicBezTo>
                  <a:cubicBezTo>
                    <a:pt x="730972" y="64931"/>
                    <a:pt x="733503" y="64661"/>
                    <a:pt x="735944" y="63998"/>
                  </a:cubicBezTo>
                  <a:cubicBezTo>
                    <a:pt x="736837" y="63373"/>
                    <a:pt x="743709" y="61677"/>
                    <a:pt x="745762" y="60874"/>
                  </a:cubicBezTo>
                  <a:cubicBezTo>
                    <a:pt x="751741" y="58732"/>
                    <a:pt x="756025" y="56055"/>
                    <a:pt x="762540" y="54002"/>
                  </a:cubicBezTo>
                  <a:cubicBezTo>
                    <a:pt x="766914" y="52663"/>
                    <a:pt x="772358" y="53823"/>
                    <a:pt x="775839" y="52663"/>
                  </a:cubicBezTo>
                  <a:cubicBezTo>
                    <a:pt x="785478" y="49361"/>
                    <a:pt x="812341" y="39723"/>
                    <a:pt x="815643" y="39723"/>
                  </a:cubicBezTo>
                  <a:close/>
                  <a:moveTo>
                    <a:pt x="439014" y="1614"/>
                  </a:moveTo>
                  <a:cubicBezTo>
                    <a:pt x="441289" y="1698"/>
                    <a:pt x="443556" y="1936"/>
                    <a:pt x="445798" y="2328"/>
                  </a:cubicBezTo>
                  <a:cubicBezTo>
                    <a:pt x="448591" y="2507"/>
                    <a:pt x="451394" y="2507"/>
                    <a:pt x="454187" y="2328"/>
                  </a:cubicBezTo>
                  <a:cubicBezTo>
                    <a:pt x="456329" y="2328"/>
                    <a:pt x="457668" y="5094"/>
                    <a:pt x="458560" y="5808"/>
                  </a:cubicBezTo>
                  <a:cubicBezTo>
                    <a:pt x="459453" y="6522"/>
                    <a:pt x="465076" y="6790"/>
                    <a:pt x="466415" y="8217"/>
                  </a:cubicBezTo>
                  <a:cubicBezTo>
                    <a:pt x="467753" y="9645"/>
                    <a:pt x="467575" y="14197"/>
                    <a:pt x="469003" y="17142"/>
                  </a:cubicBezTo>
                  <a:cubicBezTo>
                    <a:pt x="470431" y="20088"/>
                    <a:pt x="474715" y="21605"/>
                    <a:pt x="475072" y="30530"/>
                  </a:cubicBezTo>
                  <a:cubicBezTo>
                    <a:pt x="475429" y="39455"/>
                    <a:pt x="473019" y="39633"/>
                    <a:pt x="467575" y="44275"/>
                  </a:cubicBezTo>
                  <a:cubicBezTo>
                    <a:pt x="466057" y="46238"/>
                    <a:pt x="466236" y="49362"/>
                    <a:pt x="469003" y="48826"/>
                  </a:cubicBezTo>
                  <a:cubicBezTo>
                    <a:pt x="473912" y="47844"/>
                    <a:pt x="491582" y="43917"/>
                    <a:pt x="495777" y="42579"/>
                  </a:cubicBezTo>
                  <a:cubicBezTo>
                    <a:pt x="500764" y="41016"/>
                    <a:pt x="505867" y="39852"/>
                    <a:pt x="511039" y="39098"/>
                  </a:cubicBezTo>
                  <a:cubicBezTo>
                    <a:pt x="512734" y="38919"/>
                    <a:pt x="515501" y="41329"/>
                    <a:pt x="517554" y="41865"/>
                  </a:cubicBezTo>
                  <a:cubicBezTo>
                    <a:pt x="519606" y="42400"/>
                    <a:pt x="523623" y="42222"/>
                    <a:pt x="524337" y="44096"/>
                  </a:cubicBezTo>
                  <a:cubicBezTo>
                    <a:pt x="525728" y="47651"/>
                    <a:pt x="528754" y="50312"/>
                    <a:pt x="532458" y="51236"/>
                  </a:cubicBezTo>
                  <a:lnTo>
                    <a:pt x="532280" y="51236"/>
                  </a:lnTo>
                  <a:cubicBezTo>
                    <a:pt x="534197" y="51715"/>
                    <a:pt x="535639" y="53299"/>
                    <a:pt x="535939" y="55252"/>
                  </a:cubicBezTo>
                  <a:cubicBezTo>
                    <a:pt x="535939" y="56948"/>
                    <a:pt x="535493" y="59804"/>
                    <a:pt x="535493" y="63463"/>
                  </a:cubicBezTo>
                  <a:cubicBezTo>
                    <a:pt x="534957" y="69174"/>
                    <a:pt x="525140" y="73191"/>
                    <a:pt x="520856" y="75868"/>
                  </a:cubicBezTo>
                  <a:cubicBezTo>
                    <a:pt x="519428" y="76850"/>
                    <a:pt x="518000" y="73548"/>
                    <a:pt x="513002" y="73548"/>
                  </a:cubicBezTo>
                  <a:cubicBezTo>
                    <a:pt x="511306" y="73637"/>
                    <a:pt x="501399" y="74440"/>
                    <a:pt x="499704" y="74440"/>
                  </a:cubicBezTo>
                  <a:lnTo>
                    <a:pt x="489083" y="75690"/>
                  </a:lnTo>
                  <a:cubicBezTo>
                    <a:pt x="486674" y="76225"/>
                    <a:pt x="481676" y="77921"/>
                    <a:pt x="479356" y="78635"/>
                  </a:cubicBezTo>
                  <a:cubicBezTo>
                    <a:pt x="476037" y="79570"/>
                    <a:pt x="472786" y="80734"/>
                    <a:pt x="469627" y="82116"/>
                  </a:cubicBezTo>
                  <a:cubicBezTo>
                    <a:pt x="468199" y="83008"/>
                    <a:pt x="464719" y="81402"/>
                    <a:pt x="460702" y="82116"/>
                  </a:cubicBezTo>
                  <a:cubicBezTo>
                    <a:pt x="458918" y="82473"/>
                    <a:pt x="452581" y="86310"/>
                    <a:pt x="447136" y="87827"/>
                  </a:cubicBezTo>
                  <a:cubicBezTo>
                    <a:pt x="436406" y="89705"/>
                    <a:pt x="425818" y="92329"/>
                    <a:pt x="415453" y="95681"/>
                  </a:cubicBezTo>
                  <a:cubicBezTo>
                    <a:pt x="413132" y="98002"/>
                    <a:pt x="408313" y="97020"/>
                    <a:pt x="406528" y="98002"/>
                  </a:cubicBezTo>
                  <a:cubicBezTo>
                    <a:pt x="404743" y="98984"/>
                    <a:pt x="400014" y="98984"/>
                    <a:pt x="397604" y="100233"/>
                  </a:cubicBezTo>
                  <a:cubicBezTo>
                    <a:pt x="393588" y="102286"/>
                    <a:pt x="391802" y="101126"/>
                    <a:pt x="389571" y="102286"/>
                  </a:cubicBezTo>
                  <a:cubicBezTo>
                    <a:pt x="387406" y="103093"/>
                    <a:pt x="385087" y="103398"/>
                    <a:pt x="382788" y="103178"/>
                  </a:cubicBezTo>
                  <a:cubicBezTo>
                    <a:pt x="380309" y="103673"/>
                    <a:pt x="377864" y="104328"/>
                    <a:pt x="375470" y="105142"/>
                  </a:cubicBezTo>
                  <a:cubicBezTo>
                    <a:pt x="373356" y="105630"/>
                    <a:pt x="371158" y="105630"/>
                    <a:pt x="369044" y="105142"/>
                  </a:cubicBezTo>
                  <a:cubicBezTo>
                    <a:pt x="367357" y="104892"/>
                    <a:pt x="365643" y="104892"/>
                    <a:pt x="363956" y="105142"/>
                  </a:cubicBezTo>
                  <a:cubicBezTo>
                    <a:pt x="362261" y="107373"/>
                    <a:pt x="359048" y="107373"/>
                    <a:pt x="355745" y="107373"/>
                  </a:cubicBezTo>
                  <a:cubicBezTo>
                    <a:pt x="353323" y="107845"/>
                    <a:pt x="350980" y="108656"/>
                    <a:pt x="348784" y="109783"/>
                  </a:cubicBezTo>
                  <a:cubicBezTo>
                    <a:pt x="348248" y="111390"/>
                    <a:pt x="345393" y="112817"/>
                    <a:pt x="342715" y="113264"/>
                  </a:cubicBezTo>
                  <a:cubicBezTo>
                    <a:pt x="340038" y="113710"/>
                    <a:pt x="341644" y="111568"/>
                    <a:pt x="337806" y="109783"/>
                  </a:cubicBezTo>
                  <a:cubicBezTo>
                    <a:pt x="336021" y="109248"/>
                    <a:pt x="332005" y="110765"/>
                    <a:pt x="328881" y="109248"/>
                  </a:cubicBezTo>
                  <a:cubicBezTo>
                    <a:pt x="325758" y="107730"/>
                    <a:pt x="325936" y="103357"/>
                    <a:pt x="326561" y="99698"/>
                  </a:cubicBezTo>
                  <a:cubicBezTo>
                    <a:pt x="326650" y="98894"/>
                    <a:pt x="326115" y="95503"/>
                    <a:pt x="326115" y="91844"/>
                  </a:cubicBezTo>
                  <a:cubicBezTo>
                    <a:pt x="325731" y="89613"/>
                    <a:pt x="326352" y="87327"/>
                    <a:pt x="327810" y="85596"/>
                  </a:cubicBezTo>
                  <a:cubicBezTo>
                    <a:pt x="333196" y="81606"/>
                    <a:pt x="339237" y="78586"/>
                    <a:pt x="345660" y="76671"/>
                  </a:cubicBezTo>
                  <a:cubicBezTo>
                    <a:pt x="347356" y="76314"/>
                    <a:pt x="349052" y="79349"/>
                    <a:pt x="350391" y="79349"/>
                  </a:cubicBezTo>
                  <a:cubicBezTo>
                    <a:pt x="351729" y="79349"/>
                    <a:pt x="357977" y="75868"/>
                    <a:pt x="360654" y="75868"/>
                  </a:cubicBezTo>
                  <a:cubicBezTo>
                    <a:pt x="368950" y="74869"/>
                    <a:pt x="377156" y="73229"/>
                    <a:pt x="385198" y="70959"/>
                  </a:cubicBezTo>
                  <a:cubicBezTo>
                    <a:pt x="389393" y="69531"/>
                    <a:pt x="393230" y="71495"/>
                    <a:pt x="395640" y="69531"/>
                  </a:cubicBezTo>
                  <a:cubicBezTo>
                    <a:pt x="401920" y="67209"/>
                    <a:pt x="408327" y="65242"/>
                    <a:pt x="414828" y="63641"/>
                  </a:cubicBezTo>
                  <a:cubicBezTo>
                    <a:pt x="417148" y="63106"/>
                    <a:pt x="421432" y="61946"/>
                    <a:pt x="422682" y="59090"/>
                  </a:cubicBezTo>
                  <a:cubicBezTo>
                    <a:pt x="422816" y="57259"/>
                    <a:pt x="422510" y="55423"/>
                    <a:pt x="421790" y="53735"/>
                  </a:cubicBezTo>
                  <a:cubicBezTo>
                    <a:pt x="420718" y="50968"/>
                    <a:pt x="418576" y="51950"/>
                    <a:pt x="416256" y="51950"/>
                  </a:cubicBezTo>
                  <a:cubicBezTo>
                    <a:pt x="414051" y="51336"/>
                    <a:pt x="412165" y="49898"/>
                    <a:pt x="410990" y="47934"/>
                  </a:cubicBezTo>
                  <a:cubicBezTo>
                    <a:pt x="410879" y="46008"/>
                    <a:pt x="411312" y="44090"/>
                    <a:pt x="412240" y="42400"/>
                  </a:cubicBezTo>
                  <a:cubicBezTo>
                    <a:pt x="412954" y="40437"/>
                    <a:pt x="413400" y="39633"/>
                    <a:pt x="414293" y="37134"/>
                  </a:cubicBezTo>
                  <a:cubicBezTo>
                    <a:pt x="415124" y="34973"/>
                    <a:pt x="415839" y="32768"/>
                    <a:pt x="416434" y="30530"/>
                  </a:cubicBezTo>
                  <a:cubicBezTo>
                    <a:pt x="417595" y="26871"/>
                    <a:pt x="410633" y="16786"/>
                    <a:pt x="409741" y="14019"/>
                  </a:cubicBezTo>
                  <a:cubicBezTo>
                    <a:pt x="409310" y="11926"/>
                    <a:pt x="410065" y="9766"/>
                    <a:pt x="411704" y="8396"/>
                  </a:cubicBezTo>
                  <a:cubicBezTo>
                    <a:pt x="414739" y="5272"/>
                    <a:pt x="418219" y="6700"/>
                    <a:pt x="421790" y="6700"/>
                  </a:cubicBezTo>
                  <a:cubicBezTo>
                    <a:pt x="423891" y="6335"/>
                    <a:pt x="425894" y="5545"/>
                    <a:pt x="427680" y="4380"/>
                  </a:cubicBezTo>
                  <a:cubicBezTo>
                    <a:pt x="428840" y="3755"/>
                    <a:pt x="430715" y="4648"/>
                    <a:pt x="433303" y="3755"/>
                  </a:cubicBezTo>
                  <a:cubicBezTo>
                    <a:pt x="435891" y="2863"/>
                    <a:pt x="435891" y="1614"/>
                    <a:pt x="439014" y="1614"/>
                  </a:cubicBezTo>
                  <a:close/>
                  <a:moveTo>
                    <a:pt x="1616919" y="7"/>
                  </a:moveTo>
                  <a:cubicBezTo>
                    <a:pt x="1621024" y="275"/>
                    <a:pt x="1623970" y="4113"/>
                    <a:pt x="1626380" y="7326"/>
                  </a:cubicBezTo>
                  <a:cubicBezTo>
                    <a:pt x="1628789" y="10539"/>
                    <a:pt x="1625487" y="16162"/>
                    <a:pt x="1622363" y="18928"/>
                  </a:cubicBezTo>
                  <a:cubicBezTo>
                    <a:pt x="1619035" y="21684"/>
                    <a:pt x="1616379" y="25164"/>
                    <a:pt x="1614599" y="29103"/>
                  </a:cubicBezTo>
                  <a:cubicBezTo>
                    <a:pt x="1614063" y="30263"/>
                    <a:pt x="1614063" y="37580"/>
                    <a:pt x="1614599" y="38027"/>
                  </a:cubicBezTo>
                  <a:cubicBezTo>
                    <a:pt x="1615134" y="38473"/>
                    <a:pt x="1619150" y="41240"/>
                    <a:pt x="1619418" y="45256"/>
                  </a:cubicBezTo>
                  <a:cubicBezTo>
                    <a:pt x="1619686" y="49272"/>
                    <a:pt x="1615848" y="52396"/>
                    <a:pt x="1608886" y="66587"/>
                  </a:cubicBezTo>
                  <a:cubicBezTo>
                    <a:pt x="1609154" y="66765"/>
                    <a:pt x="1602639" y="75690"/>
                    <a:pt x="1600943" y="78100"/>
                  </a:cubicBezTo>
                  <a:cubicBezTo>
                    <a:pt x="1599248" y="80510"/>
                    <a:pt x="1605227" y="84615"/>
                    <a:pt x="1610582" y="83187"/>
                  </a:cubicBezTo>
                  <a:cubicBezTo>
                    <a:pt x="1613438" y="82384"/>
                    <a:pt x="1608886" y="90773"/>
                    <a:pt x="1615313" y="90773"/>
                  </a:cubicBezTo>
                  <a:cubicBezTo>
                    <a:pt x="1620221" y="90773"/>
                    <a:pt x="1626112" y="86400"/>
                    <a:pt x="1624238" y="81848"/>
                  </a:cubicBezTo>
                  <a:cubicBezTo>
                    <a:pt x="1622631" y="80331"/>
                    <a:pt x="1619507" y="81848"/>
                    <a:pt x="1616473" y="79260"/>
                  </a:cubicBezTo>
                  <a:cubicBezTo>
                    <a:pt x="1613438" y="76672"/>
                    <a:pt x="1613528" y="70335"/>
                    <a:pt x="1614688" y="70335"/>
                  </a:cubicBezTo>
                  <a:cubicBezTo>
                    <a:pt x="1616747" y="69534"/>
                    <a:pt x="1618519" y="68136"/>
                    <a:pt x="1619775" y="66319"/>
                  </a:cubicBezTo>
                  <a:cubicBezTo>
                    <a:pt x="1620757" y="65337"/>
                    <a:pt x="1623880" y="63106"/>
                    <a:pt x="1623880" y="61499"/>
                  </a:cubicBezTo>
                  <a:cubicBezTo>
                    <a:pt x="1623880" y="59893"/>
                    <a:pt x="1619240" y="58733"/>
                    <a:pt x="1623167" y="53021"/>
                  </a:cubicBezTo>
                  <a:cubicBezTo>
                    <a:pt x="1625666" y="49361"/>
                    <a:pt x="1628789" y="49718"/>
                    <a:pt x="1630396" y="49361"/>
                  </a:cubicBezTo>
                  <a:cubicBezTo>
                    <a:pt x="1632002" y="49004"/>
                    <a:pt x="1633609" y="45167"/>
                    <a:pt x="1634501" y="43203"/>
                  </a:cubicBezTo>
                  <a:cubicBezTo>
                    <a:pt x="1635521" y="41071"/>
                    <a:pt x="1636155" y="38774"/>
                    <a:pt x="1636376" y="36420"/>
                  </a:cubicBezTo>
                  <a:cubicBezTo>
                    <a:pt x="1636465" y="30799"/>
                    <a:pt x="1630128" y="28299"/>
                    <a:pt x="1631199" y="23926"/>
                  </a:cubicBezTo>
                  <a:cubicBezTo>
                    <a:pt x="1633430" y="15090"/>
                    <a:pt x="1654940" y="11699"/>
                    <a:pt x="1657171" y="10182"/>
                  </a:cubicBezTo>
                  <a:cubicBezTo>
                    <a:pt x="1657795" y="9736"/>
                    <a:pt x="1658331" y="7772"/>
                    <a:pt x="1659492" y="6880"/>
                  </a:cubicBezTo>
                  <a:cubicBezTo>
                    <a:pt x="1661723" y="5188"/>
                    <a:pt x="1664699" y="4846"/>
                    <a:pt x="1667256" y="5987"/>
                  </a:cubicBezTo>
                  <a:cubicBezTo>
                    <a:pt x="1670221" y="7457"/>
                    <a:pt x="1673031" y="9221"/>
                    <a:pt x="1675646" y="11253"/>
                  </a:cubicBezTo>
                  <a:cubicBezTo>
                    <a:pt x="1677350" y="12815"/>
                    <a:pt x="1678155" y="15128"/>
                    <a:pt x="1677788" y="17411"/>
                  </a:cubicBezTo>
                  <a:cubicBezTo>
                    <a:pt x="1677430" y="20088"/>
                    <a:pt x="1676003" y="27586"/>
                    <a:pt x="1676806" y="28210"/>
                  </a:cubicBezTo>
                  <a:cubicBezTo>
                    <a:pt x="1677609" y="28835"/>
                    <a:pt x="1669220" y="33386"/>
                    <a:pt x="1665382" y="37134"/>
                  </a:cubicBezTo>
                  <a:cubicBezTo>
                    <a:pt x="1660510" y="43395"/>
                    <a:pt x="1657427" y="50860"/>
                    <a:pt x="1656457" y="58733"/>
                  </a:cubicBezTo>
                  <a:cubicBezTo>
                    <a:pt x="1656278" y="59447"/>
                    <a:pt x="1654047" y="64802"/>
                    <a:pt x="1653779" y="66230"/>
                  </a:cubicBezTo>
                  <a:cubicBezTo>
                    <a:pt x="1653511" y="67658"/>
                    <a:pt x="1652530" y="71674"/>
                    <a:pt x="1651548" y="75155"/>
                  </a:cubicBezTo>
                  <a:cubicBezTo>
                    <a:pt x="1650325" y="78776"/>
                    <a:pt x="1649722" y="82578"/>
                    <a:pt x="1649763" y="86400"/>
                  </a:cubicBezTo>
                  <a:cubicBezTo>
                    <a:pt x="1650031" y="88631"/>
                    <a:pt x="1653065" y="88007"/>
                    <a:pt x="1654939" y="88007"/>
                  </a:cubicBezTo>
                  <a:cubicBezTo>
                    <a:pt x="1658751" y="87138"/>
                    <a:pt x="1662244" y="85221"/>
                    <a:pt x="1665025" y="82473"/>
                  </a:cubicBezTo>
                  <a:cubicBezTo>
                    <a:pt x="1667329" y="82085"/>
                    <a:pt x="1669682" y="82085"/>
                    <a:pt x="1671986" y="82473"/>
                  </a:cubicBezTo>
                  <a:cubicBezTo>
                    <a:pt x="1673771" y="83009"/>
                    <a:pt x="1675645" y="85954"/>
                    <a:pt x="1677609" y="86579"/>
                  </a:cubicBezTo>
                  <a:cubicBezTo>
                    <a:pt x="1679572" y="87203"/>
                    <a:pt x="1682339" y="87382"/>
                    <a:pt x="1683946" y="88453"/>
                  </a:cubicBezTo>
                  <a:cubicBezTo>
                    <a:pt x="1685552" y="89524"/>
                    <a:pt x="1689032" y="88453"/>
                    <a:pt x="1691174" y="91041"/>
                  </a:cubicBezTo>
                  <a:lnTo>
                    <a:pt x="1691710" y="90952"/>
                  </a:lnTo>
                  <a:cubicBezTo>
                    <a:pt x="1694680" y="95921"/>
                    <a:pt x="1696022" y="101693"/>
                    <a:pt x="1695548" y="107462"/>
                  </a:cubicBezTo>
                  <a:cubicBezTo>
                    <a:pt x="1695402" y="112689"/>
                    <a:pt x="1693994" y="117803"/>
                    <a:pt x="1691442" y="122367"/>
                  </a:cubicBezTo>
                  <a:cubicBezTo>
                    <a:pt x="1684679" y="126488"/>
                    <a:pt x="1676868" y="128564"/>
                    <a:pt x="1668952" y="128347"/>
                  </a:cubicBezTo>
                  <a:cubicBezTo>
                    <a:pt x="1666327" y="128340"/>
                    <a:pt x="1663813" y="129403"/>
                    <a:pt x="1661990" y="131292"/>
                  </a:cubicBezTo>
                  <a:cubicBezTo>
                    <a:pt x="1659028" y="132230"/>
                    <a:pt x="1655812" y="131941"/>
                    <a:pt x="1653065" y="130489"/>
                  </a:cubicBezTo>
                  <a:cubicBezTo>
                    <a:pt x="1649401" y="129592"/>
                    <a:pt x="1645574" y="129592"/>
                    <a:pt x="1641909" y="130489"/>
                  </a:cubicBezTo>
                  <a:cubicBezTo>
                    <a:pt x="1634094" y="132617"/>
                    <a:pt x="1627291" y="137457"/>
                    <a:pt x="1622720" y="144144"/>
                  </a:cubicBezTo>
                  <a:cubicBezTo>
                    <a:pt x="1621023" y="147185"/>
                    <a:pt x="1618601" y="149760"/>
                    <a:pt x="1615670" y="151641"/>
                  </a:cubicBezTo>
                  <a:cubicBezTo>
                    <a:pt x="1611417" y="154501"/>
                    <a:pt x="1607626" y="157993"/>
                    <a:pt x="1604424" y="161994"/>
                  </a:cubicBezTo>
                  <a:cubicBezTo>
                    <a:pt x="1602518" y="165184"/>
                    <a:pt x="1601881" y="168975"/>
                    <a:pt x="1602639" y="172614"/>
                  </a:cubicBezTo>
                  <a:cubicBezTo>
                    <a:pt x="1602996" y="173685"/>
                    <a:pt x="1605406" y="174309"/>
                    <a:pt x="1607994" y="173685"/>
                  </a:cubicBezTo>
                  <a:cubicBezTo>
                    <a:pt x="1611137" y="172237"/>
                    <a:pt x="1614355" y="170956"/>
                    <a:pt x="1617633" y="169847"/>
                  </a:cubicBezTo>
                  <a:cubicBezTo>
                    <a:pt x="1620221" y="169490"/>
                    <a:pt x="1621828" y="166278"/>
                    <a:pt x="1623970" y="166456"/>
                  </a:cubicBezTo>
                  <a:cubicBezTo>
                    <a:pt x="1626112" y="166635"/>
                    <a:pt x="1628968" y="170650"/>
                    <a:pt x="1635037" y="172078"/>
                  </a:cubicBezTo>
                  <a:cubicBezTo>
                    <a:pt x="1636911" y="172614"/>
                    <a:pt x="1640392" y="174845"/>
                    <a:pt x="1645836" y="176541"/>
                  </a:cubicBezTo>
                  <a:cubicBezTo>
                    <a:pt x="1646550" y="176719"/>
                    <a:pt x="1650834" y="177612"/>
                    <a:pt x="1650031" y="180825"/>
                  </a:cubicBezTo>
                  <a:cubicBezTo>
                    <a:pt x="1649891" y="184724"/>
                    <a:pt x="1648950" y="188552"/>
                    <a:pt x="1647264" y="192070"/>
                  </a:cubicBezTo>
                  <a:cubicBezTo>
                    <a:pt x="1645390" y="194301"/>
                    <a:pt x="1643159" y="197068"/>
                    <a:pt x="1640838" y="197604"/>
                  </a:cubicBezTo>
                  <a:cubicBezTo>
                    <a:pt x="1636643" y="198407"/>
                    <a:pt x="1634144" y="198496"/>
                    <a:pt x="1629503" y="199746"/>
                  </a:cubicBezTo>
                  <a:cubicBezTo>
                    <a:pt x="1627183" y="200371"/>
                    <a:pt x="1625487" y="201709"/>
                    <a:pt x="1621828" y="202334"/>
                  </a:cubicBezTo>
                  <a:cubicBezTo>
                    <a:pt x="1618169" y="202959"/>
                    <a:pt x="1603978" y="205636"/>
                    <a:pt x="1603978" y="210366"/>
                  </a:cubicBezTo>
                  <a:cubicBezTo>
                    <a:pt x="1604463" y="214455"/>
                    <a:pt x="1604731" y="218566"/>
                    <a:pt x="1604781" y="222683"/>
                  </a:cubicBezTo>
                  <a:cubicBezTo>
                    <a:pt x="1604577" y="226220"/>
                    <a:pt x="1604129" y="229738"/>
                    <a:pt x="1603442" y="233214"/>
                  </a:cubicBezTo>
                  <a:cubicBezTo>
                    <a:pt x="1601919" y="237055"/>
                    <a:pt x="1601073" y="241132"/>
                    <a:pt x="1600943" y="245262"/>
                  </a:cubicBezTo>
                  <a:cubicBezTo>
                    <a:pt x="1601211" y="249011"/>
                    <a:pt x="1596839" y="252581"/>
                    <a:pt x="1596303" y="253295"/>
                  </a:cubicBezTo>
                  <a:cubicBezTo>
                    <a:pt x="1593447" y="259453"/>
                    <a:pt x="1593894" y="268557"/>
                    <a:pt x="1587378" y="270609"/>
                  </a:cubicBezTo>
                  <a:cubicBezTo>
                    <a:pt x="1583140" y="272438"/>
                    <a:pt x="1578787" y="273989"/>
                    <a:pt x="1574348" y="275250"/>
                  </a:cubicBezTo>
                  <a:cubicBezTo>
                    <a:pt x="1570753" y="275722"/>
                    <a:pt x="1567240" y="276683"/>
                    <a:pt x="1563906" y="278106"/>
                  </a:cubicBezTo>
                  <a:cubicBezTo>
                    <a:pt x="1558776" y="279598"/>
                    <a:pt x="1553327" y="279598"/>
                    <a:pt x="1548198" y="278106"/>
                  </a:cubicBezTo>
                  <a:cubicBezTo>
                    <a:pt x="1546323" y="276589"/>
                    <a:pt x="1547216" y="271591"/>
                    <a:pt x="1547216" y="268646"/>
                  </a:cubicBezTo>
                  <a:cubicBezTo>
                    <a:pt x="1547127" y="263201"/>
                    <a:pt x="1533382" y="257489"/>
                    <a:pt x="1532043" y="254276"/>
                  </a:cubicBezTo>
                  <a:cubicBezTo>
                    <a:pt x="1530704" y="251063"/>
                    <a:pt x="1535435" y="251153"/>
                    <a:pt x="1540165" y="250260"/>
                  </a:cubicBezTo>
                  <a:cubicBezTo>
                    <a:pt x="1548287" y="248832"/>
                    <a:pt x="1555962" y="247940"/>
                    <a:pt x="1559800" y="246690"/>
                  </a:cubicBezTo>
                  <a:cubicBezTo>
                    <a:pt x="1567833" y="243745"/>
                    <a:pt x="1571224" y="227324"/>
                    <a:pt x="1575240" y="219916"/>
                  </a:cubicBezTo>
                  <a:cubicBezTo>
                    <a:pt x="1576490" y="217596"/>
                    <a:pt x="1576133" y="213847"/>
                    <a:pt x="1570956" y="213847"/>
                  </a:cubicBezTo>
                  <a:cubicBezTo>
                    <a:pt x="1566068" y="214260"/>
                    <a:pt x="1561227" y="215127"/>
                    <a:pt x="1556498" y="216436"/>
                  </a:cubicBezTo>
                  <a:cubicBezTo>
                    <a:pt x="1551612" y="217718"/>
                    <a:pt x="1546626" y="218584"/>
                    <a:pt x="1541593" y="219024"/>
                  </a:cubicBezTo>
                  <a:cubicBezTo>
                    <a:pt x="1538291" y="219202"/>
                    <a:pt x="1531329" y="223397"/>
                    <a:pt x="1529366" y="223397"/>
                  </a:cubicBezTo>
                  <a:cubicBezTo>
                    <a:pt x="1525796" y="223486"/>
                    <a:pt x="1522672" y="224914"/>
                    <a:pt x="1518388" y="220720"/>
                  </a:cubicBezTo>
                  <a:cubicBezTo>
                    <a:pt x="1516809" y="219796"/>
                    <a:pt x="1515133" y="219047"/>
                    <a:pt x="1513390" y="218488"/>
                  </a:cubicBezTo>
                  <a:cubicBezTo>
                    <a:pt x="1510981" y="217239"/>
                    <a:pt x="1512230" y="212330"/>
                    <a:pt x="1512230" y="210456"/>
                  </a:cubicBezTo>
                  <a:cubicBezTo>
                    <a:pt x="1512492" y="206685"/>
                    <a:pt x="1513241" y="202966"/>
                    <a:pt x="1514461" y="199389"/>
                  </a:cubicBezTo>
                  <a:cubicBezTo>
                    <a:pt x="1517569" y="194875"/>
                    <a:pt x="1522423" y="191866"/>
                    <a:pt x="1527848" y="191088"/>
                  </a:cubicBezTo>
                  <a:cubicBezTo>
                    <a:pt x="1529723" y="191088"/>
                    <a:pt x="1535614" y="193587"/>
                    <a:pt x="1537577" y="193587"/>
                  </a:cubicBezTo>
                  <a:cubicBezTo>
                    <a:pt x="1539540" y="193587"/>
                    <a:pt x="1543914" y="189393"/>
                    <a:pt x="1547037" y="187697"/>
                  </a:cubicBezTo>
                  <a:cubicBezTo>
                    <a:pt x="1550831" y="186303"/>
                    <a:pt x="1554745" y="185257"/>
                    <a:pt x="1558729" y="184573"/>
                  </a:cubicBezTo>
                  <a:cubicBezTo>
                    <a:pt x="1561265" y="183794"/>
                    <a:pt x="1563649" y="182586"/>
                    <a:pt x="1565780" y="181003"/>
                  </a:cubicBezTo>
                  <a:cubicBezTo>
                    <a:pt x="1567743" y="179843"/>
                    <a:pt x="1567565" y="178861"/>
                    <a:pt x="1568279" y="176898"/>
                  </a:cubicBezTo>
                  <a:cubicBezTo>
                    <a:pt x="1568993" y="174934"/>
                    <a:pt x="1568636" y="169847"/>
                    <a:pt x="1569528" y="167973"/>
                  </a:cubicBezTo>
                  <a:cubicBezTo>
                    <a:pt x="1570964" y="165133"/>
                    <a:pt x="1572072" y="162139"/>
                    <a:pt x="1572831" y="159049"/>
                  </a:cubicBezTo>
                  <a:cubicBezTo>
                    <a:pt x="1573277" y="156550"/>
                    <a:pt x="1567922" y="158424"/>
                    <a:pt x="1566048" y="158424"/>
                  </a:cubicBezTo>
                  <a:cubicBezTo>
                    <a:pt x="1563096" y="159236"/>
                    <a:pt x="1560475" y="160953"/>
                    <a:pt x="1558550" y="163333"/>
                  </a:cubicBezTo>
                  <a:cubicBezTo>
                    <a:pt x="1556144" y="165490"/>
                    <a:pt x="1553225" y="166996"/>
                    <a:pt x="1550071" y="167706"/>
                  </a:cubicBezTo>
                  <a:cubicBezTo>
                    <a:pt x="1547760" y="168508"/>
                    <a:pt x="1545244" y="168508"/>
                    <a:pt x="1542932" y="167706"/>
                  </a:cubicBezTo>
                  <a:cubicBezTo>
                    <a:pt x="1540254" y="166278"/>
                    <a:pt x="1540254" y="164404"/>
                    <a:pt x="1540255" y="161191"/>
                  </a:cubicBezTo>
                  <a:cubicBezTo>
                    <a:pt x="1539977" y="157827"/>
                    <a:pt x="1540657" y="154455"/>
                    <a:pt x="1542218" y="151462"/>
                  </a:cubicBezTo>
                  <a:cubicBezTo>
                    <a:pt x="1543824" y="149588"/>
                    <a:pt x="1543200" y="139592"/>
                    <a:pt x="1549715" y="133612"/>
                  </a:cubicBezTo>
                  <a:cubicBezTo>
                    <a:pt x="1551857" y="131738"/>
                    <a:pt x="1557837" y="134326"/>
                    <a:pt x="1560246" y="132898"/>
                  </a:cubicBezTo>
                  <a:cubicBezTo>
                    <a:pt x="1561510" y="131970"/>
                    <a:pt x="1562821" y="131107"/>
                    <a:pt x="1564173" y="130310"/>
                  </a:cubicBezTo>
                  <a:cubicBezTo>
                    <a:pt x="1566315" y="129418"/>
                    <a:pt x="1571314" y="130042"/>
                    <a:pt x="1573902" y="129418"/>
                  </a:cubicBezTo>
                  <a:cubicBezTo>
                    <a:pt x="1577653" y="128771"/>
                    <a:pt x="1581353" y="127846"/>
                    <a:pt x="1584969" y="126651"/>
                  </a:cubicBezTo>
                  <a:cubicBezTo>
                    <a:pt x="1586308" y="126205"/>
                    <a:pt x="1591662" y="126205"/>
                    <a:pt x="1593269" y="125223"/>
                  </a:cubicBezTo>
                  <a:cubicBezTo>
                    <a:pt x="1594875" y="124241"/>
                    <a:pt x="1594340" y="124509"/>
                    <a:pt x="1600230" y="122724"/>
                  </a:cubicBezTo>
                  <a:cubicBezTo>
                    <a:pt x="1599694" y="122546"/>
                    <a:pt x="1602639" y="120760"/>
                    <a:pt x="1604335" y="119779"/>
                  </a:cubicBezTo>
                  <a:cubicBezTo>
                    <a:pt x="1607560" y="119288"/>
                    <a:pt x="1610839" y="119288"/>
                    <a:pt x="1614063" y="119779"/>
                  </a:cubicBezTo>
                  <a:cubicBezTo>
                    <a:pt x="1617009" y="120403"/>
                    <a:pt x="1620578" y="119779"/>
                    <a:pt x="1622007" y="119779"/>
                  </a:cubicBezTo>
                  <a:cubicBezTo>
                    <a:pt x="1624610" y="120901"/>
                    <a:pt x="1627388" y="121565"/>
                    <a:pt x="1630217" y="121742"/>
                  </a:cubicBezTo>
                  <a:cubicBezTo>
                    <a:pt x="1632092" y="121653"/>
                    <a:pt x="1637179" y="117369"/>
                    <a:pt x="1639142" y="117369"/>
                  </a:cubicBezTo>
                  <a:cubicBezTo>
                    <a:pt x="1642760" y="115665"/>
                    <a:pt x="1644802" y="111763"/>
                    <a:pt x="1644140" y="107819"/>
                  </a:cubicBezTo>
                  <a:cubicBezTo>
                    <a:pt x="1640140" y="107702"/>
                    <a:pt x="1636144" y="108153"/>
                    <a:pt x="1632270" y="109158"/>
                  </a:cubicBezTo>
                  <a:cubicBezTo>
                    <a:pt x="1629593" y="110229"/>
                    <a:pt x="1621560" y="110050"/>
                    <a:pt x="1619775" y="110943"/>
                  </a:cubicBezTo>
                  <a:cubicBezTo>
                    <a:pt x="1613474" y="113125"/>
                    <a:pt x="1606756" y="113827"/>
                    <a:pt x="1600140" y="112996"/>
                  </a:cubicBezTo>
                  <a:cubicBezTo>
                    <a:pt x="1596725" y="113165"/>
                    <a:pt x="1593369" y="113951"/>
                    <a:pt x="1590234" y="115316"/>
                  </a:cubicBezTo>
                  <a:cubicBezTo>
                    <a:pt x="1587006" y="116321"/>
                    <a:pt x="1583688" y="117009"/>
                    <a:pt x="1580327" y="117369"/>
                  </a:cubicBezTo>
                  <a:cubicBezTo>
                    <a:pt x="1574941" y="117780"/>
                    <a:pt x="1569579" y="118465"/>
                    <a:pt x="1564262" y="119422"/>
                  </a:cubicBezTo>
                  <a:cubicBezTo>
                    <a:pt x="1561496" y="120047"/>
                    <a:pt x="1555605" y="120939"/>
                    <a:pt x="1551946" y="121921"/>
                  </a:cubicBezTo>
                  <a:cubicBezTo>
                    <a:pt x="1546839" y="123178"/>
                    <a:pt x="1541940" y="125161"/>
                    <a:pt x="1537398" y="127811"/>
                  </a:cubicBezTo>
                  <a:cubicBezTo>
                    <a:pt x="1533856" y="131307"/>
                    <a:pt x="1530849" y="135307"/>
                    <a:pt x="1528473" y="139681"/>
                  </a:cubicBezTo>
                  <a:cubicBezTo>
                    <a:pt x="1527210" y="141509"/>
                    <a:pt x="1525776" y="143213"/>
                    <a:pt x="1524189" y="144769"/>
                  </a:cubicBezTo>
                  <a:cubicBezTo>
                    <a:pt x="1516960" y="150035"/>
                    <a:pt x="1512498" y="157710"/>
                    <a:pt x="1505626" y="158960"/>
                  </a:cubicBezTo>
                  <a:cubicBezTo>
                    <a:pt x="1502822" y="159825"/>
                    <a:pt x="1499797" y="158592"/>
                    <a:pt x="1498397" y="156014"/>
                  </a:cubicBezTo>
                  <a:cubicBezTo>
                    <a:pt x="1495300" y="150824"/>
                    <a:pt x="1493437" y="144992"/>
                    <a:pt x="1492953" y="138967"/>
                  </a:cubicBezTo>
                  <a:cubicBezTo>
                    <a:pt x="1492953" y="133523"/>
                    <a:pt x="1496076" y="132185"/>
                    <a:pt x="1492953" y="121831"/>
                  </a:cubicBezTo>
                  <a:cubicBezTo>
                    <a:pt x="1492487" y="119195"/>
                    <a:pt x="1493517" y="116516"/>
                    <a:pt x="1495630" y="114870"/>
                  </a:cubicBezTo>
                  <a:cubicBezTo>
                    <a:pt x="1497446" y="114103"/>
                    <a:pt x="1499109" y="113014"/>
                    <a:pt x="1500539" y="111657"/>
                  </a:cubicBezTo>
                  <a:cubicBezTo>
                    <a:pt x="1504881" y="105275"/>
                    <a:pt x="1508873" y="98660"/>
                    <a:pt x="1512498" y="91844"/>
                  </a:cubicBezTo>
                  <a:cubicBezTo>
                    <a:pt x="1512498" y="91844"/>
                    <a:pt x="1514461" y="90684"/>
                    <a:pt x="1515889" y="91844"/>
                  </a:cubicBezTo>
                  <a:cubicBezTo>
                    <a:pt x="1517444" y="96814"/>
                    <a:pt x="1518256" y="101988"/>
                    <a:pt x="1518299" y="107194"/>
                  </a:cubicBezTo>
                  <a:cubicBezTo>
                    <a:pt x="1518267" y="107733"/>
                    <a:pt x="1518345" y="108272"/>
                    <a:pt x="1518530" y="108779"/>
                  </a:cubicBezTo>
                  <a:cubicBezTo>
                    <a:pt x="1519273" y="110816"/>
                    <a:pt x="1521527" y="111865"/>
                    <a:pt x="1523564" y="111121"/>
                  </a:cubicBezTo>
                  <a:cubicBezTo>
                    <a:pt x="1527188" y="110367"/>
                    <a:pt x="1530657" y="109009"/>
                    <a:pt x="1533828" y="107105"/>
                  </a:cubicBezTo>
                  <a:cubicBezTo>
                    <a:pt x="1534453" y="106659"/>
                    <a:pt x="1537309" y="105410"/>
                    <a:pt x="1537309" y="103625"/>
                  </a:cubicBezTo>
                  <a:cubicBezTo>
                    <a:pt x="1536694" y="101150"/>
                    <a:pt x="1535795" y="98754"/>
                    <a:pt x="1534631" y="96486"/>
                  </a:cubicBezTo>
                  <a:cubicBezTo>
                    <a:pt x="1533677" y="93106"/>
                    <a:pt x="1533080" y="89636"/>
                    <a:pt x="1532846" y="86132"/>
                  </a:cubicBezTo>
                  <a:cubicBezTo>
                    <a:pt x="1532846" y="84258"/>
                    <a:pt x="1533650" y="73191"/>
                    <a:pt x="1534453" y="64891"/>
                  </a:cubicBezTo>
                  <a:cubicBezTo>
                    <a:pt x="1534989" y="60250"/>
                    <a:pt x="1532936" y="54716"/>
                    <a:pt x="1532936" y="42400"/>
                  </a:cubicBezTo>
                  <a:cubicBezTo>
                    <a:pt x="1533136" y="38021"/>
                    <a:pt x="1532437" y="33648"/>
                    <a:pt x="1530883" y="29549"/>
                  </a:cubicBezTo>
                  <a:cubicBezTo>
                    <a:pt x="1528652" y="28210"/>
                    <a:pt x="1531687" y="22944"/>
                    <a:pt x="1535167" y="22141"/>
                  </a:cubicBezTo>
                  <a:cubicBezTo>
                    <a:pt x="1537216" y="21964"/>
                    <a:pt x="1539277" y="21964"/>
                    <a:pt x="1541325" y="22141"/>
                  </a:cubicBezTo>
                  <a:cubicBezTo>
                    <a:pt x="1542664" y="22052"/>
                    <a:pt x="1542485" y="19285"/>
                    <a:pt x="1544449" y="20088"/>
                  </a:cubicBezTo>
                  <a:cubicBezTo>
                    <a:pt x="1546412" y="20892"/>
                    <a:pt x="1546056" y="21249"/>
                    <a:pt x="1547127" y="24105"/>
                  </a:cubicBezTo>
                  <a:cubicBezTo>
                    <a:pt x="1548198" y="26961"/>
                    <a:pt x="1547394" y="28478"/>
                    <a:pt x="1548198" y="31423"/>
                  </a:cubicBezTo>
                  <a:cubicBezTo>
                    <a:pt x="1549001" y="34368"/>
                    <a:pt x="1547751" y="38651"/>
                    <a:pt x="1549001" y="40347"/>
                  </a:cubicBezTo>
                  <a:cubicBezTo>
                    <a:pt x="1549781" y="42141"/>
                    <a:pt x="1549781" y="44177"/>
                    <a:pt x="1549001" y="45970"/>
                  </a:cubicBezTo>
                  <a:cubicBezTo>
                    <a:pt x="1548629" y="48006"/>
                    <a:pt x="1548629" y="50092"/>
                    <a:pt x="1549001" y="52128"/>
                  </a:cubicBezTo>
                  <a:cubicBezTo>
                    <a:pt x="1549715" y="54449"/>
                    <a:pt x="1548733" y="56858"/>
                    <a:pt x="1549001" y="59893"/>
                  </a:cubicBezTo>
                  <a:cubicBezTo>
                    <a:pt x="1549269" y="62927"/>
                    <a:pt x="1549893" y="72923"/>
                    <a:pt x="1549893" y="75065"/>
                  </a:cubicBezTo>
                  <a:cubicBezTo>
                    <a:pt x="1549893" y="77207"/>
                    <a:pt x="1552392" y="80599"/>
                    <a:pt x="1551857" y="85240"/>
                  </a:cubicBezTo>
                  <a:cubicBezTo>
                    <a:pt x="1551857" y="87114"/>
                    <a:pt x="1551857" y="90952"/>
                    <a:pt x="1551857" y="92737"/>
                  </a:cubicBezTo>
                  <a:cubicBezTo>
                    <a:pt x="1551321" y="96575"/>
                    <a:pt x="1548019" y="99520"/>
                    <a:pt x="1548822" y="101662"/>
                  </a:cubicBezTo>
                  <a:cubicBezTo>
                    <a:pt x="1549600" y="103639"/>
                    <a:pt x="1551146" y="105216"/>
                    <a:pt x="1553106" y="106034"/>
                  </a:cubicBezTo>
                  <a:cubicBezTo>
                    <a:pt x="1555516" y="106570"/>
                    <a:pt x="1559621" y="103714"/>
                    <a:pt x="1561584" y="103714"/>
                  </a:cubicBezTo>
                  <a:cubicBezTo>
                    <a:pt x="1564032" y="103777"/>
                    <a:pt x="1566481" y="103628"/>
                    <a:pt x="1568903" y="103268"/>
                  </a:cubicBezTo>
                  <a:cubicBezTo>
                    <a:pt x="1572798" y="102113"/>
                    <a:pt x="1576809" y="101395"/>
                    <a:pt x="1580863" y="101126"/>
                  </a:cubicBezTo>
                  <a:cubicBezTo>
                    <a:pt x="1582648" y="101037"/>
                    <a:pt x="1585772" y="98895"/>
                    <a:pt x="1587378" y="98895"/>
                  </a:cubicBezTo>
                  <a:cubicBezTo>
                    <a:pt x="1589266" y="98083"/>
                    <a:pt x="1590990" y="96934"/>
                    <a:pt x="1592465" y="95504"/>
                  </a:cubicBezTo>
                  <a:cubicBezTo>
                    <a:pt x="1593542" y="94532"/>
                    <a:pt x="1593834" y="92960"/>
                    <a:pt x="1593179" y="91666"/>
                  </a:cubicBezTo>
                  <a:cubicBezTo>
                    <a:pt x="1591930" y="88542"/>
                    <a:pt x="1589342" y="89792"/>
                    <a:pt x="1586039" y="90952"/>
                  </a:cubicBezTo>
                  <a:cubicBezTo>
                    <a:pt x="1584254" y="91666"/>
                    <a:pt x="1580685" y="94790"/>
                    <a:pt x="1579524" y="93629"/>
                  </a:cubicBezTo>
                  <a:cubicBezTo>
                    <a:pt x="1577479" y="92395"/>
                    <a:pt x="1576675" y="89830"/>
                    <a:pt x="1577650" y="87650"/>
                  </a:cubicBezTo>
                  <a:cubicBezTo>
                    <a:pt x="1578096" y="85686"/>
                    <a:pt x="1576312" y="81938"/>
                    <a:pt x="1573723" y="82741"/>
                  </a:cubicBezTo>
                  <a:cubicBezTo>
                    <a:pt x="1571135" y="83544"/>
                    <a:pt x="1570956" y="87293"/>
                    <a:pt x="1571135" y="90060"/>
                  </a:cubicBezTo>
                  <a:cubicBezTo>
                    <a:pt x="1571314" y="92826"/>
                    <a:pt x="1569260" y="93451"/>
                    <a:pt x="1568011" y="94433"/>
                  </a:cubicBezTo>
                  <a:cubicBezTo>
                    <a:pt x="1566762" y="95414"/>
                    <a:pt x="1565601" y="97556"/>
                    <a:pt x="1563638" y="96753"/>
                  </a:cubicBezTo>
                  <a:cubicBezTo>
                    <a:pt x="1560661" y="95046"/>
                    <a:pt x="1558927" y="91786"/>
                    <a:pt x="1559175" y="88364"/>
                  </a:cubicBezTo>
                  <a:cubicBezTo>
                    <a:pt x="1559086" y="86489"/>
                    <a:pt x="1559800" y="72834"/>
                    <a:pt x="1559800" y="71049"/>
                  </a:cubicBezTo>
                  <a:cubicBezTo>
                    <a:pt x="1560157" y="67390"/>
                    <a:pt x="1557837" y="62392"/>
                    <a:pt x="1557837" y="59268"/>
                  </a:cubicBezTo>
                  <a:cubicBezTo>
                    <a:pt x="1558130" y="53709"/>
                    <a:pt x="1558130" y="48139"/>
                    <a:pt x="1557837" y="42579"/>
                  </a:cubicBezTo>
                  <a:cubicBezTo>
                    <a:pt x="1557530" y="40682"/>
                    <a:pt x="1557114" y="38804"/>
                    <a:pt x="1556587" y="36956"/>
                  </a:cubicBezTo>
                  <a:cubicBezTo>
                    <a:pt x="1556852" y="33964"/>
                    <a:pt x="1558037" y="31126"/>
                    <a:pt x="1559979" y="28835"/>
                  </a:cubicBezTo>
                  <a:cubicBezTo>
                    <a:pt x="1561439" y="27117"/>
                    <a:pt x="1563465" y="25978"/>
                    <a:pt x="1565691" y="25622"/>
                  </a:cubicBezTo>
                  <a:cubicBezTo>
                    <a:pt x="1567833" y="25176"/>
                    <a:pt x="1568458" y="30709"/>
                    <a:pt x="1568457" y="34546"/>
                  </a:cubicBezTo>
                  <a:cubicBezTo>
                    <a:pt x="1568376" y="36586"/>
                    <a:pt x="1569042" y="38585"/>
                    <a:pt x="1570331" y="40169"/>
                  </a:cubicBezTo>
                  <a:cubicBezTo>
                    <a:pt x="1572019" y="46307"/>
                    <a:pt x="1572919" y="52635"/>
                    <a:pt x="1573009" y="59000"/>
                  </a:cubicBezTo>
                  <a:cubicBezTo>
                    <a:pt x="1572920" y="62481"/>
                    <a:pt x="1573455" y="62035"/>
                    <a:pt x="1575508" y="63374"/>
                  </a:cubicBezTo>
                  <a:cubicBezTo>
                    <a:pt x="1577561" y="64712"/>
                    <a:pt x="1583719" y="62124"/>
                    <a:pt x="1585237" y="63374"/>
                  </a:cubicBezTo>
                  <a:cubicBezTo>
                    <a:pt x="1586754" y="64623"/>
                    <a:pt x="1587468" y="68015"/>
                    <a:pt x="1588896" y="68015"/>
                  </a:cubicBezTo>
                  <a:cubicBezTo>
                    <a:pt x="1593447" y="68639"/>
                    <a:pt x="1596571" y="61499"/>
                    <a:pt x="1597820" y="59714"/>
                  </a:cubicBezTo>
                  <a:cubicBezTo>
                    <a:pt x="1601122" y="55073"/>
                    <a:pt x="1594072" y="48648"/>
                    <a:pt x="1593090" y="48469"/>
                  </a:cubicBezTo>
                  <a:cubicBezTo>
                    <a:pt x="1592108" y="48290"/>
                    <a:pt x="1589252" y="50879"/>
                    <a:pt x="1585237" y="51503"/>
                  </a:cubicBezTo>
                  <a:cubicBezTo>
                    <a:pt x="1581220" y="52128"/>
                    <a:pt x="1582916" y="54984"/>
                    <a:pt x="1579703" y="54092"/>
                  </a:cubicBezTo>
                  <a:cubicBezTo>
                    <a:pt x="1576490" y="53199"/>
                    <a:pt x="1577918" y="46148"/>
                    <a:pt x="1579703" y="42936"/>
                  </a:cubicBezTo>
                  <a:cubicBezTo>
                    <a:pt x="1581521" y="40271"/>
                    <a:pt x="1582683" y="37212"/>
                    <a:pt x="1583094" y="34011"/>
                  </a:cubicBezTo>
                  <a:cubicBezTo>
                    <a:pt x="1582737" y="30174"/>
                    <a:pt x="1579346" y="25533"/>
                    <a:pt x="1579346" y="24105"/>
                  </a:cubicBezTo>
                  <a:cubicBezTo>
                    <a:pt x="1579346" y="22677"/>
                    <a:pt x="1583719" y="17946"/>
                    <a:pt x="1585593" y="17857"/>
                  </a:cubicBezTo>
                  <a:cubicBezTo>
                    <a:pt x="1587468" y="17768"/>
                    <a:pt x="1590681" y="23480"/>
                    <a:pt x="1592466" y="23480"/>
                  </a:cubicBezTo>
                  <a:cubicBezTo>
                    <a:pt x="1594250" y="23480"/>
                    <a:pt x="1598713" y="16518"/>
                    <a:pt x="1600765" y="12502"/>
                  </a:cubicBezTo>
                  <a:cubicBezTo>
                    <a:pt x="1602104" y="10003"/>
                    <a:pt x="1602907" y="2863"/>
                    <a:pt x="1606923" y="1078"/>
                  </a:cubicBezTo>
                  <a:cubicBezTo>
                    <a:pt x="1608530" y="1078"/>
                    <a:pt x="1610761" y="1881"/>
                    <a:pt x="1611921" y="1078"/>
                  </a:cubicBezTo>
                  <a:cubicBezTo>
                    <a:pt x="1613472" y="309"/>
                    <a:pt x="1615190" y="-59"/>
                    <a:pt x="1616919" y="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BD3FB11D-F239-4544-B095-6569ABE641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514800"/>
              <a:ext cx="507600" cy="507600"/>
              <a:chOff x="2216986" y="864164"/>
              <a:chExt cx="5847244" cy="5847244"/>
            </a:xfrm>
          </p:grpSpPr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F33FAD8A-4628-4931-8A27-694CC8682BB5}"/>
                  </a:ext>
                </a:extLst>
              </p:cNvPr>
              <p:cNvSpPr/>
              <p:nvPr/>
            </p:nvSpPr>
            <p:spPr>
              <a:xfrm>
                <a:off x="2953301" y="1600488"/>
                <a:ext cx="4374605" cy="4374605"/>
              </a:xfrm>
              <a:custGeom>
                <a:avLst/>
                <a:gdLst>
                  <a:gd name="connsiteX0" fmla="*/ -365 w 404050"/>
                  <a:gd name="connsiteY0" fmla="*/ 201889 h 404050"/>
                  <a:gd name="connsiteX1" fmla="*/ 201660 w 404050"/>
                  <a:gd name="connsiteY1" fmla="*/ -136 h 404050"/>
                  <a:gd name="connsiteX2" fmla="*/ 403685 w 404050"/>
                  <a:gd name="connsiteY2" fmla="*/ 201889 h 404050"/>
                  <a:gd name="connsiteX3" fmla="*/ 201660 w 404050"/>
                  <a:gd name="connsiteY3" fmla="*/ 403914 h 404050"/>
                  <a:gd name="connsiteX4" fmla="*/ -365 w 404050"/>
                  <a:gd name="connsiteY4" fmla="*/ 201889 h 40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4050" h="404050">
                    <a:moveTo>
                      <a:pt x="-365" y="201889"/>
                    </a:moveTo>
                    <a:cubicBezTo>
                      <a:pt x="-365" y="90314"/>
                      <a:pt x="90085" y="-136"/>
                      <a:pt x="201660" y="-136"/>
                    </a:cubicBezTo>
                    <a:cubicBezTo>
                      <a:pt x="313236" y="-136"/>
                      <a:pt x="403685" y="90314"/>
                      <a:pt x="403685" y="201889"/>
                    </a:cubicBezTo>
                    <a:cubicBezTo>
                      <a:pt x="403685" y="313465"/>
                      <a:pt x="313236" y="403914"/>
                      <a:pt x="201660" y="403914"/>
                    </a:cubicBezTo>
                    <a:cubicBezTo>
                      <a:pt x="90107" y="403862"/>
                      <a:pt x="-312" y="313443"/>
                      <a:pt x="-365" y="201889"/>
                    </a:cubicBezTo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4B9A99E2-D107-48D3-86CF-8EDADF04A7AC}"/>
                  </a:ext>
                </a:extLst>
              </p:cNvPr>
              <p:cNvSpPr/>
              <p:nvPr/>
            </p:nvSpPr>
            <p:spPr>
              <a:xfrm>
                <a:off x="4296171" y="5162025"/>
                <a:ext cx="1689209" cy="788797"/>
              </a:xfrm>
              <a:custGeom>
                <a:avLst/>
                <a:gdLst>
                  <a:gd name="connsiteX0" fmla="*/ 884371 w 1689209"/>
                  <a:gd name="connsiteY0" fmla="*/ 777495 h 788797"/>
                  <a:gd name="connsiteX1" fmla="*/ 884308 w 1689209"/>
                  <a:gd name="connsiteY1" fmla="*/ 777576 h 788797"/>
                  <a:gd name="connsiteX2" fmla="*/ 881730 w 1689209"/>
                  <a:gd name="connsiteY2" fmla="*/ 778607 h 788797"/>
                  <a:gd name="connsiteX3" fmla="*/ 1398399 w 1689209"/>
                  <a:gd name="connsiteY3" fmla="*/ 610508 h 788797"/>
                  <a:gd name="connsiteX4" fmla="*/ 1409735 w 1689209"/>
                  <a:gd name="connsiteY4" fmla="*/ 635258 h 788797"/>
                  <a:gd name="connsiteX5" fmla="*/ 1398399 w 1689209"/>
                  <a:gd name="connsiteY5" fmla="*/ 709509 h 788797"/>
                  <a:gd name="connsiteX6" fmla="*/ 1391177 w 1689209"/>
                  <a:gd name="connsiteY6" fmla="*/ 639383 h 788797"/>
                  <a:gd name="connsiteX7" fmla="*/ 1398399 w 1689209"/>
                  <a:gd name="connsiteY7" fmla="*/ 610508 h 788797"/>
                  <a:gd name="connsiteX8" fmla="*/ 900298 w 1689209"/>
                  <a:gd name="connsiteY8" fmla="*/ 610508 h 788797"/>
                  <a:gd name="connsiteX9" fmla="*/ 912673 w 1689209"/>
                  <a:gd name="connsiteY9" fmla="*/ 635258 h 788797"/>
                  <a:gd name="connsiteX10" fmla="*/ 900298 w 1689209"/>
                  <a:gd name="connsiteY10" fmla="*/ 709509 h 788797"/>
                  <a:gd name="connsiteX11" fmla="*/ 893076 w 1689209"/>
                  <a:gd name="connsiteY11" fmla="*/ 639383 h 788797"/>
                  <a:gd name="connsiteX12" fmla="*/ 900298 w 1689209"/>
                  <a:gd name="connsiteY12" fmla="*/ 610508 h 788797"/>
                  <a:gd name="connsiteX13" fmla="*/ 1312802 w 1689209"/>
                  <a:gd name="connsiteY13" fmla="*/ 607412 h 788797"/>
                  <a:gd name="connsiteX14" fmla="*/ 1323120 w 1689209"/>
                  <a:gd name="connsiteY14" fmla="*/ 635259 h 788797"/>
                  <a:gd name="connsiteX15" fmla="*/ 1314860 w 1689209"/>
                  <a:gd name="connsiteY15" fmla="*/ 708481 h 788797"/>
                  <a:gd name="connsiteX16" fmla="*/ 1300427 w 1689209"/>
                  <a:gd name="connsiteY16" fmla="*/ 638344 h 788797"/>
                  <a:gd name="connsiteX17" fmla="*/ 1312802 w 1689209"/>
                  <a:gd name="connsiteY17" fmla="*/ 607412 h 788797"/>
                  <a:gd name="connsiteX18" fmla="*/ 818826 w 1689209"/>
                  <a:gd name="connsiteY18" fmla="*/ 607412 h 788797"/>
                  <a:gd name="connsiteX19" fmla="*/ 829144 w 1689209"/>
                  <a:gd name="connsiteY19" fmla="*/ 635259 h 788797"/>
                  <a:gd name="connsiteX20" fmla="*/ 819866 w 1689209"/>
                  <a:gd name="connsiteY20" fmla="*/ 709510 h 788797"/>
                  <a:gd name="connsiteX21" fmla="*/ 805422 w 1689209"/>
                  <a:gd name="connsiteY21" fmla="*/ 638344 h 788797"/>
                  <a:gd name="connsiteX22" fmla="*/ 818826 w 1689209"/>
                  <a:gd name="connsiteY22" fmla="*/ 607412 h 788797"/>
                  <a:gd name="connsiteX23" fmla="*/ 320211 w 1689209"/>
                  <a:gd name="connsiteY23" fmla="*/ 606386 h 788797"/>
                  <a:gd name="connsiteX24" fmla="*/ 327946 w 1689209"/>
                  <a:gd name="connsiteY24" fmla="*/ 609480 h 788797"/>
                  <a:gd name="connsiteX25" fmla="*/ 327946 w 1689209"/>
                  <a:gd name="connsiteY25" fmla="*/ 705385 h 788797"/>
                  <a:gd name="connsiteX26" fmla="*/ 310418 w 1689209"/>
                  <a:gd name="connsiteY26" fmla="*/ 705385 h 788797"/>
                  <a:gd name="connsiteX27" fmla="*/ 310418 w 1689209"/>
                  <a:gd name="connsiteY27" fmla="*/ 608452 h 788797"/>
                  <a:gd name="connsiteX28" fmla="*/ 312475 w 1689209"/>
                  <a:gd name="connsiteY28" fmla="*/ 609480 h 788797"/>
                  <a:gd name="connsiteX29" fmla="*/ 320211 w 1689209"/>
                  <a:gd name="connsiteY29" fmla="*/ 606386 h 788797"/>
                  <a:gd name="connsiteX30" fmla="*/ 397044 w 1689209"/>
                  <a:gd name="connsiteY30" fmla="*/ 601229 h 788797"/>
                  <a:gd name="connsiteX31" fmla="*/ 405294 w 1689209"/>
                  <a:gd name="connsiteY31" fmla="*/ 635258 h 788797"/>
                  <a:gd name="connsiteX32" fmla="*/ 397044 w 1689209"/>
                  <a:gd name="connsiteY32" fmla="*/ 704356 h 788797"/>
                  <a:gd name="connsiteX33" fmla="*/ 387765 w 1689209"/>
                  <a:gd name="connsiteY33" fmla="*/ 635258 h 788797"/>
                  <a:gd name="connsiteX34" fmla="*/ 397044 w 1689209"/>
                  <a:gd name="connsiteY34" fmla="*/ 601229 h 788797"/>
                  <a:gd name="connsiteX35" fmla="*/ 362834 w 1689209"/>
                  <a:gd name="connsiteY35" fmla="*/ 586035 h 788797"/>
                  <a:gd name="connsiteX36" fmla="*/ 369196 w 1689209"/>
                  <a:gd name="connsiteY36" fmla="*/ 591951 h 788797"/>
                  <a:gd name="connsiteX37" fmla="*/ 369196 w 1689209"/>
                  <a:gd name="connsiteY37" fmla="*/ 711577 h 788797"/>
                  <a:gd name="connsiteX38" fmla="*/ 348571 w 1689209"/>
                  <a:gd name="connsiteY38" fmla="*/ 711577 h 788797"/>
                  <a:gd name="connsiteX39" fmla="*/ 348571 w 1689209"/>
                  <a:gd name="connsiteY39" fmla="*/ 595036 h 788797"/>
                  <a:gd name="connsiteX40" fmla="*/ 348571 w 1689209"/>
                  <a:gd name="connsiteY40" fmla="*/ 591951 h 788797"/>
                  <a:gd name="connsiteX41" fmla="*/ 354158 w 1689209"/>
                  <a:gd name="connsiteY41" fmla="*/ 586364 h 788797"/>
                  <a:gd name="connsiteX42" fmla="*/ 362834 w 1689209"/>
                  <a:gd name="connsiteY42" fmla="*/ 586035 h 788797"/>
                  <a:gd name="connsiteX43" fmla="*/ 1360234 w 1689209"/>
                  <a:gd name="connsiteY43" fmla="*/ 585758 h 788797"/>
                  <a:gd name="connsiteX44" fmla="*/ 1371581 w 1689209"/>
                  <a:gd name="connsiteY44" fmla="*/ 630105 h 788797"/>
                  <a:gd name="connsiteX45" fmla="*/ 1359206 w 1689209"/>
                  <a:gd name="connsiteY45" fmla="*/ 715692 h 788797"/>
                  <a:gd name="connsiteX46" fmla="*/ 1346831 w 1689209"/>
                  <a:gd name="connsiteY46" fmla="*/ 629066 h 788797"/>
                  <a:gd name="connsiteX47" fmla="*/ 1360234 w 1689209"/>
                  <a:gd name="connsiteY47" fmla="*/ 585758 h 788797"/>
                  <a:gd name="connsiteX48" fmla="*/ 863173 w 1689209"/>
                  <a:gd name="connsiteY48" fmla="*/ 585758 h 788797"/>
                  <a:gd name="connsiteX49" fmla="*/ 873481 w 1689209"/>
                  <a:gd name="connsiteY49" fmla="*/ 630105 h 788797"/>
                  <a:gd name="connsiteX50" fmla="*/ 861105 w 1689209"/>
                  <a:gd name="connsiteY50" fmla="*/ 715692 h 788797"/>
                  <a:gd name="connsiteX51" fmla="*/ 848730 w 1689209"/>
                  <a:gd name="connsiteY51" fmla="*/ 629066 h 788797"/>
                  <a:gd name="connsiteX52" fmla="*/ 863173 w 1689209"/>
                  <a:gd name="connsiteY52" fmla="*/ 585758 h 788797"/>
                  <a:gd name="connsiteX53" fmla="*/ 651698 w 1689209"/>
                  <a:gd name="connsiteY53" fmla="*/ 575844 h 788797"/>
                  <a:gd name="connsiteX54" fmla="*/ 788738 w 1689209"/>
                  <a:gd name="connsiteY54" fmla="*/ 678111 h 788797"/>
                  <a:gd name="connsiteX55" fmla="*/ 797172 w 1689209"/>
                  <a:gd name="connsiteY55" fmla="*/ 744567 h 788797"/>
                  <a:gd name="connsiteX56" fmla="*/ 914731 w 1689209"/>
                  <a:gd name="connsiteY56" fmla="*/ 744567 h 788797"/>
                  <a:gd name="connsiteX57" fmla="*/ 959078 w 1689209"/>
                  <a:gd name="connsiteY57" fmla="*/ 641440 h 788797"/>
                  <a:gd name="connsiteX58" fmla="*/ 1084886 w 1689209"/>
                  <a:gd name="connsiteY58" fmla="*/ 590911 h 788797"/>
                  <a:gd name="connsiteX59" fmla="*/ 1260206 w 1689209"/>
                  <a:gd name="connsiteY59" fmla="*/ 637315 h 788797"/>
                  <a:gd name="connsiteX60" fmla="*/ 1294234 w 1689209"/>
                  <a:gd name="connsiteY60" fmla="*/ 750760 h 788797"/>
                  <a:gd name="connsiteX61" fmla="*/ 1412832 w 1689209"/>
                  <a:gd name="connsiteY61" fmla="*/ 750760 h 788797"/>
                  <a:gd name="connsiteX62" fmla="*/ 1480890 w 1689209"/>
                  <a:gd name="connsiteY62" fmla="*/ 614633 h 788797"/>
                  <a:gd name="connsiteX63" fmla="*/ 1603612 w 1689209"/>
                  <a:gd name="connsiteY63" fmla="*/ 586786 h 788797"/>
                  <a:gd name="connsiteX64" fmla="*/ 1603612 w 1689209"/>
                  <a:gd name="connsiteY64" fmla="*/ 630105 h 788797"/>
                  <a:gd name="connsiteX65" fmla="*/ 1481929 w 1689209"/>
                  <a:gd name="connsiteY65" fmla="*/ 647633 h 788797"/>
                  <a:gd name="connsiteX66" fmla="*/ 1431400 w 1689209"/>
                  <a:gd name="connsiteY66" fmla="*/ 750760 h 788797"/>
                  <a:gd name="connsiteX67" fmla="*/ 1426236 w 1689209"/>
                  <a:gd name="connsiteY67" fmla="*/ 766231 h 788797"/>
                  <a:gd name="connsiteX68" fmla="*/ 1362303 w 1689209"/>
                  <a:gd name="connsiteY68" fmla="*/ 778607 h 788797"/>
                  <a:gd name="connsiteX69" fmla="*/ 1363633 w 1689209"/>
                  <a:gd name="connsiteY69" fmla="*/ 776539 h 788797"/>
                  <a:gd name="connsiteX70" fmla="*/ 1363672 w 1689209"/>
                  <a:gd name="connsiteY70" fmla="*/ 776479 h 788797"/>
                  <a:gd name="connsiteX71" fmla="*/ 1394264 w 1689209"/>
                  <a:gd name="connsiteY71" fmla="*/ 763135 h 788797"/>
                  <a:gd name="connsiteX72" fmla="*/ 1331360 w 1689209"/>
                  <a:gd name="connsiteY72" fmla="*/ 776539 h 788797"/>
                  <a:gd name="connsiteX73" fmla="*/ 1309706 w 1689209"/>
                  <a:gd name="connsiteY73" fmla="*/ 776539 h 788797"/>
                  <a:gd name="connsiteX74" fmla="*/ 1327235 w 1689209"/>
                  <a:gd name="connsiteY74" fmla="*/ 771385 h 788797"/>
                  <a:gd name="connsiteX75" fmla="*/ 1224109 w 1689209"/>
                  <a:gd name="connsiteY75" fmla="*/ 771385 h 788797"/>
                  <a:gd name="connsiteX76" fmla="*/ 1166358 w 1689209"/>
                  <a:gd name="connsiteY76" fmla="*/ 638355 h 788797"/>
                  <a:gd name="connsiteX77" fmla="*/ 1015800 w 1689209"/>
                  <a:gd name="connsiteY77" fmla="*/ 631133 h 788797"/>
                  <a:gd name="connsiteX78" fmla="*/ 940520 w 1689209"/>
                  <a:gd name="connsiteY78" fmla="*/ 746635 h 788797"/>
                  <a:gd name="connsiteX79" fmla="*/ 933299 w 1689209"/>
                  <a:gd name="connsiteY79" fmla="*/ 764164 h 788797"/>
                  <a:gd name="connsiteX80" fmla="*/ 931231 w 1689209"/>
                  <a:gd name="connsiteY80" fmla="*/ 741481 h 788797"/>
                  <a:gd name="connsiteX81" fmla="*/ 931231 w 1689209"/>
                  <a:gd name="connsiteY81" fmla="*/ 786857 h 788797"/>
                  <a:gd name="connsiteX82" fmla="*/ 877605 w 1689209"/>
                  <a:gd name="connsiteY82" fmla="*/ 786857 h 788797"/>
                  <a:gd name="connsiteX83" fmla="*/ 900298 w 1689209"/>
                  <a:gd name="connsiteY83" fmla="*/ 778607 h 788797"/>
                  <a:gd name="connsiteX84" fmla="*/ 889082 w 1689209"/>
                  <a:gd name="connsiteY84" fmla="*/ 775513 h 788797"/>
                  <a:gd name="connsiteX85" fmla="*/ 884371 w 1689209"/>
                  <a:gd name="connsiteY85" fmla="*/ 777495 h 788797"/>
                  <a:gd name="connsiteX86" fmla="*/ 889980 w 1689209"/>
                  <a:gd name="connsiteY86" fmla="*/ 770357 h 788797"/>
                  <a:gd name="connsiteX87" fmla="*/ 860077 w 1689209"/>
                  <a:gd name="connsiteY87" fmla="*/ 770357 h 788797"/>
                  <a:gd name="connsiteX88" fmla="*/ 871423 w 1689209"/>
                  <a:gd name="connsiteY88" fmla="*/ 763135 h 788797"/>
                  <a:gd name="connsiteX89" fmla="*/ 820894 w 1689209"/>
                  <a:gd name="connsiteY89" fmla="*/ 763135 h 788797"/>
                  <a:gd name="connsiteX90" fmla="*/ 831201 w 1689209"/>
                  <a:gd name="connsiteY90" fmla="*/ 754885 h 788797"/>
                  <a:gd name="connsiteX91" fmla="*/ 728075 w 1689209"/>
                  <a:gd name="connsiteY91" fmla="*/ 754885 h 788797"/>
                  <a:gd name="connsiteX92" fmla="*/ 670325 w 1689209"/>
                  <a:gd name="connsiteY92" fmla="*/ 621854 h 788797"/>
                  <a:gd name="connsiteX93" fmla="*/ 519755 w 1689209"/>
                  <a:gd name="connsiteY93" fmla="*/ 614633 h 788797"/>
                  <a:gd name="connsiteX94" fmla="*/ 444476 w 1689209"/>
                  <a:gd name="connsiteY94" fmla="*/ 730134 h 788797"/>
                  <a:gd name="connsiteX95" fmla="*/ 431072 w 1689209"/>
                  <a:gd name="connsiteY95" fmla="*/ 730134 h 788797"/>
                  <a:gd name="connsiteX96" fmla="*/ 465101 w 1689209"/>
                  <a:gd name="connsiteY96" fmla="*/ 635258 h 788797"/>
                  <a:gd name="connsiteX97" fmla="*/ 590920 w 1689209"/>
                  <a:gd name="connsiteY97" fmla="*/ 584729 h 788797"/>
                  <a:gd name="connsiteX98" fmla="*/ 651698 w 1689209"/>
                  <a:gd name="connsiteY98" fmla="*/ 575844 h 788797"/>
                  <a:gd name="connsiteX99" fmla="*/ 70137 w 1689209"/>
                  <a:gd name="connsiteY99" fmla="*/ 573383 h 788797"/>
                  <a:gd name="connsiteX100" fmla="*/ 199042 w 1689209"/>
                  <a:gd name="connsiteY100" fmla="*/ 596065 h 788797"/>
                  <a:gd name="connsiteX101" fmla="*/ 281543 w 1689209"/>
                  <a:gd name="connsiteY101" fmla="*/ 723942 h 788797"/>
                  <a:gd name="connsiteX102" fmla="*/ 310418 w 1689209"/>
                  <a:gd name="connsiteY102" fmla="*/ 723942 h 788797"/>
                  <a:gd name="connsiteX103" fmla="*/ 321765 w 1689209"/>
                  <a:gd name="connsiteY103" fmla="*/ 738374 h 788797"/>
                  <a:gd name="connsiteX104" fmla="*/ 424891 w 1689209"/>
                  <a:gd name="connsiteY104" fmla="*/ 738374 h 788797"/>
                  <a:gd name="connsiteX105" fmla="*/ 424891 w 1689209"/>
                  <a:gd name="connsiteY105" fmla="*/ 776539 h 788797"/>
                  <a:gd name="connsiteX106" fmla="*/ 330015 w 1689209"/>
                  <a:gd name="connsiteY106" fmla="*/ 776539 h 788797"/>
                  <a:gd name="connsiteX107" fmla="*/ 383630 w 1689209"/>
                  <a:gd name="connsiteY107" fmla="*/ 770346 h 788797"/>
                  <a:gd name="connsiteX108" fmla="*/ 325890 w 1689209"/>
                  <a:gd name="connsiteY108" fmla="*/ 770346 h 788797"/>
                  <a:gd name="connsiteX109" fmla="*/ 344447 w 1689209"/>
                  <a:gd name="connsiteY109" fmla="*/ 764164 h 788797"/>
                  <a:gd name="connsiteX110" fmla="*/ 286697 w 1689209"/>
                  <a:gd name="connsiteY110" fmla="*/ 764164 h 788797"/>
                  <a:gd name="connsiteX111" fmla="*/ 286697 w 1689209"/>
                  <a:gd name="connsiteY111" fmla="*/ 740442 h 788797"/>
                  <a:gd name="connsiteX112" fmla="*/ 218639 w 1689209"/>
                  <a:gd name="connsiteY112" fmla="*/ 740442 h 788797"/>
                  <a:gd name="connsiteX113" fmla="*/ 165013 w 1689209"/>
                  <a:gd name="connsiteY113" fmla="*/ 619787 h 788797"/>
                  <a:gd name="connsiteX114" fmla="*/ 82512 w 1689209"/>
                  <a:gd name="connsiteY114" fmla="*/ 589883 h 788797"/>
                  <a:gd name="connsiteX115" fmla="*/ 68069 w 1689209"/>
                  <a:gd name="connsiteY115" fmla="*/ 576469 h 788797"/>
                  <a:gd name="connsiteX116" fmla="*/ 833341 w 1689209"/>
                  <a:gd name="connsiteY116" fmla="*/ 5257 h 788797"/>
                  <a:gd name="connsiteX117" fmla="*/ 854912 w 1689209"/>
                  <a:gd name="connsiteY117" fmla="*/ 31973 h 788797"/>
                  <a:gd name="connsiteX118" fmla="*/ 878634 w 1689209"/>
                  <a:gd name="connsiteY118" fmla="*/ 54666 h 788797"/>
                  <a:gd name="connsiteX119" fmla="*/ 872452 w 1689209"/>
                  <a:gd name="connsiteY119" fmla="*/ 61877 h 788797"/>
                  <a:gd name="connsiteX120" fmla="*/ 872441 w 1689209"/>
                  <a:gd name="connsiteY120" fmla="*/ 243379 h 788797"/>
                  <a:gd name="connsiteX121" fmla="*/ 964231 w 1689209"/>
                  <a:gd name="connsiteY121" fmla="*/ 258850 h 788797"/>
                  <a:gd name="connsiteX122" fmla="*/ 1035385 w 1689209"/>
                  <a:gd name="connsiteY122" fmla="*/ 302169 h 788797"/>
                  <a:gd name="connsiteX123" fmla="*/ 1103454 w 1689209"/>
                  <a:gd name="connsiteY123" fmla="*/ 321755 h 788797"/>
                  <a:gd name="connsiteX124" fmla="*/ 1138511 w 1689209"/>
                  <a:gd name="connsiteY124" fmla="*/ 355784 h 788797"/>
                  <a:gd name="connsiteX125" fmla="*/ 1177704 w 1689209"/>
                  <a:gd name="connsiteY125" fmla="*/ 355784 h 788797"/>
                  <a:gd name="connsiteX126" fmla="*/ 1233387 w 1689209"/>
                  <a:gd name="connsiteY126" fmla="*/ 397034 h 788797"/>
                  <a:gd name="connsiteX127" fmla="*/ 1275677 w 1689209"/>
                  <a:gd name="connsiteY127" fmla="*/ 423852 h 788797"/>
                  <a:gd name="connsiteX128" fmla="*/ 1296291 w 1689209"/>
                  <a:gd name="connsiteY128" fmla="*/ 449631 h 788797"/>
                  <a:gd name="connsiteX129" fmla="*/ 1335484 w 1689209"/>
                  <a:gd name="connsiteY129" fmla="*/ 466132 h 788797"/>
                  <a:gd name="connsiteX130" fmla="*/ 1380860 w 1689209"/>
                  <a:gd name="connsiteY130" fmla="*/ 471285 h 788797"/>
                  <a:gd name="connsiteX131" fmla="*/ 1438610 w 1689209"/>
                  <a:gd name="connsiteY131" fmla="*/ 495007 h 788797"/>
                  <a:gd name="connsiteX132" fmla="*/ 1524208 w 1689209"/>
                  <a:gd name="connsiteY132" fmla="*/ 542450 h 788797"/>
                  <a:gd name="connsiteX133" fmla="*/ 1689209 w 1689209"/>
                  <a:gd name="connsiteY133" fmla="*/ 569258 h 788797"/>
                  <a:gd name="connsiteX134" fmla="*/ 0 w 1689209"/>
                  <a:gd name="connsiteY134" fmla="*/ 569258 h 788797"/>
                  <a:gd name="connsiteX135" fmla="*/ 206252 w 1689209"/>
                  <a:gd name="connsiteY135" fmla="*/ 545536 h 788797"/>
                  <a:gd name="connsiteX136" fmla="*/ 294946 w 1689209"/>
                  <a:gd name="connsiteY136" fmla="*/ 498103 h 788797"/>
                  <a:gd name="connsiteX137" fmla="*/ 342379 w 1689209"/>
                  <a:gd name="connsiteY137" fmla="*/ 452728 h 788797"/>
                  <a:gd name="connsiteX138" fmla="*/ 389822 w 1689209"/>
                  <a:gd name="connsiteY138" fmla="*/ 429006 h 788797"/>
                  <a:gd name="connsiteX139" fmla="*/ 432101 w 1689209"/>
                  <a:gd name="connsiteY139" fmla="*/ 405295 h 788797"/>
                  <a:gd name="connsiteX140" fmla="*/ 469226 w 1689209"/>
                  <a:gd name="connsiteY140" fmla="*/ 357852 h 788797"/>
                  <a:gd name="connsiteX141" fmla="*/ 523880 w 1689209"/>
                  <a:gd name="connsiteY141" fmla="*/ 337226 h 788797"/>
                  <a:gd name="connsiteX142" fmla="*/ 577506 w 1689209"/>
                  <a:gd name="connsiteY142" fmla="*/ 300101 h 788797"/>
                  <a:gd name="connsiteX143" fmla="*/ 645574 w 1689209"/>
                  <a:gd name="connsiteY143" fmla="*/ 281533 h 788797"/>
                  <a:gd name="connsiteX144" fmla="*/ 706411 w 1689209"/>
                  <a:gd name="connsiteY144" fmla="*/ 244407 h 788797"/>
                  <a:gd name="connsiteX145" fmla="*/ 802326 w 1689209"/>
                  <a:gd name="connsiteY145" fmla="*/ 239254 h 788797"/>
                  <a:gd name="connsiteX146" fmla="*/ 802326 w 1689209"/>
                  <a:gd name="connsiteY146" fmla="*/ 59819 h 788797"/>
                  <a:gd name="connsiteX147" fmla="*/ 794076 w 1689209"/>
                  <a:gd name="connsiteY147" fmla="*/ 51569 h 788797"/>
                  <a:gd name="connsiteX148" fmla="*/ 816758 w 1689209"/>
                  <a:gd name="connsiteY148" fmla="*/ 26819 h 788797"/>
                  <a:gd name="connsiteX149" fmla="*/ 837383 w 1689209"/>
                  <a:gd name="connsiteY149" fmla="*/ 0 h 788797"/>
                  <a:gd name="connsiteX150" fmla="*/ 833341 w 1689209"/>
                  <a:gd name="connsiteY150" fmla="*/ 5257 h 788797"/>
                  <a:gd name="connsiteX151" fmla="*/ 833258 w 1689209"/>
                  <a:gd name="connsiteY151" fmla="*/ 5154 h 78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</a:cxnLst>
                <a:rect l="l" t="t" r="r" b="b"/>
                <a:pathLst>
                  <a:path w="1689209" h="788797">
                    <a:moveTo>
                      <a:pt x="884371" y="777495"/>
                    </a:moveTo>
                    <a:lnTo>
                      <a:pt x="884308" y="777576"/>
                    </a:lnTo>
                    <a:cubicBezTo>
                      <a:pt x="881987" y="778607"/>
                      <a:pt x="880182" y="778607"/>
                      <a:pt x="881730" y="778607"/>
                    </a:cubicBezTo>
                    <a:close/>
                    <a:moveTo>
                      <a:pt x="1398399" y="610508"/>
                    </a:moveTo>
                    <a:cubicBezTo>
                      <a:pt x="1409735" y="610508"/>
                      <a:pt x="1411803" y="620826"/>
                      <a:pt x="1409735" y="635258"/>
                    </a:cubicBezTo>
                    <a:cubicBezTo>
                      <a:pt x="1407678" y="649701"/>
                      <a:pt x="1405610" y="709509"/>
                      <a:pt x="1398399" y="709509"/>
                    </a:cubicBezTo>
                    <a:cubicBezTo>
                      <a:pt x="1391177" y="709509"/>
                      <a:pt x="1391177" y="661037"/>
                      <a:pt x="1391177" y="639383"/>
                    </a:cubicBezTo>
                    <a:cubicBezTo>
                      <a:pt x="1391177" y="617729"/>
                      <a:pt x="1391177" y="610508"/>
                      <a:pt x="1398399" y="610508"/>
                    </a:cubicBezTo>
                    <a:close/>
                    <a:moveTo>
                      <a:pt x="900298" y="610508"/>
                    </a:moveTo>
                    <a:cubicBezTo>
                      <a:pt x="912673" y="610508"/>
                      <a:pt x="914731" y="620826"/>
                      <a:pt x="912673" y="635258"/>
                    </a:cubicBezTo>
                    <a:cubicBezTo>
                      <a:pt x="910605" y="649701"/>
                      <a:pt x="907520" y="709509"/>
                      <a:pt x="900298" y="709509"/>
                    </a:cubicBezTo>
                    <a:cubicBezTo>
                      <a:pt x="893076" y="709509"/>
                      <a:pt x="893076" y="661037"/>
                      <a:pt x="893076" y="639383"/>
                    </a:cubicBezTo>
                    <a:cubicBezTo>
                      <a:pt x="893076" y="617729"/>
                      <a:pt x="893076" y="610508"/>
                      <a:pt x="900298" y="610508"/>
                    </a:cubicBezTo>
                    <a:close/>
                    <a:moveTo>
                      <a:pt x="1312802" y="607412"/>
                    </a:moveTo>
                    <a:cubicBezTo>
                      <a:pt x="1323120" y="607412"/>
                      <a:pt x="1323120" y="621855"/>
                      <a:pt x="1323120" y="635259"/>
                    </a:cubicBezTo>
                    <a:cubicBezTo>
                      <a:pt x="1323120" y="648662"/>
                      <a:pt x="1329303" y="708481"/>
                      <a:pt x="1314860" y="708481"/>
                    </a:cubicBezTo>
                    <a:cubicBezTo>
                      <a:pt x="1300427" y="708481"/>
                      <a:pt x="1300427" y="660009"/>
                      <a:pt x="1300427" y="638344"/>
                    </a:cubicBezTo>
                    <a:cubicBezTo>
                      <a:pt x="1300427" y="616690"/>
                      <a:pt x="1300427" y="607412"/>
                      <a:pt x="1312802" y="607412"/>
                    </a:cubicBezTo>
                    <a:close/>
                    <a:moveTo>
                      <a:pt x="818826" y="607412"/>
                    </a:moveTo>
                    <a:cubicBezTo>
                      <a:pt x="829144" y="607412"/>
                      <a:pt x="829144" y="621855"/>
                      <a:pt x="829144" y="635259"/>
                    </a:cubicBezTo>
                    <a:cubicBezTo>
                      <a:pt x="829144" y="648662"/>
                      <a:pt x="828116" y="709510"/>
                      <a:pt x="819866" y="709510"/>
                    </a:cubicBezTo>
                    <a:cubicBezTo>
                      <a:pt x="811615" y="709510"/>
                      <a:pt x="805422" y="660009"/>
                      <a:pt x="805422" y="638344"/>
                    </a:cubicBezTo>
                    <a:cubicBezTo>
                      <a:pt x="805422" y="616690"/>
                      <a:pt x="805422" y="607412"/>
                      <a:pt x="818826" y="607412"/>
                    </a:cubicBezTo>
                    <a:close/>
                    <a:moveTo>
                      <a:pt x="320211" y="606386"/>
                    </a:moveTo>
                    <a:cubicBezTo>
                      <a:pt x="324078" y="605355"/>
                      <a:pt x="327946" y="605355"/>
                      <a:pt x="327946" y="609480"/>
                    </a:cubicBezTo>
                    <a:cubicBezTo>
                      <a:pt x="330003" y="641409"/>
                      <a:pt x="330003" y="673445"/>
                      <a:pt x="327946" y="705385"/>
                    </a:cubicBezTo>
                    <a:cubicBezTo>
                      <a:pt x="327946" y="712606"/>
                      <a:pt x="310418" y="715692"/>
                      <a:pt x="310418" y="705385"/>
                    </a:cubicBezTo>
                    <a:cubicBezTo>
                      <a:pt x="308339" y="673110"/>
                      <a:pt x="308339" y="640726"/>
                      <a:pt x="310418" y="608452"/>
                    </a:cubicBezTo>
                    <a:lnTo>
                      <a:pt x="312475" y="609480"/>
                    </a:lnTo>
                    <a:cubicBezTo>
                      <a:pt x="312475" y="609480"/>
                      <a:pt x="316343" y="607418"/>
                      <a:pt x="320211" y="606386"/>
                    </a:cubicBezTo>
                    <a:close/>
                    <a:moveTo>
                      <a:pt x="397044" y="601229"/>
                    </a:moveTo>
                    <a:cubicBezTo>
                      <a:pt x="405294" y="600190"/>
                      <a:pt x="405294" y="627008"/>
                      <a:pt x="405294" y="635258"/>
                    </a:cubicBezTo>
                    <a:cubicBezTo>
                      <a:pt x="405294" y="643508"/>
                      <a:pt x="406322" y="704356"/>
                      <a:pt x="397044" y="704356"/>
                    </a:cubicBezTo>
                    <a:cubicBezTo>
                      <a:pt x="387765" y="704356"/>
                      <a:pt x="387765" y="651758"/>
                      <a:pt x="387765" y="635258"/>
                    </a:cubicBezTo>
                    <a:cubicBezTo>
                      <a:pt x="387765" y="618758"/>
                      <a:pt x="386725" y="601229"/>
                      <a:pt x="397044" y="601229"/>
                    </a:cubicBezTo>
                    <a:close/>
                    <a:moveTo>
                      <a:pt x="362834" y="586035"/>
                    </a:moveTo>
                    <a:cubicBezTo>
                      <a:pt x="365556" y="587046"/>
                      <a:pt x="367892" y="589098"/>
                      <a:pt x="369196" y="591951"/>
                    </a:cubicBezTo>
                    <a:cubicBezTo>
                      <a:pt x="371275" y="631794"/>
                      <a:pt x="371275" y="671723"/>
                      <a:pt x="369196" y="711577"/>
                    </a:cubicBezTo>
                    <a:cubicBezTo>
                      <a:pt x="369196" y="717759"/>
                      <a:pt x="348571" y="716730"/>
                      <a:pt x="348571" y="711577"/>
                    </a:cubicBezTo>
                    <a:cubicBezTo>
                      <a:pt x="344901" y="672817"/>
                      <a:pt x="344901" y="633797"/>
                      <a:pt x="348571" y="595036"/>
                    </a:cubicBezTo>
                    <a:lnTo>
                      <a:pt x="348571" y="591951"/>
                    </a:lnTo>
                    <a:cubicBezTo>
                      <a:pt x="349708" y="589471"/>
                      <a:pt x="351690" y="587490"/>
                      <a:pt x="354158" y="586364"/>
                    </a:cubicBezTo>
                    <a:cubicBezTo>
                      <a:pt x="357006" y="585054"/>
                      <a:pt x="360113" y="585024"/>
                      <a:pt x="362834" y="586035"/>
                    </a:cubicBezTo>
                    <a:close/>
                    <a:moveTo>
                      <a:pt x="1360234" y="585758"/>
                    </a:moveTo>
                    <a:cubicBezTo>
                      <a:pt x="1371581" y="585758"/>
                      <a:pt x="1371581" y="607412"/>
                      <a:pt x="1371581" y="630105"/>
                    </a:cubicBezTo>
                    <a:cubicBezTo>
                      <a:pt x="1371581" y="652787"/>
                      <a:pt x="1371581" y="715692"/>
                      <a:pt x="1359206" y="715692"/>
                    </a:cubicBezTo>
                    <a:cubicBezTo>
                      <a:pt x="1346831" y="715692"/>
                      <a:pt x="1346831" y="649691"/>
                      <a:pt x="1346831" y="629066"/>
                    </a:cubicBezTo>
                    <a:cubicBezTo>
                      <a:pt x="1346831" y="608451"/>
                      <a:pt x="1342706" y="585758"/>
                      <a:pt x="1360234" y="585758"/>
                    </a:cubicBezTo>
                    <a:close/>
                    <a:moveTo>
                      <a:pt x="863173" y="585758"/>
                    </a:moveTo>
                    <a:cubicBezTo>
                      <a:pt x="878645" y="585758"/>
                      <a:pt x="873481" y="607412"/>
                      <a:pt x="873481" y="630105"/>
                    </a:cubicBezTo>
                    <a:cubicBezTo>
                      <a:pt x="873481" y="652787"/>
                      <a:pt x="873481" y="715692"/>
                      <a:pt x="861105" y="715692"/>
                    </a:cubicBezTo>
                    <a:cubicBezTo>
                      <a:pt x="848730" y="715692"/>
                      <a:pt x="848730" y="649691"/>
                      <a:pt x="848730" y="629066"/>
                    </a:cubicBezTo>
                    <a:cubicBezTo>
                      <a:pt x="848730" y="608451"/>
                      <a:pt x="845644" y="585758"/>
                      <a:pt x="863173" y="585758"/>
                    </a:cubicBezTo>
                    <a:close/>
                    <a:moveTo>
                      <a:pt x="651698" y="575844"/>
                    </a:moveTo>
                    <a:cubicBezTo>
                      <a:pt x="711885" y="579205"/>
                      <a:pt x="767114" y="617803"/>
                      <a:pt x="788738" y="678111"/>
                    </a:cubicBezTo>
                    <a:cubicBezTo>
                      <a:pt x="796371" y="699386"/>
                      <a:pt x="799251" y="722068"/>
                      <a:pt x="797172" y="744567"/>
                    </a:cubicBezTo>
                    <a:lnTo>
                      <a:pt x="914731" y="744567"/>
                    </a:lnTo>
                    <a:cubicBezTo>
                      <a:pt x="924215" y="708156"/>
                      <a:pt x="939167" y="673380"/>
                      <a:pt x="959078" y="641440"/>
                    </a:cubicBezTo>
                    <a:cubicBezTo>
                      <a:pt x="992273" y="608007"/>
                      <a:pt x="1037789" y="589720"/>
                      <a:pt x="1084886" y="590911"/>
                    </a:cubicBezTo>
                    <a:cubicBezTo>
                      <a:pt x="1147216" y="581708"/>
                      <a:pt x="1210597" y="598490"/>
                      <a:pt x="1260206" y="637315"/>
                    </a:cubicBezTo>
                    <a:cubicBezTo>
                      <a:pt x="1281773" y="671279"/>
                      <a:pt x="1293552" y="710538"/>
                      <a:pt x="1294234" y="750760"/>
                    </a:cubicBezTo>
                    <a:lnTo>
                      <a:pt x="1412832" y="750760"/>
                    </a:lnTo>
                    <a:cubicBezTo>
                      <a:pt x="1424189" y="700555"/>
                      <a:pt x="1447543" y="653848"/>
                      <a:pt x="1480890" y="614633"/>
                    </a:cubicBezTo>
                    <a:cubicBezTo>
                      <a:pt x="1517907" y="592795"/>
                      <a:pt x="1560803" y="583062"/>
                      <a:pt x="1603612" y="586786"/>
                    </a:cubicBezTo>
                    <a:lnTo>
                      <a:pt x="1603612" y="630105"/>
                    </a:lnTo>
                    <a:cubicBezTo>
                      <a:pt x="1562221" y="625665"/>
                      <a:pt x="1520386" y="631685"/>
                      <a:pt x="1481929" y="647633"/>
                    </a:cubicBezTo>
                    <a:cubicBezTo>
                      <a:pt x="1455208" y="676227"/>
                      <a:pt x="1437626" y="712129"/>
                      <a:pt x="1431400" y="750760"/>
                    </a:cubicBezTo>
                    <a:cubicBezTo>
                      <a:pt x="1431389" y="763135"/>
                      <a:pt x="1438611" y="760038"/>
                      <a:pt x="1426236" y="766231"/>
                    </a:cubicBezTo>
                    <a:cubicBezTo>
                      <a:pt x="1405632" y="773421"/>
                      <a:pt x="1384097" y="777589"/>
                      <a:pt x="1362303" y="778607"/>
                    </a:cubicBezTo>
                    <a:lnTo>
                      <a:pt x="1363633" y="776539"/>
                    </a:lnTo>
                    <a:lnTo>
                      <a:pt x="1363672" y="776479"/>
                    </a:lnTo>
                    <a:cubicBezTo>
                      <a:pt x="1371259" y="772609"/>
                      <a:pt x="1393492" y="764678"/>
                      <a:pt x="1394264" y="763135"/>
                    </a:cubicBezTo>
                    <a:cubicBezTo>
                      <a:pt x="1395303" y="761067"/>
                      <a:pt x="1338581" y="776539"/>
                      <a:pt x="1331360" y="776539"/>
                    </a:cubicBezTo>
                    <a:lnTo>
                      <a:pt x="1309706" y="776539"/>
                    </a:lnTo>
                    <a:lnTo>
                      <a:pt x="1327235" y="771385"/>
                    </a:lnTo>
                    <a:lnTo>
                      <a:pt x="1224109" y="771385"/>
                    </a:lnTo>
                    <a:cubicBezTo>
                      <a:pt x="1224109" y="771385"/>
                      <a:pt x="1229262" y="662066"/>
                      <a:pt x="1166358" y="638355"/>
                    </a:cubicBezTo>
                    <a:cubicBezTo>
                      <a:pt x="1118536" y="618520"/>
                      <a:pt x="1065300" y="615965"/>
                      <a:pt x="1015800" y="631133"/>
                    </a:cubicBezTo>
                    <a:cubicBezTo>
                      <a:pt x="962174" y="649690"/>
                      <a:pt x="948760" y="741481"/>
                      <a:pt x="940520" y="746635"/>
                    </a:cubicBezTo>
                    <a:cubicBezTo>
                      <a:pt x="937500" y="752211"/>
                      <a:pt x="935074" y="758079"/>
                      <a:pt x="933299" y="764164"/>
                    </a:cubicBezTo>
                    <a:lnTo>
                      <a:pt x="931231" y="741481"/>
                    </a:lnTo>
                    <a:cubicBezTo>
                      <a:pt x="926813" y="756282"/>
                      <a:pt x="926813" y="772046"/>
                      <a:pt x="931231" y="786857"/>
                    </a:cubicBezTo>
                    <a:cubicBezTo>
                      <a:pt x="913453" y="789444"/>
                      <a:pt x="895383" y="789444"/>
                      <a:pt x="877605" y="786857"/>
                    </a:cubicBezTo>
                    <a:cubicBezTo>
                      <a:pt x="870384" y="786857"/>
                      <a:pt x="908549" y="786857"/>
                      <a:pt x="900298" y="778607"/>
                    </a:cubicBezTo>
                    <a:cubicBezTo>
                      <a:pt x="896173" y="774482"/>
                      <a:pt x="892305" y="774482"/>
                      <a:pt x="889082" y="775513"/>
                    </a:cubicBezTo>
                    <a:lnTo>
                      <a:pt x="884371" y="777495"/>
                    </a:lnTo>
                    <a:lnTo>
                      <a:pt x="889980" y="770357"/>
                    </a:lnTo>
                    <a:cubicBezTo>
                      <a:pt x="891009" y="762106"/>
                      <a:pt x="864202" y="770357"/>
                      <a:pt x="860077" y="770357"/>
                    </a:cubicBezTo>
                    <a:cubicBezTo>
                      <a:pt x="855952" y="770357"/>
                      <a:pt x="871423" y="763135"/>
                      <a:pt x="871423" y="763135"/>
                    </a:cubicBezTo>
                    <a:lnTo>
                      <a:pt x="820894" y="763135"/>
                    </a:lnTo>
                    <a:lnTo>
                      <a:pt x="831201" y="754885"/>
                    </a:lnTo>
                    <a:lnTo>
                      <a:pt x="728075" y="754885"/>
                    </a:lnTo>
                    <a:cubicBezTo>
                      <a:pt x="728075" y="754885"/>
                      <a:pt x="734268" y="645565"/>
                      <a:pt x="670325" y="621854"/>
                    </a:cubicBezTo>
                    <a:cubicBezTo>
                      <a:pt x="622513" y="601933"/>
                      <a:pt x="569245" y="599378"/>
                      <a:pt x="519755" y="614633"/>
                    </a:cubicBezTo>
                    <a:cubicBezTo>
                      <a:pt x="466130" y="633190"/>
                      <a:pt x="452726" y="724981"/>
                      <a:pt x="444476" y="730134"/>
                    </a:cubicBezTo>
                    <a:cubicBezTo>
                      <a:pt x="436226" y="735288"/>
                      <a:pt x="431072" y="730134"/>
                      <a:pt x="431072" y="730134"/>
                    </a:cubicBezTo>
                    <a:cubicBezTo>
                      <a:pt x="435869" y="696528"/>
                      <a:pt x="447454" y="664253"/>
                      <a:pt x="465101" y="635258"/>
                    </a:cubicBezTo>
                    <a:cubicBezTo>
                      <a:pt x="498091" y="601500"/>
                      <a:pt x="543748" y="583159"/>
                      <a:pt x="590920" y="584729"/>
                    </a:cubicBezTo>
                    <a:cubicBezTo>
                      <a:pt x="611023" y="577518"/>
                      <a:pt x="631636" y="574723"/>
                      <a:pt x="651698" y="575844"/>
                    </a:cubicBezTo>
                    <a:close/>
                    <a:moveTo>
                      <a:pt x="70137" y="573383"/>
                    </a:moveTo>
                    <a:cubicBezTo>
                      <a:pt x="114214" y="571943"/>
                      <a:pt x="158106" y="579663"/>
                      <a:pt x="199042" y="596065"/>
                    </a:cubicBezTo>
                    <a:cubicBezTo>
                      <a:pt x="260918" y="620816"/>
                      <a:pt x="281543" y="723942"/>
                      <a:pt x="281543" y="723942"/>
                    </a:cubicBezTo>
                    <a:lnTo>
                      <a:pt x="310418" y="723942"/>
                    </a:lnTo>
                    <a:cubicBezTo>
                      <a:pt x="321765" y="724971"/>
                      <a:pt x="321765" y="738374"/>
                      <a:pt x="321765" y="738374"/>
                    </a:cubicBezTo>
                    <a:lnTo>
                      <a:pt x="424891" y="738374"/>
                    </a:lnTo>
                    <a:cubicBezTo>
                      <a:pt x="424891" y="738374"/>
                      <a:pt x="433141" y="769318"/>
                      <a:pt x="424891" y="776539"/>
                    </a:cubicBezTo>
                    <a:cubicBezTo>
                      <a:pt x="393363" y="780101"/>
                      <a:pt x="361532" y="780101"/>
                      <a:pt x="330015" y="776539"/>
                    </a:cubicBezTo>
                    <a:cubicBezTo>
                      <a:pt x="315572" y="776539"/>
                      <a:pt x="379515" y="770346"/>
                      <a:pt x="383630" y="770346"/>
                    </a:cubicBezTo>
                    <a:cubicBezTo>
                      <a:pt x="387766" y="770346"/>
                      <a:pt x="342390" y="771386"/>
                      <a:pt x="325890" y="770346"/>
                    </a:cubicBezTo>
                    <a:cubicBezTo>
                      <a:pt x="309379" y="769318"/>
                      <a:pt x="344447" y="764164"/>
                      <a:pt x="344447" y="764164"/>
                    </a:cubicBezTo>
                    <a:lnTo>
                      <a:pt x="286697" y="764164"/>
                    </a:lnTo>
                    <a:lnTo>
                      <a:pt x="286697" y="740442"/>
                    </a:lnTo>
                    <a:lnTo>
                      <a:pt x="218639" y="740442"/>
                    </a:lnTo>
                    <a:cubicBezTo>
                      <a:pt x="218639" y="740442"/>
                      <a:pt x="211417" y="647634"/>
                      <a:pt x="165013" y="619787"/>
                    </a:cubicBezTo>
                    <a:cubicBezTo>
                      <a:pt x="139115" y="605842"/>
                      <a:pt x="111323" y="595773"/>
                      <a:pt x="82512" y="589883"/>
                    </a:cubicBezTo>
                    <a:cubicBezTo>
                      <a:pt x="75107" y="589450"/>
                      <a:pt x="69044" y="583820"/>
                      <a:pt x="68069" y="576469"/>
                    </a:cubicBezTo>
                    <a:close/>
                    <a:moveTo>
                      <a:pt x="833341" y="5257"/>
                    </a:moveTo>
                    <a:lnTo>
                      <a:pt x="854912" y="31973"/>
                    </a:lnTo>
                    <a:cubicBezTo>
                      <a:pt x="864201" y="41251"/>
                      <a:pt x="877605" y="47444"/>
                      <a:pt x="878634" y="54666"/>
                    </a:cubicBezTo>
                    <a:cubicBezTo>
                      <a:pt x="879662" y="61877"/>
                      <a:pt x="872452" y="61877"/>
                      <a:pt x="872452" y="61877"/>
                    </a:cubicBezTo>
                    <a:lnTo>
                      <a:pt x="872441" y="243379"/>
                    </a:lnTo>
                    <a:cubicBezTo>
                      <a:pt x="903785" y="242047"/>
                      <a:pt x="935063" y="247320"/>
                      <a:pt x="964231" y="258850"/>
                    </a:cubicBezTo>
                    <a:cubicBezTo>
                      <a:pt x="985885" y="276379"/>
                      <a:pt x="1026107" y="289794"/>
                      <a:pt x="1035385" y="302169"/>
                    </a:cubicBezTo>
                    <a:cubicBezTo>
                      <a:pt x="1044664" y="314533"/>
                      <a:pt x="1085914" y="317630"/>
                      <a:pt x="1103454" y="321755"/>
                    </a:cubicBezTo>
                    <a:cubicBezTo>
                      <a:pt x="1120982" y="325880"/>
                      <a:pt x="1129232" y="355784"/>
                      <a:pt x="1138511" y="355784"/>
                    </a:cubicBezTo>
                    <a:cubicBezTo>
                      <a:pt x="1147790" y="355784"/>
                      <a:pt x="1163261" y="350630"/>
                      <a:pt x="1177704" y="355784"/>
                    </a:cubicBezTo>
                    <a:cubicBezTo>
                      <a:pt x="1192137" y="360948"/>
                      <a:pt x="1217915" y="388784"/>
                      <a:pt x="1233387" y="397034"/>
                    </a:cubicBezTo>
                    <a:cubicBezTo>
                      <a:pt x="1248859" y="405295"/>
                      <a:pt x="1268455" y="407352"/>
                      <a:pt x="1275677" y="423852"/>
                    </a:cubicBezTo>
                    <a:cubicBezTo>
                      <a:pt x="1282887" y="440353"/>
                      <a:pt x="1278762" y="449631"/>
                      <a:pt x="1296291" y="449631"/>
                    </a:cubicBezTo>
                    <a:cubicBezTo>
                      <a:pt x="1311178" y="448960"/>
                      <a:pt x="1325567" y="455023"/>
                      <a:pt x="1335484" y="466132"/>
                    </a:cubicBezTo>
                    <a:cubicBezTo>
                      <a:pt x="1342706" y="471285"/>
                      <a:pt x="1372610" y="469228"/>
                      <a:pt x="1380860" y="471285"/>
                    </a:cubicBezTo>
                    <a:cubicBezTo>
                      <a:pt x="1389110" y="473353"/>
                      <a:pt x="1420042" y="488825"/>
                      <a:pt x="1438610" y="495007"/>
                    </a:cubicBezTo>
                    <a:cubicBezTo>
                      <a:pt x="1468850" y="507512"/>
                      <a:pt x="1497563" y="523427"/>
                      <a:pt x="1524208" y="542450"/>
                    </a:cubicBezTo>
                    <a:cubicBezTo>
                      <a:pt x="1579966" y="545774"/>
                      <a:pt x="1635248" y="554761"/>
                      <a:pt x="1689209" y="569258"/>
                    </a:cubicBezTo>
                    <a:lnTo>
                      <a:pt x="0" y="569258"/>
                    </a:lnTo>
                    <a:cubicBezTo>
                      <a:pt x="0" y="569258"/>
                      <a:pt x="59819" y="557911"/>
                      <a:pt x="206252" y="545536"/>
                    </a:cubicBezTo>
                    <a:cubicBezTo>
                      <a:pt x="232172" y="523698"/>
                      <a:pt x="262390" y="507534"/>
                      <a:pt x="294946" y="498103"/>
                    </a:cubicBezTo>
                    <a:cubicBezTo>
                      <a:pt x="305253" y="497075"/>
                      <a:pt x="338254" y="458910"/>
                      <a:pt x="342379" y="452728"/>
                    </a:cubicBezTo>
                    <a:cubicBezTo>
                      <a:pt x="346504" y="446535"/>
                      <a:pt x="382600" y="452728"/>
                      <a:pt x="389822" y="429006"/>
                    </a:cubicBezTo>
                    <a:cubicBezTo>
                      <a:pt x="397033" y="405295"/>
                      <a:pt x="419726" y="409409"/>
                      <a:pt x="432101" y="405295"/>
                    </a:cubicBezTo>
                    <a:cubicBezTo>
                      <a:pt x="444476" y="401159"/>
                      <a:pt x="459948" y="363005"/>
                      <a:pt x="469226" y="357852"/>
                    </a:cubicBezTo>
                    <a:cubicBezTo>
                      <a:pt x="478505" y="352698"/>
                      <a:pt x="504284" y="344448"/>
                      <a:pt x="523880" y="337226"/>
                    </a:cubicBezTo>
                    <a:cubicBezTo>
                      <a:pt x="543477" y="330005"/>
                      <a:pt x="563074" y="300101"/>
                      <a:pt x="577506" y="300101"/>
                    </a:cubicBezTo>
                    <a:cubicBezTo>
                      <a:pt x="601206" y="298531"/>
                      <a:pt x="624354" y="292219"/>
                      <a:pt x="645574" y="281533"/>
                    </a:cubicBezTo>
                    <a:cubicBezTo>
                      <a:pt x="665160" y="268129"/>
                      <a:pt x="687853" y="255754"/>
                      <a:pt x="706411" y="244407"/>
                    </a:cubicBezTo>
                    <a:cubicBezTo>
                      <a:pt x="737949" y="237933"/>
                      <a:pt x="770278" y="236201"/>
                      <a:pt x="802326" y="239254"/>
                    </a:cubicBezTo>
                    <a:lnTo>
                      <a:pt x="802326" y="59819"/>
                    </a:lnTo>
                    <a:lnTo>
                      <a:pt x="794076" y="51569"/>
                    </a:lnTo>
                    <a:cubicBezTo>
                      <a:pt x="789951" y="48473"/>
                      <a:pt x="806451" y="38166"/>
                      <a:pt x="816758" y="26819"/>
                    </a:cubicBezTo>
                    <a:close/>
                    <a:moveTo>
                      <a:pt x="837383" y="0"/>
                    </a:moveTo>
                    <a:lnTo>
                      <a:pt x="833341" y="5257"/>
                    </a:lnTo>
                    <a:lnTo>
                      <a:pt x="833258" y="5154"/>
                    </a:lnTo>
                    <a:close/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9BAF139B-D2E0-4D78-B567-D5BB0DB5553F}"/>
                  </a:ext>
                </a:extLst>
              </p:cNvPr>
              <p:cNvSpPr/>
              <p:nvPr/>
            </p:nvSpPr>
            <p:spPr>
              <a:xfrm>
                <a:off x="2252210" y="898783"/>
                <a:ext cx="5775066" cy="5775066"/>
              </a:xfrm>
              <a:custGeom>
                <a:avLst/>
                <a:gdLst>
                  <a:gd name="connsiteX0" fmla="*/ 680730 w 1362920"/>
                  <a:gd name="connsiteY0" fmla="*/ 165255 h 1362920"/>
                  <a:gd name="connsiteX1" fmla="*/ 164524 w 1362920"/>
                  <a:gd name="connsiteY1" fmla="*/ 681460 h 1362920"/>
                  <a:gd name="connsiteX2" fmla="*/ 680730 w 1362920"/>
                  <a:gd name="connsiteY2" fmla="*/ 1197665 h 1362920"/>
                  <a:gd name="connsiteX3" fmla="*/ 1196935 w 1362920"/>
                  <a:gd name="connsiteY3" fmla="*/ 681460 h 1362920"/>
                  <a:gd name="connsiteX4" fmla="*/ 680730 w 1362920"/>
                  <a:gd name="connsiteY4" fmla="*/ 165255 h 1362920"/>
                  <a:gd name="connsiteX5" fmla="*/ 681460 w 1362920"/>
                  <a:gd name="connsiteY5" fmla="*/ 0 h 1362920"/>
                  <a:gd name="connsiteX6" fmla="*/ 1362920 w 1362920"/>
                  <a:gd name="connsiteY6" fmla="*/ 681460 h 1362920"/>
                  <a:gd name="connsiteX7" fmla="*/ 681460 w 1362920"/>
                  <a:gd name="connsiteY7" fmla="*/ 1362920 h 1362920"/>
                  <a:gd name="connsiteX8" fmla="*/ 0 w 1362920"/>
                  <a:gd name="connsiteY8" fmla="*/ 681460 h 1362920"/>
                  <a:gd name="connsiteX9" fmla="*/ 681460 w 1362920"/>
                  <a:gd name="connsiteY9" fmla="*/ 0 h 1362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2920" h="1362920">
                    <a:moveTo>
                      <a:pt x="680730" y="165255"/>
                    </a:moveTo>
                    <a:cubicBezTo>
                      <a:pt x="395638" y="165255"/>
                      <a:pt x="164524" y="396368"/>
                      <a:pt x="164524" y="681460"/>
                    </a:cubicBezTo>
                    <a:cubicBezTo>
                      <a:pt x="164660" y="966497"/>
                      <a:pt x="395694" y="1197532"/>
                      <a:pt x="680730" y="1197665"/>
                    </a:cubicBezTo>
                    <a:cubicBezTo>
                      <a:pt x="965823" y="1197665"/>
                      <a:pt x="1196935" y="966554"/>
                      <a:pt x="1196935" y="681460"/>
                    </a:cubicBezTo>
                    <a:cubicBezTo>
                      <a:pt x="1196935" y="396368"/>
                      <a:pt x="965823" y="165255"/>
                      <a:pt x="680730" y="165255"/>
                    </a:cubicBezTo>
                    <a:close/>
                    <a:moveTo>
                      <a:pt x="681460" y="0"/>
                    </a:moveTo>
                    <a:cubicBezTo>
                      <a:pt x="1057819" y="0"/>
                      <a:pt x="1362920" y="305101"/>
                      <a:pt x="1362920" y="681460"/>
                    </a:cubicBezTo>
                    <a:cubicBezTo>
                      <a:pt x="1362920" y="1057819"/>
                      <a:pt x="1057819" y="1362920"/>
                      <a:pt x="681460" y="1362920"/>
                    </a:cubicBezTo>
                    <a:cubicBezTo>
                      <a:pt x="305101" y="1362920"/>
                      <a:pt x="0" y="1057819"/>
                      <a:pt x="0" y="681460"/>
                    </a:cubicBezTo>
                    <a:cubicBezTo>
                      <a:pt x="0" y="305101"/>
                      <a:pt x="305101" y="0"/>
                      <a:pt x="681460" y="0"/>
                    </a:cubicBezTo>
                    <a:close/>
                  </a:path>
                </a:pathLst>
              </a:custGeom>
              <a:solidFill>
                <a:srgbClr val="A13F0B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8" name="任意多边形: 形状 127">
                <a:extLst>
                  <a:ext uri="{FF2B5EF4-FFF2-40B4-BE49-F238E27FC236}">
                    <a16:creationId xmlns:a16="http://schemas.microsoft.com/office/drawing/2014/main" id="{02F230EF-9767-438A-A66B-954828F6C4A2}"/>
                  </a:ext>
                </a:extLst>
              </p:cNvPr>
              <p:cNvSpPr/>
              <p:nvPr/>
            </p:nvSpPr>
            <p:spPr>
              <a:xfrm>
                <a:off x="2216986" y="864164"/>
                <a:ext cx="5847244" cy="5847244"/>
              </a:xfrm>
              <a:custGeom>
                <a:avLst/>
                <a:gdLst>
                  <a:gd name="connsiteX0" fmla="*/ 269669 w 540067"/>
                  <a:gd name="connsiteY0" fmla="*/ 539932 h 540067"/>
                  <a:gd name="connsiteX1" fmla="*/ -365 w 540067"/>
                  <a:gd name="connsiteY1" fmla="*/ 269898 h 540067"/>
                  <a:gd name="connsiteX2" fmla="*/ 269669 w 540067"/>
                  <a:gd name="connsiteY2" fmla="*/ -136 h 540067"/>
                  <a:gd name="connsiteX3" fmla="*/ 539703 w 540067"/>
                  <a:gd name="connsiteY3" fmla="*/ 269898 h 540067"/>
                  <a:gd name="connsiteX4" fmla="*/ 269669 w 540067"/>
                  <a:gd name="connsiteY4" fmla="*/ 539932 h 540067"/>
                  <a:gd name="connsiteX5" fmla="*/ 269669 w 540067"/>
                  <a:gd name="connsiteY5" fmla="*/ 7198 h 540067"/>
                  <a:gd name="connsiteX6" fmla="*/ 6779 w 540067"/>
                  <a:gd name="connsiteY6" fmla="*/ 269898 h 540067"/>
                  <a:gd name="connsiteX7" fmla="*/ 269478 w 540067"/>
                  <a:gd name="connsiteY7" fmla="*/ 532788 h 540067"/>
                  <a:gd name="connsiteX8" fmla="*/ 532368 w 540067"/>
                  <a:gd name="connsiteY8" fmla="*/ 270089 h 540067"/>
                  <a:gd name="connsiteX9" fmla="*/ 532368 w 540067"/>
                  <a:gd name="connsiteY9" fmla="*/ 269898 h 540067"/>
                  <a:gd name="connsiteX10" fmla="*/ 269573 w 540067"/>
                  <a:gd name="connsiteY10" fmla="*/ 7199 h 540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067" h="540067">
                    <a:moveTo>
                      <a:pt x="269669" y="539932"/>
                    </a:moveTo>
                    <a:cubicBezTo>
                      <a:pt x="120533" y="539932"/>
                      <a:pt x="-365" y="419034"/>
                      <a:pt x="-365" y="269898"/>
                    </a:cubicBezTo>
                    <a:cubicBezTo>
                      <a:pt x="-365" y="120762"/>
                      <a:pt x="120533" y="-136"/>
                      <a:pt x="269669" y="-136"/>
                    </a:cubicBezTo>
                    <a:cubicBezTo>
                      <a:pt x="418804" y="-136"/>
                      <a:pt x="539703" y="120762"/>
                      <a:pt x="539703" y="269898"/>
                    </a:cubicBezTo>
                    <a:cubicBezTo>
                      <a:pt x="539545" y="418968"/>
                      <a:pt x="418739" y="539774"/>
                      <a:pt x="269669" y="539932"/>
                    </a:cubicBezTo>
                    <a:moveTo>
                      <a:pt x="269669" y="7198"/>
                    </a:moveTo>
                    <a:cubicBezTo>
                      <a:pt x="124531" y="7146"/>
                      <a:pt x="6831" y="124760"/>
                      <a:pt x="6779" y="269898"/>
                    </a:cubicBezTo>
                    <a:cubicBezTo>
                      <a:pt x="6726" y="415036"/>
                      <a:pt x="124341" y="532735"/>
                      <a:pt x="269478" y="532788"/>
                    </a:cubicBezTo>
                    <a:cubicBezTo>
                      <a:pt x="414616" y="532841"/>
                      <a:pt x="532316" y="415226"/>
                      <a:pt x="532368" y="270089"/>
                    </a:cubicBezTo>
                    <a:cubicBezTo>
                      <a:pt x="532368" y="270025"/>
                      <a:pt x="532368" y="269962"/>
                      <a:pt x="532368" y="269898"/>
                    </a:cubicBezTo>
                    <a:cubicBezTo>
                      <a:pt x="532211" y="124841"/>
                      <a:pt x="414630" y="7304"/>
                      <a:pt x="269573" y="7199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: 形状 128">
                <a:extLst>
                  <a:ext uri="{FF2B5EF4-FFF2-40B4-BE49-F238E27FC236}">
                    <a16:creationId xmlns:a16="http://schemas.microsoft.com/office/drawing/2014/main" id="{08DCDD00-4EDE-4A00-A465-020224A2AD22}"/>
                  </a:ext>
                </a:extLst>
              </p:cNvPr>
              <p:cNvSpPr/>
              <p:nvPr/>
            </p:nvSpPr>
            <p:spPr>
              <a:xfrm>
                <a:off x="2925454" y="1572645"/>
                <a:ext cx="4430295" cy="4430295"/>
              </a:xfrm>
              <a:custGeom>
                <a:avLst/>
                <a:gdLst>
                  <a:gd name="connsiteX0" fmla="*/ 204232 w 409194"/>
                  <a:gd name="connsiteY0" fmla="*/ 409058 h 409194"/>
                  <a:gd name="connsiteX1" fmla="*/ -365 w 409194"/>
                  <a:gd name="connsiteY1" fmla="*/ 204461 h 409194"/>
                  <a:gd name="connsiteX2" fmla="*/ 204232 w 409194"/>
                  <a:gd name="connsiteY2" fmla="*/ -136 h 409194"/>
                  <a:gd name="connsiteX3" fmla="*/ 408829 w 409194"/>
                  <a:gd name="connsiteY3" fmla="*/ 204461 h 409194"/>
                  <a:gd name="connsiteX4" fmla="*/ 204232 w 409194"/>
                  <a:gd name="connsiteY4" fmla="*/ 409058 h 409194"/>
                  <a:gd name="connsiteX5" fmla="*/ 204232 w 409194"/>
                  <a:gd name="connsiteY5" fmla="*/ 5008 h 409194"/>
                  <a:gd name="connsiteX6" fmla="*/ 4779 w 409194"/>
                  <a:gd name="connsiteY6" fmla="*/ 204461 h 409194"/>
                  <a:gd name="connsiteX7" fmla="*/ 204232 w 409194"/>
                  <a:gd name="connsiteY7" fmla="*/ 403915 h 409194"/>
                  <a:gd name="connsiteX8" fmla="*/ 403686 w 409194"/>
                  <a:gd name="connsiteY8" fmla="*/ 204461 h 409194"/>
                  <a:gd name="connsiteX9" fmla="*/ 204232 w 409194"/>
                  <a:gd name="connsiteY9" fmla="*/ 5008 h 409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194" h="409194">
                    <a:moveTo>
                      <a:pt x="204232" y="409058"/>
                    </a:moveTo>
                    <a:cubicBezTo>
                      <a:pt x="91236" y="409058"/>
                      <a:pt x="-365" y="317457"/>
                      <a:pt x="-365" y="204461"/>
                    </a:cubicBezTo>
                    <a:cubicBezTo>
                      <a:pt x="-365" y="91465"/>
                      <a:pt x="91236" y="-136"/>
                      <a:pt x="204232" y="-136"/>
                    </a:cubicBezTo>
                    <a:cubicBezTo>
                      <a:pt x="317228" y="-136"/>
                      <a:pt x="408829" y="91465"/>
                      <a:pt x="408829" y="204461"/>
                    </a:cubicBezTo>
                    <a:cubicBezTo>
                      <a:pt x="408672" y="317392"/>
                      <a:pt x="317163" y="408901"/>
                      <a:pt x="204232" y="409058"/>
                    </a:cubicBezTo>
                    <a:moveTo>
                      <a:pt x="204232" y="5008"/>
                    </a:moveTo>
                    <a:cubicBezTo>
                      <a:pt x="94077" y="5008"/>
                      <a:pt x="4779" y="94306"/>
                      <a:pt x="4779" y="204461"/>
                    </a:cubicBezTo>
                    <a:cubicBezTo>
                      <a:pt x="4779" y="314616"/>
                      <a:pt x="94077" y="403915"/>
                      <a:pt x="204232" y="403915"/>
                    </a:cubicBezTo>
                    <a:cubicBezTo>
                      <a:pt x="314387" y="403915"/>
                      <a:pt x="403686" y="314616"/>
                      <a:pt x="403686" y="204461"/>
                    </a:cubicBezTo>
                    <a:cubicBezTo>
                      <a:pt x="403372" y="94436"/>
                      <a:pt x="314257" y="5322"/>
                      <a:pt x="204232" y="5008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22643364-B587-499E-8CDB-E2A019D1B678}"/>
                  </a:ext>
                </a:extLst>
              </p:cNvPr>
              <p:cNvSpPr/>
              <p:nvPr/>
            </p:nvSpPr>
            <p:spPr>
              <a:xfrm>
                <a:off x="4803560" y="5511495"/>
                <a:ext cx="663105" cy="184906"/>
              </a:xfrm>
              <a:custGeom>
                <a:avLst/>
                <a:gdLst>
                  <a:gd name="connsiteX0" fmla="*/ 430891 w 663105"/>
                  <a:gd name="connsiteY0" fmla="*/ 41814 h 184906"/>
                  <a:gd name="connsiteX1" fmla="*/ 364890 w 663105"/>
                  <a:gd name="connsiteY1" fmla="*/ 121216 h 184906"/>
                  <a:gd name="connsiteX2" fmla="*/ 431919 w 663105"/>
                  <a:gd name="connsiteY2" fmla="*/ 121216 h 184906"/>
                  <a:gd name="connsiteX3" fmla="*/ 431919 w 663105"/>
                  <a:gd name="connsiteY3" fmla="*/ 41814 h 184906"/>
                  <a:gd name="connsiteX4" fmla="*/ 591939 w 663105"/>
                  <a:gd name="connsiteY4" fmla="*/ 25910 h 184906"/>
                  <a:gd name="connsiteX5" fmla="*/ 548632 w 663105"/>
                  <a:gd name="connsiteY5" fmla="*/ 96035 h 184906"/>
                  <a:gd name="connsiteX6" fmla="*/ 591939 w 663105"/>
                  <a:gd name="connsiteY6" fmla="*/ 165132 h 184906"/>
                  <a:gd name="connsiteX7" fmla="*/ 635257 w 663105"/>
                  <a:gd name="connsiteY7" fmla="*/ 96035 h 184906"/>
                  <a:gd name="connsiteX8" fmla="*/ 591939 w 663105"/>
                  <a:gd name="connsiteY8" fmla="*/ 25910 h 184906"/>
                  <a:gd name="connsiteX9" fmla="*/ 226833 w 663105"/>
                  <a:gd name="connsiteY9" fmla="*/ 20253 h 184906"/>
                  <a:gd name="connsiteX10" fmla="*/ 196296 w 663105"/>
                  <a:gd name="connsiteY10" fmla="*/ 31255 h 184906"/>
                  <a:gd name="connsiteX11" fmla="*/ 184471 w 663105"/>
                  <a:gd name="connsiteY11" fmla="*/ 59635 h 184906"/>
                  <a:gd name="connsiteX12" fmla="*/ 196296 w 663105"/>
                  <a:gd name="connsiteY12" fmla="*/ 88078 h 184906"/>
                  <a:gd name="connsiteX13" fmla="*/ 226833 w 663105"/>
                  <a:gd name="connsiteY13" fmla="*/ 99142 h 184906"/>
                  <a:gd name="connsiteX14" fmla="*/ 257369 w 663105"/>
                  <a:gd name="connsiteY14" fmla="*/ 88015 h 184906"/>
                  <a:gd name="connsiteX15" fmla="*/ 269194 w 663105"/>
                  <a:gd name="connsiteY15" fmla="*/ 59635 h 184906"/>
                  <a:gd name="connsiteX16" fmla="*/ 257369 w 663105"/>
                  <a:gd name="connsiteY16" fmla="*/ 31255 h 184906"/>
                  <a:gd name="connsiteX17" fmla="*/ 226833 w 663105"/>
                  <a:gd name="connsiteY17" fmla="*/ 20253 h 184906"/>
                  <a:gd name="connsiteX18" fmla="*/ 436041 w 663105"/>
                  <a:gd name="connsiteY18" fmla="*/ 7784 h 184906"/>
                  <a:gd name="connsiteX19" fmla="*/ 457695 w 663105"/>
                  <a:gd name="connsiteY19" fmla="*/ 7784 h 184906"/>
                  <a:gd name="connsiteX20" fmla="*/ 457695 w 663105"/>
                  <a:gd name="connsiteY20" fmla="*/ 121227 h 184906"/>
                  <a:gd name="connsiteX21" fmla="*/ 488638 w 663105"/>
                  <a:gd name="connsiteY21" fmla="*/ 121227 h 184906"/>
                  <a:gd name="connsiteX22" fmla="*/ 488638 w 663105"/>
                  <a:gd name="connsiteY22" fmla="*/ 139785 h 184906"/>
                  <a:gd name="connsiteX23" fmla="*/ 457695 w 663105"/>
                  <a:gd name="connsiteY23" fmla="*/ 139785 h 184906"/>
                  <a:gd name="connsiteX24" fmla="*/ 457695 w 663105"/>
                  <a:gd name="connsiteY24" fmla="*/ 182063 h 184906"/>
                  <a:gd name="connsiteX25" fmla="*/ 431916 w 663105"/>
                  <a:gd name="connsiteY25" fmla="*/ 182063 h 184906"/>
                  <a:gd name="connsiteX26" fmla="*/ 431916 w 663105"/>
                  <a:gd name="connsiteY26" fmla="*/ 139785 h 184906"/>
                  <a:gd name="connsiteX27" fmla="*/ 341166 w 663105"/>
                  <a:gd name="connsiteY27" fmla="*/ 139785 h 184906"/>
                  <a:gd name="connsiteX28" fmla="*/ 341166 w 663105"/>
                  <a:gd name="connsiteY28" fmla="*/ 118131 h 184906"/>
                  <a:gd name="connsiteX29" fmla="*/ 591940 w 663105"/>
                  <a:gd name="connsiteY29" fmla="*/ 6311 h 184906"/>
                  <a:gd name="connsiteX30" fmla="*/ 663105 w 663105"/>
                  <a:gd name="connsiteY30" fmla="*/ 96034 h 184906"/>
                  <a:gd name="connsiteX31" fmla="*/ 591940 w 663105"/>
                  <a:gd name="connsiteY31" fmla="*/ 184718 h 184906"/>
                  <a:gd name="connsiteX32" fmla="*/ 520785 w 663105"/>
                  <a:gd name="connsiteY32" fmla="*/ 96034 h 184906"/>
                  <a:gd name="connsiteX33" fmla="*/ 591940 w 663105"/>
                  <a:gd name="connsiteY33" fmla="*/ 6311 h 184906"/>
                  <a:gd name="connsiteX34" fmla="*/ 55695 w 663105"/>
                  <a:gd name="connsiteY34" fmla="*/ 6311 h 184906"/>
                  <a:gd name="connsiteX35" fmla="*/ 76309 w 663105"/>
                  <a:gd name="connsiteY35" fmla="*/ 6311 h 184906"/>
                  <a:gd name="connsiteX36" fmla="*/ 76309 w 663105"/>
                  <a:gd name="connsiteY36" fmla="*/ 180591 h 184906"/>
                  <a:gd name="connsiteX37" fmla="*/ 48473 w 663105"/>
                  <a:gd name="connsiteY37" fmla="*/ 180591 h 184906"/>
                  <a:gd name="connsiteX38" fmla="*/ 48473 w 663105"/>
                  <a:gd name="connsiteY38" fmla="*/ 56840 h 184906"/>
                  <a:gd name="connsiteX39" fmla="*/ 0 w 663105"/>
                  <a:gd name="connsiteY39" fmla="*/ 56840 h 184906"/>
                  <a:gd name="connsiteX40" fmla="*/ 0 w 663105"/>
                  <a:gd name="connsiteY40" fmla="*/ 39312 h 184906"/>
                  <a:gd name="connsiteX41" fmla="*/ 55695 w 663105"/>
                  <a:gd name="connsiteY41" fmla="*/ 6311 h 184906"/>
                  <a:gd name="connsiteX42" fmla="*/ 228329 w 663105"/>
                  <a:gd name="connsiteY42" fmla="*/ 0 h 184906"/>
                  <a:gd name="connsiteX43" fmla="*/ 281842 w 663105"/>
                  <a:gd name="connsiteY43" fmla="*/ 20567 h 184906"/>
                  <a:gd name="connsiteX44" fmla="*/ 300627 w 663105"/>
                  <a:gd name="connsiteY44" fmla="*/ 79013 h 184906"/>
                  <a:gd name="connsiteX45" fmla="*/ 280271 w 663105"/>
                  <a:gd name="connsiteY45" fmla="*/ 157402 h 184906"/>
                  <a:gd name="connsiteX46" fmla="*/ 222492 w 663105"/>
                  <a:gd name="connsiteY46" fmla="*/ 184906 h 184906"/>
                  <a:gd name="connsiteX47" fmla="*/ 176912 w 663105"/>
                  <a:gd name="connsiteY47" fmla="*/ 172092 h 184906"/>
                  <a:gd name="connsiteX48" fmla="*/ 158725 w 663105"/>
                  <a:gd name="connsiteY48" fmla="*/ 136773 h 184906"/>
                  <a:gd name="connsiteX49" fmla="*/ 184772 w 663105"/>
                  <a:gd name="connsiteY49" fmla="*/ 136773 h 184906"/>
                  <a:gd name="connsiteX50" fmla="*/ 196223 w 663105"/>
                  <a:gd name="connsiteY50" fmla="*/ 158214 h 184906"/>
                  <a:gd name="connsiteX51" fmla="*/ 222492 w 663105"/>
                  <a:gd name="connsiteY51" fmla="*/ 165778 h 184906"/>
                  <a:gd name="connsiteX52" fmla="*/ 259913 w 663105"/>
                  <a:gd name="connsiteY52" fmla="*/ 143150 h 184906"/>
                  <a:gd name="connsiteX53" fmla="*/ 272337 w 663105"/>
                  <a:gd name="connsiteY53" fmla="*/ 98768 h 184906"/>
                  <a:gd name="connsiteX54" fmla="*/ 222492 w 663105"/>
                  <a:gd name="connsiteY54" fmla="*/ 119396 h 184906"/>
                  <a:gd name="connsiteX55" fmla="*/ 174218 w 663105"/>
                  <a:gd name="connsiteY55" fmla="*/ 102955 h 184906"/>
                  <a:gd name="connsiteX56" fmla="*/ 155882 w 663105"/>
                  <a:gd name="connsiteY56" fmla="*/ 59635 h 184906"/>
                  <a:gd name="connsiteX57" fmla="*/ 175790 w 663105"/>
                  <a:gd name="connsiteY57" fmla="*/ 16378 h 184906"/>
                  <a:gd name="connsiteX58" fmla="*/ 228329 w 663105"/>
                  <a:gd name="connsiteY58" fmla="*/ 0 h 184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663105" h="184906">
                    <a:moveTo>
                      <a:pt x="430891" y="41814"/>
                    </a:moveTo>
                    <a:lnTo>
                      <a:pt x="364890" y="121216"/>
                    </a:lnTo>
                    <a:lnTo>
                      <a:pt x="431919" y="121216"/>
                    </a:lnTo>
                    <a:lnTo>
                      <a:pt x="431919" y="41814"/>
                    </a:lnTo>
                    <a:close/>
                    <a:moveTo>
                      <a:pt x="591939" y="25910"/>
                    </a:moveTo>
                    <a:cubicBezTo>
                      <a:pt x="562036" y="25910"/>
                      <a:pt x="548632" y="52728"/>
                      <a:pt x="548632" y="96035"/>
                    </a:cubicBezTo>
                    <a:cubicBezTo>
                      <a:pt x="548632" y="139353"/>
                      <a:pt x="562036" y="165132"/>
                      <a:pt x="591939" y="165132"/>
                    </a:cubicBezTo>
                    <a:cubicBezTo>
                      <a:pt x="621854" y="165132"/>
                      <a:pt x="635257" y="139353"/>
                      <a:pt x="635257" y="96035"/>
                    </a:cubicBezTo>
                    <a:cubicBezTo>
                      <a:pt x="635257" y="52728"/>
                      <a:pt x="621854" y="25910"/>
                      <a:pt x="591939" y="25910"/>
                    </a:cubicBezTo>
                    <a:close/>
                    <a:moveTo>
                      <a:pt x="226833" y="20253"/>
                    </a:moveTo>
                    <a:cubicBezTo>
                      <a:pt x="214358" y="20253"/>
                      <a:pt x="204180" y="23921"/>
                      <a:pt x="196296" y="31255"/>
                    </a:cubicBezTo>
                    <a:cubicBezTo>
                      <a:pt x="188414" y="38591"/>
                      <a:pt x="184471" y="48050"/>
                      <a:pt x="184471" y="59635"/>
                    </a:cubicBezTo>
                    <a:cubicBezTo>
                      <a:pt x="184471" y="71221"/>
                      <a:pt x="188414" y="80701"/>
                      <a:pt x="196296" y="88078"/>
                    </a:cubicBezTo>
                    <a:cubicBezTo>
                      <a:pt x="204180" y="95454"/>
                      <a:pt x="214358" y="99142"/>
                      <a:pt x="226833" y="99142"/>
                    </a:cubicBezTo>
                    <a:cubicBezTo>
                      <a:pt x="239307" y="99142"/>
                      <a:pt x="249485" y="95433"/>
                      <a:pt x="257369" y="88015"/>
                    </a:cubicBezTo>
                    <a:cubicBezTo>
                      <a:pt x="265251" y="80681"/>
                      <a:pt x="269194" y="71221"/>
                      <a:pt x="269194" y="59635"/>
                    </a:cubicBezTo>
                    <a:cubicBezTo>
                      <a:pt x="269194" y="48050"/>
                      <a:pt x="265251" y="38591"/>
                      <a:pt x="257369" y="31255"/>
                    </a:cubicBezTo>
                    <a:cubicBezTo>
                      <a:pt x="249485" y="23921"/>
                      <a:pt x="239307" y="20253"/>
                      <a:pt x="226833" y="20253"/>
                    </a:cubicBezTo>
                    <a:close/>
                    <a:moveTo>
                      <a:pt x="436041" y="7784"/>
                    </a:moveTo>
                    <a:lnTo>
                      <a:pt x="457695" y="7784"/>
                    </a:lnTo>
                    <a:lnTo>
                      <a:pt x="457695" y="121227"/>
                    </a:lnTo>
                    <a:lnTo>
                      <a:pt x="488638" y="121227"/>
                    </a:lnTo>
                    <a:lnTo>
                      <a:pt x="488638" y="139785"/>
                    </a:lnTo>
                    <a:lnTo>
                      <a:pt x="457695" y="139785"/>
                    </a:lnTo>
                    <a:lnTo>
                      <a:pt x="457695" y="182063"/>
                    </a:lnTo>
                    <a:lnTo>
                      <a:pt x="431916" y="182063"/>
                    </a:lnTo>
                    <a:lnTo>
                      <a:pt x="431916" y="139785"/>
                    </a:lnTo>
                    <a:lnTo>
                      <a:pt x="341166" y="139785"/>
                    </a:lnTo>
                    <a:lnTo>
                      <a:pt x="341166" y="118131"/>
                    </a:lnTo>
                    <a:close/>
                    <a:moveTo>
                      <a:pt x="591940" y="6311"/>
                    </a:moveTo>
                    <a:cubicBezTo>
                      <a:pt x="651759" y="6311"/>
                      <a:pt x="663105" y="59938"/>
                      <a:pt x="663105" y="96034"/>
                    </a:cubicBezTo>
                    <a:cubicBezTo>
                      <a:pt x="663105" y="132131"/>
                      <a:pt x="651759" y="184718"/>
                      <a:pt x="591940" y="184718"/>
                    </a:cubicBezTo>
                    <a:cubicBezTo>
                      <a:pt x="532132" y="184718"/>
                      <a:pt x="520785" y="132131"/>
                      <a:pt x="520785" y="96034"/>
                    </a:cubicBezTo>
                    <a:cubicBezTo>
                      <a:pt x="520785" y="59938"/>
                      <a:pt x="532132" y="6311"/>
                      <a:pt x="591940" y="6311"/>
                    </a:cubicBezTo>
                    <a:close/>
                    <a:moveTo>
                      <a:pt x="55695" y="6311"/>
                    </a:moveTo>
                    <a:lnTo>
                      <a:pt x="76309" y="6311"/>
                    </a:lnTo>
                    <a:lnTo>
                      <a:pt x="76309" y="180591"/>
                    </a:lnTo>
                    <a:lnTo>
                      <a:pt x="48473" y="180591"/>
                    </a:lnTo>
                    <a:lnTo>
                      <a:pt x="48473" y="56840"/>
                    </a:lnTo>
                    <a:lnTo>
                      <a:pt x="0" y="56840"/>
                    </a:lnTo>
                    <a:lnTo>
                      <a:pt x="0" y="39312"/>
                    </a:lnTo>
                    <a:cubicBezTo>
                      <a:pt x="33001" y="37244"/>
                      <a:pt x="47434" y="35187"/>
                      <a:pt x="55695" y="6311"/>
                    </a:cubicBezTo>
                    <a:close/>
                    <a:moveTo>
                      <a:pt x="228329" y="0"/>
                    </a:moveTo>
                    <a:cubicBezTo>
                      <a:pt x="251480" y="0"/>
                      <a:pt x="269319" y="6855"/>
                      <a:pt x="281842" y="20567"/>
                    </a:cubicBezTo>
                    <a:cubicBezTo>
                      <a:pt x="294366" y="34277"/>
                      <a:pt x="300627" y="53759"/>
                      <a:pt x="300627" y="79013"/>
                    </a:cubicBezTo>
                    <a:cubicBezTo>
                      <a:pt x="300627" y="112936"/>
                      <a:pt x="293842" y="139066"/>
                      <a:pt x="280271" y="157402"/>
                    </a:cubicBezTo>
                    <a:cubicBezTo>
                      <a:pt x="266698" y="175739"/>
                      <a:pt x="247440" y="184906"/>
                      <a:pt x="222492" y="184906"/>
                    </a:cubicBezTo>
                    <a:cubicBezTo>
                      <a:pt x="203432" y="184906"/>
                      <a:pt x="188238" y="180635"/>
                      <a:pt x="176912" y="172092"/>
                    </a:cubicBezTo>
                    <a:cubicBezTo>
                      <a:pt x="165586" y="163549"/>
                      <a:pt x="159524" y="151776"/>
                      <a:pt x="158725" y="136773"/>
                    </a:cubicBezTo>
                    <a:lnTo>
                      <a:pt x="184772" y="136773"/>
                    </a:lnTo>
                    <a:cubicBezTo>
                      <a:pt x="185869" y="146025"/>
                      <a:pt x="189685" y="153172"/>
                      <a:pt x="196223" y="158214"/>
                    </a:cubicBezTo>
                    <a:cubicBezTo>
                      <a:pt x="202759" y="163257"/>
                      <a:pt x="211514" y="165778"/>
                      <a:pt x="222492" y="165778"/>
                    </a:cubicBezTo>
                    <a:cubicBezTo>
                      <a:pt x="238658" y="165778"/>
                      <a:pt x="251132" y="158236"/>
                      <a:pt x="259913" y="143150"/>
                    </a:cubicBezTo>
                    <a:cubicBezTo>
                      <a:pt x="266300" y="131898"/>
                      <a:pt x="270441" y="117104"/>
                      <a:pt x="272337" y="98768"/>
                    </a:cubicBezTo>
                    <a:cubicBezTo>
                      <a:pt x="258965" y="112520"/>
                      <a:pt x="242349" y="119396"/>
                      <a:pt x="222492" y="119396"/>
                    </a:cubicBezTo>
                    <a:cubicBezTo>
                      <a:pt x="202533" y="119396"/>
                      <a:pt x="186443" y="113915"/>
                      <a:pt x="174218" y="102955"/>
                    </a:cubicBezTo>
                    <a:cubicBezTo>
                      <a:pt x="161995" y="91995"/>
                      <a:pt x="155882" y="77555"/>
                      <a:pt x="155882" y="59635"/>
                    </a:cubicBezTo>
                    <a:cubicBezTo>
                      <a:pt x="155882" y="41715"/>
                      <a:pt x="162518" y="27296"/>
                      <a:pt x="175790" y="16378"/>
                    </a:cubicBezTo>
                    <a:cubicBezTo>
                      <a:pt x="189062" y="5459"/>
                      <a:pt x="206575" y="0"/>
                      <a:pt x="228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408E07A3-AFA1-435E-90FE-AEC3785ABD22}"/>
                  </a:ext>
                </a:extLst>
              </p:cNvPr>
              <p:cNvSpPr/>
              <p:nvPr/>
            </p:nvSpPr>
            <p:spPr>
              <a:xfrm>
                <a:off x="3373025" y="4211641"/>
                <a:ext cx="3537217" cy="893065"/>
              </a:xfrm>
              <a:custGeom>
                <a:avLst/>
                <a:gdLst>
                  <a:gd name="connsiteX0" fmla="*/ 162894 w 326707"/>
                  <a:gd name="connsiteY0" fmla="*/ 82351 h 82486"/>
                  <a:gd name="connsiteX1" fmla="*/ 135176 w 326707"/>
                  <a:gd name="connsiteY1" fmla="*/ 76350 h 82486"/>
                  <a:gd name="connsiteX2" fmla="*/ 143177 w 326707"/>
                  <a:gd name="connsiteY2" fmla="*/ 44536 h 82486"/>
                  <a:gd name="connsiteX3" fmla="*/ 19352 w 326707"/>
                  <a:gd name="connsiteY3" fmla="*/ 21771 h 82486"/>
                  <a:gd name="connsiteX4" fmla="*/ -365 w 326707"/>
                  <a:gd name="connsiteY4" fmla="*/ -136 h 82486"/>
                  <a:gd name="connsiteX5" fmla="*/ 30877 w 326707"/>
                  <a:gd name="connsiteY5" fmla="*/ 4817 h 82486"/>
                  <a:gd name="connsiteX6" fmla="*/ 133842 w 326707"/>
                  <a:gd name="connsiteY6" fmla="*/ 5674 h 82486"/>
                  <a:gd name="connsiteX7" fmla="*/ 162989 w 326707"/>
                  <a:gd name="connsiteY7" fmla="*/ 5674 h 82486"/>
                  <a:gd name="connsiteX8" fmla="*/ 192135 w 326707"/>
                  <a:gd name="connsiteY8" fmla="*/ 5674 h 82486"/>
                  <a:gd name="connsiteX9" fmla="*/ 295100 w 326707"/>
                  <a:gd name="connsiteY9" fmla="*/ 4817 h 82486"/>
                  <a:gd name="connsiteX10" fmla="*/ 326342 w 326707"/>
                  <a:gd name="connsiteY10" fmla="*/ -136 h 82486"/>
                  <a:gd name="connsiteX11" fmla="*/ 306721 w 326707"/>
                  <a:gd name="connsiteY11" fmla="*/ 21771 h 82486"/>
                  <a:gd name="connsiteX12" fmla="*/ 182896 w 326707"/>
                  <a:gd name="connsiteY12" fmla="*/ 44536 h 82486"/>
                  <a:gd name="connsiteX13" fmla="*/ 190897 w 326707"/>
                  <a:gd name="connsiteY13" fmla="*/ 76350 h 82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26707" h="82486">
                    <a:moveTo>
                      <a:pt x="162894" y="82351"/>
                    </a:moveTo>
                    <a:lnTo>
                      <a:pt x="135176" y="76350"/>
                    </a:lnTo>
                    <a:lnTo>
                      <a:pt x="143177" y="44536"/>
                    </a:lnTo>
                    <a:cubicBezTo>
                      <a:pt x="101245" y="41102"/>
                      <a:pt x="59763" y="33475"/>
                      <a:pt x="19352" y="21771"/>
                    </a:cubicBezTo>
                    <a:cubicBezTo>
                      <a:pt x="11564" y="15662"/>
                      <a:pt x="4893" y="8250"/>
                      <a:pt x="-365" y="-136"/>
                    </a:cubicBezTo>
                    <a:cubicBezTo>
                      <a:pt x="9900" y="2347"/>
                      <a:pt x="20347" y="4003"/>
                      <a:pt x="30877" y="4817"/>
                    </a:cubicBezTo>
                    <a:cubicBezTo>
                      <a:pt x="58785" y="5865"/>
                      <a:pt x="102410" y="2245"/>
                      <a:pt x="133842" y="5674"/>
                    </a:cubicBezTo>
                    <a:lnTo>
                      <a:pt x="162989" y="5674"/>
                    </a:lnTo>
                    <a:lnTo>
                      <a:pt x="192135" y="5674"/>
                    </a:lnTo>
                    <a:cubicBezTo>
                      <a:pt x="223568" y="2245"/>
                      <a:pt x="267288" y="5674"/>
                      <a:pt x="295100" y="4817"/>
                    </a:cubicBezTo>
                    <a:cubicBezTo>
                      <a:pt x="305630" y="4003"/>
                      <a:pt x="316077" y="2347"/>
                      <a:pt x="326342" y="-136"/>
                    </a:cubicBezTo>
                    <a:cubicBezTo>
                      <a:pt x="321105" y="8236"/>
                      <a:pt x="314468" y="15647"/>
                      <a:pt x="306721" y="21771"/>
                    </a:cubicBezTo>
                    <a:cubicBezTo>
                      <a:pt x="266307" y="33462"/>
                      <a:pt x="224826" y="41088"/>
                      <a:pt x="182896" y="44536"/>
                    </a:cubicBezTo>
                    <a:lnTo>
                      <a:pt x="190897" y="76350"/>
                    </a:lnTo>
                    <a:close/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2" name="任意多边形: 形状 131">
                <a:extLst>
                  <a:ext uri="{FF2B5EF4-FFF2-40B4-BE49-F238E27FC236}">
                    <a16:creationId xmlns:a16="http://schemas.microsoft.com/office/drawing/2014/main" id="{3DB1F8EE-AE63-4D29-800F-7DD54FD09797}"/>
                  </a:ext>
                </a:extLst>
              </p:cNvPr>
              <p:cNvSpPr/>
              <p:nvPr/>
            </p:nvSpPr>
            <p:spPr>
              <a:xfrm>
                <a:off x="3518431" y="3788820"/>
                <a:ext cx="3246401" cy="902357"/>
              </a:xfrm>
              <a:custGeom>
                <a:avLst/>
                <a:gdLst>
                  <a:gd name="connsiteX0" fmla="*/ 149463 w 299846"/>
                  <a:gd name="connsiteY0" fmla="*/ 6151 h 83344"/>
                  <a:gd name="connsiteX1" fmla="*/ 191564 w 299846"/>
                  <a:gd name="connsiteY1" fmla="*/ 6151 h 83344"/>
                  <a:gd name="connsiteX2" fmla="*/ 277289 w 299846"/>
                  <a:gd name="connsiteY2" fmla="*/ 2722 h 83344"/>
                  <a:gd name="connsiteX3" fmla="*/ 299482 w 299846"/>
                  <a:gd name="connsiteY3" fmla="*/ -135 h 83344"/>
                  <a:gd name="connsiteX4" fmla="*/ 279289 w 299846"/>
                  <a:gd name="connsiteY4" fmla="*/ 21391 h 83344"/>
                  <a:gd name="connsiteX5" fmla="*/ 254619 w 299846"/>
                  <a:gd name="connsiteY5" fmla="*/ 32631 h 83344"/>
                  <a:gd name="connsiteX6" fmla="*/ 195278 w 299846"/>
                  <a:gd name="connsiteY6" fmla="*/ 45871 h 83344"/>
                  <a:gd name="connsiteX7" fmla="*/ 168799 w 299846"/>
                  <a:gd name="connsiteY7" fmla="*/ 48823 h 83344"/>
                  <a:gd name="connsiteX8" fmla="*/ 176229 w 299846"/>
                  <a:gd name="connsiteY8" fmla="*/ 78636 h 83344"/>
                  <a:gd name="connsiteX9" fmla="*/ 149558 w 299846"/>
                  <a:gd name="connsiteY9" fmla="*/ 83208 h 83344"/>
                  <a:gd name="connsiteX10" fmla="*/ 122889 w 299846"/>
                  <a:gd name="connsiteY10" fmla="*/ 78636 h 83344"/>
                  <a:gd name="connsiteX11" fmla="*/ 130318 w 299846"/>
                  <a:gd name="connsiteY11" fmla="*/ 48823 h 83344"/>
                  <a:gd name="connsiteX12" fmla="*/ 103839 w 299846"/>
                  <a:gd name="connsiteY12" fmla="*/ 45870 h 83344"/>
                  <a:gd name="connsiteX13" fmla="*/ 44498 w 299846"/>
                  <a:gd name="connsiteY13" fmla="*/ 32630 h 83344"/>
                  <a:gd name="connsiteX14" fmla="*/ 19828 w 299846"/>
                  <a:gd name="connsiteY14" fmla="*/ 21391 h 83344"/>
                  <a:gd name="connsiteX15" fmla="*/ -365 w 299846"/>
                  <a:gd name="connsiteY15" fmla="*/ -136 h 83344"/>
                  <a:gd name="connsiteX16" fmla="*/ 21828 w 299846"/>
                  <a:gd name="connsiteY16" fmla="*/ 2721 h 83344"/>
                  <a:gd name="connsiteX17" fmla="*/ 107553 w 299846"/>
                  <a:gd name="connsiteY17" fmla="*/ 6150 h 83344"/>
                  <a:gd name="connsiteX18" fmla="*/ 149654 w 299846"/>
                  <a:gd name="connsiteY18" fmla="*/ 6151 h 8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99846" h="83344">
                    <a:moveTo>
                      <a:pt x="149463" y="6151"/>
                    </a:moveTo>
                    <a:cubicBezTo>
                      <a:pt x="170323" y="6151"/>
                      <a:pt x="191659" y="6151"/>
                      <a:pt x="191564" y="6151"/>
                    </a:cubicBezTo>
                    <a:cubicBezTo>
                      <a:pt x="219999" y="2694"/>
                      <a:pt x="248668" y="1547"/>
                      <a:pt x="277289" y="2722"/>
                    </a:cubicBezTo>
                    <a:cubicBezTo>
                      <a:pt x="284757" y="2441"/>
                      <a:pt x="292185" y="1485"/>
                      <a:pt x="299482" y="-135"/>
                    </a:cubicBezTo>
                    <a:cubicBezTo>
                      <a:pt x="294242" y="8306"/>
                      <a:pt x="287378" y="15623"/>
                      <a:pt x="279289" y="21391"/>
                    </a:cubicBezTo>
                    <a:cubicBezTo>
                      <a:pt x="271430" y="25890"/>
                      <a:pt x="263171" y="29653"/>
                      <a:pt x="254619" y="32631"/>
                    </a:cubicBezTo>
                    <a:cubicBezTo>
                      <a:pt x="235136" y="38283"/>
                      <a:pt x="215317" y="42705"/>
                      <a:pt x="195278" y="45871"/>
                    </a:cubicBezTo>
                    <a:cubicBezTo>
                      <a:pt x="185754" y="47013"/>
                      <a:pt x="176800" y="48156"/>
                      <a:pt x="168799" y="48823"/>
                    </a:cubicBezTo>
                    <a:lnTo>
                      <a:pt x="176229" y="78636"/>
                    </a:lnTo>
                    <a:lnTo>
                      <a:pt x="149558" y="83208"/>
                    </a:lnTo>
                    <a:lnTo>
                      <a:pt x="122889" y="78636"/>
                    </a:lnTo>
                    <a:lnTo>
                      <a:pt x="130318" y="48823"/>
                    </a:lnTo>
                    <a:cubicBezTo>
                      <a:pt x="122317" y="48156"/>
                      <a:pt x="113078" y="47013"/>
                      <a:pt x="103839" y="45870"/>
                    </a:cubicBezTo>
                    <a:cubicBezTo>
                      <a:pt x="83800" y="42705"/>
                      <a:pt x="63981" y="38283"/>
                      <a:pt x="44498" y="32630"/>
                    </a:cubicBezTo>
                    <a:cubicBezTo>
                      <a:pt x="35946" y="29652"/>
                      <a:pt x="27687" y="25889"/>
                      <a:pt x="19828" y="21391"/>
                    </a:cubicBezTo>
                    <a:cubicBezTo>
                      <a:pt x="11739" y="15622"/>
                      <a:pt x="4875" y="8305"/>
                      <a:pt x="-365" y="-136"/>
                    </a:cubicBezTo>
                    <a:cubicBezTo>
                      <a:pt x="6931" y="1484"/>
                      <a:pt x="14359" y="2441"/>
                      <a:pt x="21828" y="2721"/>
                    </a:cubicBezTo>
                    <a:cubicBezTo>
                      <a:pt x="50449" y="1547"/>
                      <a:pt x="79118" y="2694"/>
                      <a:pt x="107553" y="6150"/>
                    </a:cubicBezTo>
                    <a:cubicBezTo>
                      <a:pt x="107553" y="6151"/>
                      <a:pt x="128794" y="6151"/>
                      <a:pt x="149654" y="6151"/>
                    </a:cubicBezTo>
                  </a:path>
                </a:pathLst>
              </a:custGeom>
              <a:solidFill>
                <a:srgbClr val="13AE6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任意多边形: 形状 132">
                <a:extLst>
                  <a:ext uri="{FF2B5EF4-FFF2-40B4-BE49-F238E27FC236}">
                    <a16:creationId xmlns:a16="http://schemas.microsoft.com/office/drawing/2014/main" id="{02C63A41-6C1D-4C53-A891-D73E829BBB39}"/>
                  </a:ext>
                </a:extLst>
              </p:cNvPr>
              <p:cNvSpPr/>
              <p:nvPr/>
            </p:nvSpPr>
            <p:spPr>
              <a:xfrm>
                <a:off x="3703032" y="3358787"/>
                <a:ext cx="2883406" cy="928137"/>
              </a:xfrm>
              <a:custGeom>
                <a:avLst/>
                <a:gdLst>
                  <a:gd name="connsiteX0" fmla="*/ 132699 w 266319"/>
                  <a:gd name="connsiteY0" fmla="*/ 85589 h 85725"/>
                  <a:gd name="connsiteX1" fmla="*/ 132223 w 266319"/>
                  <a:gd name="connsiteY1" fmla="*/ 85589 h 85725"/>
                  <a:gd name="connsiteX2" fmla="*/ 107077 w 266319"/>
                  <a:gd name="connsiteY2" fmla="*/ 82637 h 85725"/>
                  <a:gd name="connsiteX3" fmla="*/ 113840 w 266319"/>
                  <a:gd name="connsiteY3" fmla="*/ 54062 h 85725"/>
                  <a:gd name="connsiteX4" fmla="*/ 91551 w 266319"/>
                  <a:gd name="connsiteY4" fmla="*/ 52728 h 85725"/>
                  <a:gd name="connsiteX5" fmla="*/ 43355 w 266319"/>
                  <a:gd name="connsiteY5" fmla="*/ 38536 h 85725"/>
                  <a:gd name="connsiteX6" fmla="*/ 18685 w 266319"/>
                  <a:gd name="connsiteY6" fmla="*/ 22629 h 85725"/>
                  <a:gd name="connsiteX7" fmla="*/ -365 w 266319"/>
                  <a:gd name="connsiteY7" fmla="*/ -136 h 85725"/>
                  <a:gd name="connsiteX8" fmla="*/ 21352 w 266319"/>
                  <a:gd name="connsiteY8" fmla="*/ 2627 h 85725"/>
                  <a:gd name="connsiteX9" fmla="*/ 91456 w 266319"/>
                  <a:gd name="connsiteY9" fmla="*/ 6818 h 85725"/>
                  <a:gd name="connsiteX10" fmla="*/ 132794 w 266319"/>
                  <a:gd name="connsiteY10" fmla="*/ 6818 h 85725"/>
                  <a:gd name="connsiteX11" fmla="*/ 174133 w 266319"/>
                  <a:gd name="connsiteY11" fmla="*/ 6818 h 85725"/>
                  <a:gd name="connsiteX12" fmla="*/ 244237 w 266319"/>
                  <a:gd name="connsiteY12" fmla="*/ 2627 h 85725"/>
                  <a:gd name="connsiteX13" fmla="*/ 265954 w 266319"/>
                  <a:gd name="connsiteY13" fmla="*/ -136 h 85725"/>
                  <a:gd name="connsiteX14" fmla="*/ 246904 w 266319"/>
                  <a:gd name="connsiteY14" fmla="*/ 22629 h 85725"/>
                  <a:gd name="connsiteX15" fmla="*/ 222234 w 266319"/>
                  <a:gd name="connsiteY15" fmla="*/ 38536 h 85725"/>
                  <a:gd name="connsiteX16" fmla="*/ 174038 w 266319"/>
                  <a:gd name="connsiteY16" fmla="*/ 52728 h 85725"/>
                  <a:gd name="connsiteX17" fmla="*/ 151654 w 266319"/>
                  <a:gd name="connsiteY17" fmla="*/ 54062 h 85725"/>
                  <a:gd name="connsiteX18" fmla="*/ 158417 w 266319"/>
                  <a:gd name="connsiteY18" fmla="*/ 82637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66319" h="85725">
                    <a:moveTo>
                      <a:pt x="132699" y="85589"/>
                    </a:moveTo>
                    <a:lnTo>
                      <a:pt x="132223" y="85589"/>
                    </a:lnTo>
                    <a:lnTo>
                      <a:pt x="107077" y="82637"/>
                    </a:lnTo>
                    <a:lnTo>
                      <a:pt x="113840" y="54062"/>
                    </a:lnTo>
                    <a:cubicBezTo>
                      <a:pt x="106384" y="54659"/>
                      <a:pt x="98882" y="54210"/>
                      <a:pt x="91551" y="52728"/>
                    </a:cubicBezTo>
                    <a:cubicBezTo>
                      <a:pt x="74928" y="50153"/>
                      <a:pt x="58721" y="45380"/>
                      <a:pt x="43355" y="38536"/>
                    </a:cubicBezTo>
                    <a:cubicBezTo>
                      <a:pt x="34466" y="34344"/>
                      <a:pt x="26171" y="28996"/>
                      <a:pt x="18685" y="22629"/>
                    </a:cubicBezTo>
                    <a:cubicBezTo>
                      <a:pt x="11003" y="16263"/>
                      <a:pt x="4548" y="8548"/>
                      <a:pt x="-365" y="-136"/>
                    </a:cubicBezTo>
                    <a:cubicBezTo>
                      <a:pt x="-365" y="-136"/>
                      <a:pt x="14684" y="2246"/>
                      <a:pt x="21352" y="2627"/>
                    </a:cubicBezTo>
                    <a:cubicBezTo>
                      <a:pt x="34020" y="3198"/>
                      <a:pt x="58404" y="4055"/>
                      <a:pt x="91456" y="6818"/>
                    </a:cubicBezTo>
                    <a:cubicBezTo>
                      <a:pt x="91456" y="6818"/>
                      <a:pt x="112411" y="6818"/>
                      <a:pt x="132794" y="6818"/>
                    </a:cubicBezTo>
                    <a:cubicBezTo>
                      <a:pt x="153178" y="6818"/>
                      <a:pt x="173942" y="6818"/>
                      <a:pt x="174133" y="6818"/>
                    </a:cubicBezTo>
                    <a:cubicBezTo>
                      <a:pt x="207185" y="4055"/>
                      <a:pt x="231283" y="3198"/>
                      <a:pt x="244237" y="2627"/>
                    </a:cubicBezTo>
                    <a:cubicBezTo>
                      <a:pt x="250904" y="2627"/>
                      <a:pt x="266049" y="55"/>
                      <a:pt x="265954" y="-136"/>
                    </a:cubicBezTo>
                    <a:cubicBezTo>
                      <a:pt x="261024" y="8536"/>
                      <a:pt x="254571" y="16248"/>
                      <a:pt x="246904" y="22629"/>
                    </a:cubicBezTo>
                    <a:cubicBezTo>
                      <a:pt x="239402" y="28975"/>
                      <a:pt x="231110" y="34322"/>
                      <a:pt x="222234" y="38536"/>
                    </a:cubicBezTo>
                    <a:cubicBezTo>
                      <a:pt x="206859" y="45355"/>
                      <a:pt x="190655" y="50127"/>
                      <a:pt x="174038" y="52728"/>
                    </a:cubicBezTo>
                    <a:cubicBezTo>
                      <a:pt x="166675" y="54209"/>
                      <a:pt x="159141" y="54658"/>
                      <a:pt x="151654" y="54062"/>
                    </a:cubicBezTo>
                    <a:lnTo>
                      <a:pt x="158417" y="82637"/>
                    </a:lnTo>
                    <a:close/>
                  </a:path>
                </a:pathLst>
              </a:custGeom>
              <a:solidFill>
                <a:srgbClr val="89C99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236A6C7C-20B4-4E5B-8425-E64A928230DA}"/>
                  </a:ext>
                </a:extLst>
              </p:cNvPr>
              <p:cNvSpPr/>
              <p:nvPr/>
            </p:nvSpPr>
            <p:spPr>
              <a:xfrm>
                <a:off x="3872159" y="2875128"/>
                <a:ext cx="2534835" cy="962162"/>
              </a:xfrm>
              <a:custGeom>
                <a:avLst/>
                <a:gdLst>
                  <a:gd name="connsiteX0" fmla="*/ 116793 w 234124"/>
                  <a:gd name="connsiteY0" fmla="*/ 88732 h 88868"/>
                  <a:gd name="connsiteX1" fmla="*/ 92790 w 234124"/>
                  <a:gd name="connsiteY1" fmla="*/ 87208 h 88868"/>
                  <a:gd name="connsiteX2" fmla="*/ 99076 w 234124"/>
                  <a:gd name="connsiteY2" fmla="*/ 61300 h 88868"/>
                  <a:gd name="connsiteX3" fmla="*/ 82407 w 234124"/>
                  <a:gd name="connsiteY3" fmla="*/ 61300 h 88868"/>
                  <a:gd name="connsiteX4" fmla="*/ 47736 w 234124"/>
                  <a:gd name="connsiteY4" fmla="*/ 50251 h 88868"/>
                  <a:gd name="connsiteX5" fmla="*/ 15351 w 234124"/>
                  <a:gd name="connsiteY5" fmla="*/ 24534 h 88868"/>
                  <a:gd name="connsiteX6" fmla="*/ -365 w 234124"/>
                  <a:gd name="connsiteY6" fmla="*/ -136 h 88868"/>
                  <a:gd name="connsiteX7" fmla="*/ 12684 w 234124"/>
                  <a:gd name="connsiteY7" fmla="*/ 2817 h 88868"/>
                  <a:gd name="connsiteX8" fmla="*/ 88884 w 234124"/>
                  <a:gd name="connsiteY8" fmla="*/ 12342 h 88868"/>
                  <a:gd name="connsiteX9" fmla="*/ 144510 w 234124"/>
                  <a:gd name="connsiteY9" fmla="*/ 12342 h 88868"/>
                  <a:gd name="connsiteX10" fmla="*/ 220710 w 234124"/>
                  <a:gd name="connsiteY10" fmla="*/ 2817 h 88868"/>
                  <a:gd name="connsiteX11" fmla="*/ 233759 w 234124"/>
                  <a:gd name="connsiteY11" fmla="*/ -136 h 88868"/>
                  <a:gd name="connsiteX12" fmla="*/ 218043 w 234124"/>
                  <a:gd name="connsiteY12" fmla="*/ 24534 h 88868"/>
                  <a:gd name="connsiteX13" fmla="*/ 185753 w 234124"/>
                  <a:gd name="connsiteY13" fmla="*/ 50252 h 88868"/>
                  <a:gd name="connsiteX14" fmla="*/ 150892 w 234124"/>
                  <a:gd name="connsiteY14" fmla="*/ 62063 h 88868"/>
                  <a:gd name="connsiteX15" fmla="*/ 134318 w 234124"/>
                  <a:gd name="connsiteY15" fmla="*/ 62063 h 88868"/>
                  <a:gd name="connsiteX16" fmla="*/ 140510 w 234124"/>
                  <a:gd name="connsiteY16" fmla="*/ 87971 h 8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4124" h="88868">
                    <a:moveTo>
                      <a:pt x="116793" y="88732"/>
                    </a:moveTo>
                    <a:lnTo>
                      <a:pt x="92790" y="87208"/>
                    </a:lnTo>
                    <a:lnTo>
                      <a:pt x="99076" y="61300"/>
                    </a:lnTo>
                    <a:cubicBezTo>
                      <a:pt x="93620" y="62791"/>
                      <a:pt x="87864" y="62791"/>
                      <a:pt x="82407" y="61300"/>
                    </a:cubicBezTo>
                    <a:cubicBezTo>
                      <a:pt x="70332" y="59502"/>
                      <a:pt x="58625" y="55771"/>
                      <a:pt x="47736" y="50251"/>
                    </a:cubicBezTo>
                    <a:cubicBezTo>
                      <a:pt x="35340" y="43915"/>
                      <a:pt x="24330" y="35173"/>
                      <a:pt x="15351" y="24534"/>
                    </a:cubicBezTo>
                    <a:cubicBezTo>
                      <a:pt x="8934" y="17123"/>
                      <a:pt x="3639" y="8812"/>
                      <a:pt x="-365" y="-136"/>
                    </a:cubicBezTo>
                    <a:cubicBezTo>
                      <a:pt x="3925" y="1097"/>
                      <a:pt x="8282" y="2082"/>
                      <a:pt x="12684" y="2817"/>
                    </a:cubicBezTo>
                    <a:cubicBezTo>
                      <a:pt x="37809" y="7902"/>
                      <a:pt x="63281" y="11086"/>
                      <a:pt x="88884" y="12342"/>
                    </a:cubicBezTo>
                    <a:lnTo>
                      <a:pt x="144510" y="12342"/>
                    </a:lnTo>
                    <a:cubicBezTo>
                      <a:pt x="170114" y="11086"/>
                      <a:pt x="195586" y="7902"/>
                      <a:pt x="220710" y="2817"/>
                    </a:cubicBezTo>
                    <a:cubicBezTo>
                      <a:pt x="225113" y="2083"/>
                      <a:pt x="229470" y="1097"/>
                      <a:pt x="233759" y="-136"/>
                    </a:cubicBezTo>
                    <a:cubicBezTo>
                      <a:pt x="229756" y="8812"/>
                      <a:pt x="224460" y="17124"/>
                      <a:pt x="218043" y="24534"/>
                    </a:cubicBezTo>
                    <a:cubicBezTo>
                      <a:pt x="209092" y="35163"/>
                      <a:pt x="198116" y="43905"/>
                      <a:pt x="185753" y="50252"/>
                    </a:cubicBezTo>
                    <a:cubicBezTo>
                      <a:pt x="174841" y="56032"/>
                      <a:pt x="163070" y="60020"/>
                      <a:pt x="150892" y="62063"/>
                    </a:cubicBezTo>
                    <a:cubicBezTo>
                      <a:pt x="145468" y="63555"/>
                      <a:pt x="139742" y="63555"/>
                      <a:pt x="134318" y="62063"/>
                    </a:cubicBezTo>
                    <a:lnTo>
                      <a:pt x="140510" y="87971"/>
                    </a:lnTo>
                    <a:close/>
                  </a:path>
                </a:pathLst>
              </a:custGeom>
              <a:solidFill>
                <a:srgbClr val="CAE5C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5" name="任意多边形: 形状 134">
                <a:extLst>
                  <a:ext uri="{FF2B5EF4-FFF2-40B4-BE49-F238E27FC236}">
                    <a16:creationId xmlns:a16="http://schemas.microsoft.com/office/drawing/2014/main" id="{9341842C-4F79-4D54-9297-0F5BB6CBE07A}"/>
                  </a:ext>
                </a:extLst>
              </p:cNvPr>
              <p:cNvSpPr/>
              <p:nvPr/>
            </p:nvSpPr>
            <p:spPr>
              <a:xfrm>
                <a:off x="4050561" y="2168719"/>
                <a:ext cx="2183167" cy="1215848"/>
              </a:xfrm>
              <a:custGeom>
                <a:avLst/>
                <a:gdLst>
                  <a:gd name="connsiteX0" fmla="*/ 78597 w 201643"/>
                  <a:gd name="connsiteY0" fmla="*/ 112164 h 112299"/>
                  <a:gd name="connsiteX1" fmla="*/ 84217 w 201643"/>
                  <a:gd name="connsiteY1" fmla="*/ 89113 h 112299"/>
                  <a:gd name="connsiteX2" fmla="*/ 69072 w 201643"/>
                  <a:gd name="connsiteY2" fmla="*/ 89685 h 112299"/>
                  <a:gd name="connsiteX3" fmla="*/ 56118 w 201643"/>
                  <a:gd name="connsiteY3" fmla="*/ 78731 h 112299"/>
                  <a:gd name="connsiteX4" fmla="*/ 37068 w 201643"/>
                  <a:gd name="connsiteY4" fmla="*/ 73397 h 112299"/>
                  <a:gd name="connsiteX5" fmla="*/ 28972 w 201643"/>
                  <a:gd name="connsiteY5" fmla="*/ 57014 h 112299"/>
                  <a:gd name="connsiteX6" fmla="*/ 7636 w 201643"/>
                  <a:gd name="connsiteY6" fmla="*/ 43679 h 112299"/>
                  <a:gd name="connsiteX7" fmla="*/ -365 w 201643"/>
                  <a:gd name="connsiteY7" fmla="*/ 21105 h 112299"/>
                  <a:gd name="connsiteX8" fmla="*/ 87837 w 201643"/>
                  <a:gd name="connsiteY8" fmla="*/ 34154 h 112299"/>
                  <a:gd name="connsiteX9" fmla="*/ 92599 w 201643"/>
                  <a:gd name="connsiteY9" fmla="*/ 9961 h 112299"/>
                  <a:gd name="connsiteX10" fmla="*/ 100409 w 201643"/>
                  <a:gd name="connsiteY10" fmla="*/ -136 h 112299"/>
                  <a:gd name="connsiteX11" fmla="*/ 100409 w 201643"/>
                  <a:gd name="connsiteY11" fmla="*/ -136 h 112299"/>
                  <a:gd name="connsiteX12" fmla="*/ 108220 w 201643"/>
                  <a:gd name="connsiteY12" fmla="*/ 9961 h 112299"/>
                  <a:gd name="connsiteX13" fmla="*/ 112982 w 201643"/>
                  <a:gd name="connsiteY13" fmla="*/ 34154 h 112299"/>
                  <a:gd name="connsiteX14" fmla="*/ 201279 w 201643"/>
                  <a:gd name="connsiteY14" fmla="*/ 21105 h 112299"/>
                  <a:gd name="connsiteX15" fmla="*/ 193278 w 201643"/>
                  <a:gd name="connsiteY15" fmla="*/ 43679 h 112299"/>
                  <a:gd name="connsiteX16" fmla="*/ 171942 w 201643"/>
                  <a:gd name="connsiteY16" fmla="*/ 57014 h 112299"/>
                  <a:gd name="connsiteX17" fmla="*/ 163751 w 201643"/>
                  <a:gd name="connsiteY17" fmla="*/ 73397 h 112299"/>
                  <a:gd name="connsiteX18" fmla="*/ 144701 w 201643"/>
                  <a:gd name="connsiteY18" fmla="*/ 78731 h 112299"/>
                  <a:gd name="connsiteX19" fmla="*/ 131651 w 201643"/>
                  <a:gd name="connsiteY19" fmla="*/ 89685 h 112299"/>
                  <a:gd name="connsiteX20" fmla="*/ 116507 w 201643"/>
                  <a:gd name="connsiteY20" fmla="*/ 89113 h 112299"/>
                  <a:gd name="connsiteX21" fmla="*/ 122126 w 201643"/>
                  <a:gd name="connsiteY21" fmla="*/ 112164 h 112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1643" h="112299">
                    <a:moveTo>
                      <a:pt x="78597" y="112164"/>
                    </a:moveTo>
                    <a:lnTo>
                      <a:pt x="84217" y="89113"/>
                    </a:lnTo>
                    <a:cubicBezTo>
                      <a:pt x="79371" y="90976"/>
                      <a:pt x="74044" y="91177"/>
                      <a:pt x="69072" y="89685"/>
                    </a:cubicBezTo>
                    <a:cubicBezTo>
                      <a:pt x="63385" y="88055"/>
                      <a:pt x="58670" y="84068"/>
                      <a:pt x="56118" y="78731"/>
                    </a:cubicBezTo>
                    <a:cubicBezTo>
                      <a:pt x="49336" y="79278"/>
                      <a:pt x="42581" y="77387"/>
                      <a:pt x="37068" y="73397"/>
                    </a:cubicBezTo>
                    <a:cubicBezTo>
                      <a:pt x="32448" y="69117"/>
                      <a:pt x="29565" y="63285"/>
                      <a:pt x="28972" y="57014"/>
                    </a:cubicBezTo>
                    <a:cubicBezTo>
                      <a:pt x="20600" y="55005"/>
                      <a:pt x="13110" y="50324"/>
                      <a:pt x="7636" y="43679"/>
                    </a:cubicBezTo>
                    <a:cubicBezTo>
                      <a:pt x="2458" y="37295"/>
                      <a:pt x="-368" y="29325"/>
                      <a:pt x="-365" y="21105"/>
                    </a:cubicBezTo>
                    <a:cubicBezTo>
                      <a:pt x="28175" y="30029"/>
                      <a:pt x="57935" y="34432"/>
                      <a:pt x="87837" y="34154"/>
                    </a:cubicBezTo>
                    <a:lnTo>
                      <a:pt x="92599" y="9961"/>
                    </a:lnTo>
                    <a:cubicBezTo>
                      <a:pt x="93075" y="7389"/>
                      <a:pt x="94218" y="-136"/>
                      <a:pt x="100409" y="-136"/>
                    </a:cubicBezTo>
                    <a:lnTo>
                      <a:pt x="100409" y="-136"/>
                    </a:lnTo>
                    <a:cubicBezTo>
                      <a:pt x="106600" y="-136"/>
                      <a:pt x="107744" y="7389"/>
                      <a:pt x="108220" y="9961"/>
                    </a:cubicBezTo>
                    <a:lnTo>
                      <a:pt x="112982" y="34154"/>
                    </a:lnTo>
                    <a:cubicBezTo>
                      <a:pt x="142914" y="34422"/>
                      <a:pt x="172704" y="30019"/>
                      <a:pt x="201279" y="21105"/>
                    </a:cubicBezTo>
                    <a:cubicBezTo>
                      <a:pt x="201236" y="29317"/>
                      <a:pt x="198416" y="37273"/>
                      <a:pt x="193278" y="43679"/>
                    </a:cubicBezTo>
                    <a:cubicBezTo>
                      <a:pt x="187790" y="50308"/>
                      <a:pt x="180306" y="54986"/>
                      <a:pt x="171942" y="57014"/>
                    </a:cubicBezTo>
                    <a:cubicBezTo>
                      <a:pt x="171289" y="63288"/>
                      <a:pt x="168378" y="69110"/>
                      <a:pt x="163751" y="73397"/>
                    </a:cubicBezTo>
                    <a:cubicBezTo>
                      <a:pt x="158238" y="77387"/>
                      <a:pt x="151483" y="79278"/>
                      <a:pt x="144701" y="78731"/>
                    </a:cubicBezTo>
                    <a:cubicBezTo>
                      <a:pt x="142098" y="84066"/>
                      <a:pt x="137356" y="88046"/>
                      <a:pt x="131651" y="89685"/>
                    </a:cubicBezTo>
                    <a:cubicBezTo>
                      <a:pt x="126679" y="91177"/>
                      <a:pt x="121352" y="90976"/>
                      <a:pt x="116507" y="89113"/>
                    </a:cubicBezTo>
                    <a:lnTo>
                      <a:pt x="122126" y="112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6" name="任意多边形: 形状 135">
                <a:extLst>
                  <a:ext uri="{FF2B5EF4-FFF2-40B4-BE49-F238E27FC236}">
                    <a16:creationId xmlns:a16="http://schemas.microsoft.com/office/drawing/2014/main" id="{698A072F-337B-48F5-8A1F-59181C258AE2}"/>
                  </a:ext>
                </a:extLst>
              </p:cNvPr>
              <p:cNvSpPr/>
              <p:nvPr/>
            </p:nvSpPr>
            <p:spPr>
              <a:xfrm>
                <a:off x="4030967" y="2154274"/>
                <a:ext cx="2216175" cy="1248848"/>
              </a:xfrm>
              <a:custGeom>
                <a:avLst/>
                <a:gdLst>
                  <a:gd name="connsiteX0" fmla="*/ 126032 w 204692"/>
                  <a:gd name="connsiteY0" fmla="*/ 115212 h 115347"/>
                  <a:gd name="connsiteX1" fmla="*/ 78407 w 204692"/>
                  <a:gd name="connsiteY1" fmla="*/ 115212 h 115347"/>
                  <a:gd name="connsiteX2" fmla="*/ 83932 w 204692"/>
                  <a:gd name="connsiteY2" fmla="*/ 93019 h 115347"/>
                  <a:gd name="connsiteX3" fmla="*/ 77740 w 204692"/>
                  <a:gd name="connsiteY3" fmla="*/ 93685 h 115347"/>
                  <a:gd name="connsiteX4" fmla="*/ 70597 w 204692"/>
                  <a:gd name="connsiteY4" fmla="*/ 92638 h 115347"/>
                  <a:gd name="connsiteX5" fmla="*/ 57071 w 204692"/>
                  <a:gd name="connsiteY5" fmla="*/ 81874 h 115347"/>
                  <a:gd name="connsiteX6" fmla="*/ 55737 w 204692"/>
                  <a:gd name="connsiteY6" fmla="*/ 81874 h 115347"/>
                  <a:gd name="connsiteX7" fmla="*/ 37735 w 204692"/>
                  <a:gd name="connsiteY7" fmla="*/ 76064 h 115347"/>
                  <a:gd name="connsiteX8" fmla="*/ 29067 w 204692"/>
                  <a:gd name="connsiteY8" fmla="*/ 59777 h 115347"/>
                  <a:gd name="connsiteX9" fmla="*/ 8017 w 204692"/>
                  <a:gd name="connsiteY9" fmla="*/ 46156 h 115347"/>
                  <a:gd name="connsiteX10" fmla="*/ -365 w 204692"/>
                  <a:gd name="connsiteY10" fmla="*/ 22439 h 115347"/>
                  <a:gd name="connsiteX11" fmla="*/ -365 w 204692"/>
                  <a:gd name="connsiteY11" fmla="*/ 20057 h 115347"/>
                  <a:gd name="connsiteX12" fmla="*/ 1826 w 204692"/>
                  <a:gd name="connsiteY12" fmla="*/ 20819 h 115347"/>
                  <a:gd name="connsiteX13" fmla="*/ 88027 w 204692"/>
                  <a:gd name="connsiteY13" fmla="*/ 33773 h 115347"/>
                  <a:gd name="connsiteX14" fmla="*/ 88027 w 204692"/>
                  <a:gd name="connsiteY14" fmla="*/ 33773 h 115347"/>
                  <a:gd name="connsiteX15" fmla="*/ 92409 w 204692"/>
                  <a:gd name="connsiteY15" fmla="*/ 10913 h 115347"/>
                  <a:gd name="connsiteX16" fmla="*/ 92409 w 204692"/>
                  <a:gd name="connsiteY16" fmla="*/ 10913 h 115347"/>
                  <a:gd name="connsiteX17" fmla="*/ 101934 w 204692"/>
                  <a:gd name="connsiteY17" fmla="*/ -136 h 115347"/>
                  <a:gd name="connsiteX18" fmla="*/ 101934 w 204692"/>
                  <a:gd name="connsiteY18" fmla="*/ -136 h 115347"/>
                  <a:gd name="connsiteX19" fmla="*/ 111459 w 204692"/>
                  <a:gd name="connsiteY19" fmla="*/ 10913 h 115347"/>
                  <a:gd name="connsiteX20" fmla="*/ 111459 w 204692"/>
                  <a:gd name="connsiteY20" fmla="*/ 10913 h 115347"/>
                  <a:gd name="connsiteX21" fmla="*/ 115935 w 204692"/>
                  <a:gd name="connsiteY21" fmla="*/ 33773 h 115347"/>
                  <a:gd name="connsiteX22" fmla="*/ 115935 w 204692"/>
                  <a:gd name="connsiteY22" fmla="*/ 33773 h 115347"/>
                  <a:gd name="connsiteX23" fmla="*/ 202137 w 204692"/>
                  <a:gd name="connsiteY23" fmla="*/ 20819 h 115347"/>
                  <a:gd name="connsiteX24" fmla="*/ 204327 w 204692"/>
                  <a:gd name="connsiteY24" fmla="*/ 20057 h 115347"/>
                  <a:gd name="connsiteX25" fmla="*/ 204327 w 204692"/>
                  <a:gd name="connsiteY25" fmla="*/ 22438 h 115347"/>
                  <a:gd name="connsiteX26" fmla="*/ 196041 w 204692"/>
                  <a:gd name="connsiteY26" fmla="*/ 46155 h 115347"/>
                  <a:gd name="connsiteX27" fmla="*/ 174895 w 204692"/>
                  <a:gd name="connsiteY27" fmla="*/ 59776 h 115347"/>
                  <a:gd name="connsiteX28" fmla="*/ 166227 w 204692"/>
                  <a:gd name="connsiteY28" fmla="*/ 76064 h 115347"/>
                  <a:gd name="connsiteX29" fmla="*/ 147177 w 204692"/>
                  <a:gd name="connsiteY29" fmla="*/ 81874 h 115347"/>
                  <a:gd name="connsiteX30" fmla="*/ 133747 w 204692"/>
                  <a:gd name="connsiteY30" fmla="*/ 92637 h 115347"/>
                  <a:gd name="connsiteX31" fmla="*/ 126603 w 204692"/>
                  <a:gd name="connsiteY31" fmla="*/ 93685 h 115347"/>
                  <a:gd name="connsiteX32" fmla="*/ 120412 w 204692"/>
                  <a:gd name="connsiteY32" fmla="*/ 93018 h 115347"/>
                  <a:gd name="connsiteX33" fmla="*/ 82598 w 204692"/>
                  <a:gd name="connsiteY33" fmla="*/ 111783 h 115347"/>
                  <a:gd name="connsiteX34" fmla="*/ 121651 w 204692"/>
                  <a:gd name="connsiteY34" fmla="*/ 111783 h 115347"/>
                  <a:gd name="connsiteX35" fmla="*/ 115745 w 204692"/>
                  <a:gd name="connsiteY35" fmla="*/ 87589 h 115347"/>
                  <a:gd name="connsiteX36" fmla="*/ 118888 w 204692"/>
                  <a:gd name="connsiteY36" fmla="*/ 88923 h 115347"/>
                  <a:gd name="connsiteX37" fmla="*/ 126794 w 204692"/>
                  <a:gd name="connsiteY37" fmla="*/ 90352 h 115347"/>
                  <a:gd name="connsiteX38" fmla="*/ 132890 w 204692"/>
                  <a:gd name="connsiteY38" fmla="*/ 89399 h 115347"/>
                  <a:gd name="connsiteX39" fmla="*/ 144796 w 204692"/>
                  <a:gd name="connsiteY39" fmla="*/ 79874 h 115347"/>
                  <a:gd name="connsiteX40" fmla="*/ 145273 w 204692"/>
                  <a:gd name="connsiteY40" fmla="*/ 78636 h 115347"/>
                  <a:gd name="connsiteX41" fmla="*/ 148702 w 204692"/>
                  <a:gd name="connsiteY41" fmla="*/ 78636 h 115347"/>
                  <a:gd name="connsiteX42" fmla="*/ 164513 w 204692"/>
                  <a:gd name="connsiteY42" fmla="*/ 73683 h 115347"/>
                  <a:gd name="connsiteX43" fmla="*/ 172133 w 204692"/>
                  <a:gd name="connsiteY43" fmla="*/ 58443 h 115347"/>
                  <a:gd name="connsiteX44" fmla="*/ 172133 w 204692"/>
                  <a:gd name="connsiteY44" fmla="*/ 57205 h 115347"/>
                  <a:gd name="connsiteX45" fmla="*/ 173371 w 204692"/>
                  <a:gd name="connsiteY45" fmla="*/ 57205 h 115347"/>
                  <a:gd name="connsiteX46" fmla="*/ 193755 w 204692"/>
                  <a:gd name="connsiteY46" fmla="*/ 44441 h 115347"/>
                  <a:gd name="connsiteX47" fmla="*/ 201280 w 204692"/>
                  <a:gd name="connsiteY47" fmla="*/ 25391 h 115347"/>
                  <a:gd name="connsiteX48" fmla="*/ 116317 w 204692"/>
                  <a:gd name="connsiteY48" fmla="*/ 37774 h 115347"/>
                  <a:gd name="connsiteX49" fmla="*/ 113364 w 204692"/>
                  <a:gd name="connsiteY49" fmla="*/ 37774 h 115347"/>
                  <a:gd name="connsiteX50" fmla="*/ 113364 w 204692"/>
                  <a:gd name="connsiteY50" fmla="*/ 36345 h 115347"/>
                  <a:gd name="connsiteX51" fmla="*/ 108696 w 204692"/>
                  <a:gd name="connsiteY51" fmla="*/ 12151 h 115347"/>
                  <a:gd name="connsiteX52" fmla="*/ 108696 w 204692"/>
                  <a:gd name="connsiteY52" fmla="*/ 12151 h 115347"/>
                  <a:gd name="connsiteX53" fmla="*/ 102601 w 204692"/>
                  <a:gd name="connsiteY53" fmla="*/ 3865 h 115347"/>
                  <a:gd name="connsiteX54" fmla="*/ 102601 w 204692"/>
                  <a:gd name="connsiteY54" fmla="*/ 3865 h 115347"/>
                  <a:gd name="connsiteX55" fmla="*/ 96504 w 204692"/>
                  <a:gd name="connsiteY55" fmla="*/ 12151 h 115347"/>
                  <a:gd name="connsiteX56" fmla="*/ 96504 w 204692"/>
                  <a:gd name="connsiteY56" fmla="*/ 12151 h 115347"/>
                  <a:gd name="connsiteX57" fmla="*/ 91837 w 204692"/>
                  <a:gd name="connsiteY57" fmla="*/ 36345 h 115347"/>
                  <a:gd name="connsiteX58" fmla="*/ 91837 w 204692"/>
                  <a:gd name="connsiteY58" fmla="*/ 37774 h 115347"/>
                  <a:gd name="connsiteX59" fmla="*/ 88885 w 204692"/>
                  <a:gd name="connsiteY59" fmla="*/ 37774 h 115347"/>
                  <a:gd name="connsiteX60" fmla="*/ 3921 w 204692"/>
                  <a:gd name="connsiteY60" fmla="*/ 25391 h 115347"/>
                  <a:gd name="connsiteX61" fmla="*/ 11541 w 204692"/>
                  <a:gd name="connsiteY61" fmla="*/ 44441 h 115347"/>
                  <a:gd name="connsiteX62" fmla="*/ 31830 w 204692"/>
                  <a:gd name="connsiteY62" fmla="*/ 57205 h 115347"/>
                  <a:gd name="connsiteX63" fmla="*/ 33068 w 204692"/>
                  <a:gd name="connsiteY63" fmla="*/ 57205 h 115347"/>
                  <a:gd name="connsiteX64" fmla="*/ 33068 w 204692"/>
                  <a:gd name="connsiteY64" fmla="*/ 58443 h 115347"/>
                  <a:gd name="connsiteX65" fmla="*/ 40688 w 204692"/>
                  <a:gd name="connsiteY65" fmla="*/ 73683 h 115347"/>
                  <a:gd name="connsiteX66" fmla="*/ 56500 w 204692"/>
                  <a:gd name="connsiteY66" fmla="*/ 78636 h 115347"/>
                  <a:gd name="connsiteX67" fmla="*/ 59928 w 204692"/>
                  <a:gd name="connsiteY67" fmla="*/ 78636 h 115347"/>
                  <a:gd name="connsiteX68" fmla="*/ 60405 w 204692"/>
                  <a:gd name="connsiteY68" fmla="*/ 79874 h 115347"/>
                  <a:gd name="connsiteX69" fmla="*/ 72406 w 204692"/>
                  <a:gd name="connsiteY69" fmla="*/ 89399 h 115347"/>
                  <a:gd name="connsiteX70" fmla="*/ 78503 w 204692"/>
                  <a:gd name="connsiteY70" fmla="*/ 90352 h 115347"/>
                  <a:gd name="connsiteX71" fmla="*/ 86313 w 204692"/>
                  <a:gd name="connsiteY71" fmla="*/ 88923 h 115347"/>
                  <a:gd name="connsiteX72" fmla="*/ 89456 w 204692"/>
                  <a:gd name="connsiteY72" fmla="*/ 87685 h 115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204692" h="115347">
                    <a:moveTo>
                      <a:pt x="126032" y="115212"/>
                    </a:moveTo>
                    <a:lnTo>
                      <a:pt x="78407" y="115212"/>
                    </a:lnTo>
                    <a:lnTo>
                      <a:pt x="83932" y="93019"/>
                    </a:lnTo>
                    <a:cubicBezTo>
                      <a:pt x="81899" y="93471"/>
                      <a:pt x="79823" y="93695"/>
                      <a:pt x="77740" y="93685"/>
                    </a:cubicBezTo>
                    <a:cubicBezTo>
                      <a:pt x="75321" y="93686"/>
                      <a:pt x="72914" y="93333"/>
                      <a:pt x="70597" y="92638"/>
                    </a:cubicBezTo>
                    <a:cubicBezTo>
                      <a:pt x="64863" y="90940"/>
                      <a:pt x="60013" y="87081"/>
                      <a:pt x="57071" y="81874"/>
                    </a:cubicBezTo>
                    <a:lnTo>
                      <a:pt x="55737" y="81874"/>
                    </a:lnTo>
                    <a:cubicBezTo>
                      <a:pt x="49259" y="81986"/>
                      <a:pt x="42926" y="79942"/>
                      <a:pt x="37735" y="76064"/>
                    </a:cubicBezTo>
                    <a:cubicBezTo>
                      <a:pt x="33007" y="71834"/>
                      <a:pt x="29935" y="66061"/>
                      <a:pt x="29067" y="59777"/>
                    </a:cubicBezTo>
                    <a:cubicBezTo>
                      <a:pt x="20837" y="57463"/>
                      <a:pt x="13500" y="52715"/>
                      <a:pt x="8017" y="46156"/>
                    </a:cubicBezTo>
                    <a:cubicBezTo>
                      <a:pt x="2619" y="39427"/>
                      <a:pt x="-337" y="31065"/>
                      <a:pt x="-365" y="22439"/>
                    </a:cubicBezTo>
                    <a:lnTo>
                      <a:pt x="-365" y="20057"/>
                    </a:lnTo>
                    <a:lnTo>
                      <a:pt x="1826" y="20819"/>
                    </a:lnTo>
                    <a:cubicBezTo>
                      <a:pt x="29712" y="29590"/>
                      <a:pt x="58795" y="33961"/>
                      <a:pt x="88027" y="33773"/>
                    </a:cubicBezTo>
                    <a:lnTo>
                      <a:pt x="88027" y="33773"/>
                    </a:lnTo>
                    <a:cubicBezTo>
                      <a:pt x="88980" y="28915"/>
                      <a:pt x="92123" y="12532"/>
                      <a:pt x="92409" y="10913"/>
                    </a:cubicBezTo>
                    <a:lnTo>
                      <a:pt x="92409" y="10913"/>
                    </a:lnTo>
                    <a:cubicBezTo>
                      <a:pt x="92980" y="7960"/>
                      <a:pt x="94600" y="-136"/>
                      <a:pt x="101934" y="-136"/>
                    </a:cubicBezTo>
                    <a:lnTo>
                      <a:pt x="101934" y="-136"/>
                    </a:lnTo>
                    <a:cubicBezTo>
                      <a:pt x="109268" y="-136"/>
                      <a:pt x="110792" y="7960"/>
                      <a:pt x="111459" y="10913"/>
                    </a:cubicBezTo>
                    <a:lnTo>
                      <a:pt x="111459" y="10913"/>
                    </a:lnTo>
                    <a:cubicBezTo>
                      <a:pt x="111459" y="12532"/>
                      <a:pt x="114983" y="28915"/>
                      <a:pt x="115935" y="33773"/>
                    </a:cubicBezTo>
                    <a:lnTo>
                      <a:pt x="115935" y="33773"/>
                    </a:lnTo>
                    <a:cubicBezTo>
                      <a:pt x="145168" y="33961"/>
                      <a:pt x="174251" y="29590"/>
                      <a:pt x="202137" y="20819"/>
                    </a:cubicBezTo>
                    <a:lnTo>
                      <a:pt x="204327" y="20057"/>
                    </a:lnTo>
                    <a:lnTo>
                      <a:pt x="204327" y="22438"/>
                    </a:lnTo>
                    <a:cubicBezTo>
                      <a:pt x="204326" y="31053"/>
                      <a:pt x="201405" y="39414"/>
                      <a:pt x="196041" y="46155"/>
                    </a:cubicBezTo>
                    <a:cubicBezTo>
                      <a:pt x="190529" y="52726"/>
                      <a:pt x="183157" y="57474"/>
                      <a:pt x="174895" y="59776"/>
                    </a:cubicBezTo>
                    <a:cubicBezTo>
                      <a:pt x="174028" y="66061"/>
                      <a:pt x="170956" y="71833"/>
                      <a:pt x="166227" y="76064"/>
                    </a:cubicBezTo>
                    <a:cubicBezTo>
                      <a:pt x="160724" y="80113"/>
                      <a:pt x="154004" y="82163"/>
                      <a:pt x="147177" y="81874"/>
                    </a:cubicBezTo>
                    <a:cubicBezTo>
                      <a:pt x="144258" y="87061"/>
                      <a:pt x="139446" y="90918"/>
                      <a:pt x="133747" y="92637"/>
                    </a:cubicBezTo>
                    <a:cubicBezTo>
                      <a:pt x="131428" y="93324"/>
                      <a:pt x="129022" y="93677"/>
                      <a:pt x="126603" y="93685"/>
                    </a:cubicBezTo>
                    <a:cubicBezTo>
                      <a:pt x="124521" y="93699"/>
                      <a:pt x="122444" y="93475"/>
                      <a:pt x="120412" y="93018"/>
                    </a:cubicBezTo>
                    <a:close/>
                    <a:moveTo>
                      <a:pt x="82598" y="111783"/>
                    </a:moveTo>
                    <a:lnTo>
                      <a:pt x="121651" y="111783"/>
                    </a:lnTo>
                    <a:lnTo>
                      <a:pt x="115745" y="87589"/>
                    </a:lnTo>
                    <a:lnTo>
                      <a:pt x="118888" y="88923"/>
                    </a:lnTo>
                    <a:cubicBezTo>
                      <a:pt x="121417" y="89866"/>
                      <a:pt x="124095" y="90350"/>
                      <a:pt x="126794" y="90352"/>
                    </a:cubicBezTo>
                    <a:cubicBezTo>
                      <a:pt x="128861" y="90330"/>
                      <a:pt x="130915" y="90009"/>
                      <a:pt x="132890" y="89399"/>
                    </a:cubicBezTo>
                    <a:cubicBezTo>
                      <a:pt x="138012" y="88020"/>
                      <a:pt x="142327" y="84568"/>
                      <a:pt x="144796" y="79874"/>
                    </a:cubicBezTo>
                    <a:lnTo>
                      <a:pt x="145273" y="78636"/>
                    </a:lnTo>
                    <a:lnTo>
                      <a:pt x="148702" y="78636"/>
                    </a:lnTo>
                    <a:cubicBezTo>
                      <a:pt x="154379" y="78811"/>
                      <a:pt x="159950" y="77066"/>
                      <a:pt x="164513" y="73683"/>
                    </a:cubicBezTo>
                    <a:cubicBezTo>
                      <a:pt x="168817" y="69695"/>
                      <a:pt x="171525" y="64279"/>
                      <a:pt x="172133" y="58443"/>
                    </a:cubicBezTo>
                    <a:lnTo>
                      <a:pt x="172133" y="57205"/>
                    </a:lnTo>
                    <a:lnTo>
                      <a:pt x="173371" y="57205"/>
                    </a:lnTo>
                    <a:cubicBezTo>
                      <a:pt x="181350" y="55225"/>
                      <a:pt x="188489" y="50754"/>
                      <a:pt x="193755" y="44441"/>
                    </a:cubicBezTo>
                    <a:cubicBezTo>
                      <a:pt x="198109" y="38985"/>
                      <a:pt x="200730" y="32350"/>
                      <a:pt x="201280" y="25391"/>
                    </a:cubicBezTo>
                    <a:cubicBezTo>
                      <a:pt x="173736" y="33738"/>
                      <a:pt x="145097" y="37911"/>
                      <a:pt x="116317" y="37774"/>
                    </a:cubicBezTo>
                    <a:lnTo>
                      <a:pt x="113364" y="37774"/>
                    </a:lnTo>
                    <a:lnTo>
                      <a:pt x="113364" y="36345"/>
                    </a:lnTo>
                    <a:lnTo>
                      <a:pt x="108696" y="12151"/>
                    </a:lnTo>
                    <a:lnTo>
                      <a:pt x="108696" y="12151"/>
                    </a:lnTo>
                    <a:cubicBezTo>
                      <a:pt x="107935" y="8056"/>
                      <a:pt x="106601" y="3865"/>
                      <a:pt x="102601" y="3865"/>
                    </a:cubicBezTo>
                    <a:lnTo>
                      <a:pt x="102601" y="3865"/>
                    </a:lnTo>
                    <a:cubicBezTo>
                      <a:pt x="98695" y="3865"/>
                      <a:pt x="97362" y="8056"/>
                      <a:pt x="96504" y="12151"/>
                    </a:cubicBezTo>
                    <a:lnTo>
                      <a:pt x="96504" y="12151"/>
                    </a:lnTo>
                    <a:lnTo>
                      <a:pt x="91837" y="36345"/>
                    </a:lnTo>
                    <a:lnTo>
                      <a:pt x="91837" y="37774"/>
                    </a:lnTo>
                    <a:lnTo>
                      <a:pt x="88885" y="37774"/>
                    </a:lnTo>
                    <a:cubicBezTo>
                      <a:pt x="60105" y="37901"/>
                      <a:pt x="31468" y="33728"/>
                      <a:pt x="3921" y="25391"/>
                    </a:cubicBezTo>
                    <a:cubicBezTo>
                      <a:pt x="4470" y="32367"/>
                      <a:pt x="7127" y="39012"/>
                      <a:pt x="11541" y="44441"/>
                    </a:cubicBezTo>
                    <a:cubicBezTo>
                      <a:pt x="16755" y="50768"/>
                      <a:pt x="23870" y="55244"/>
                      <a:pt x="31830" y="57205"/>
                    </a:cubicBezTo>
                    <a:lnTo>
                      <a:pt x="33068" y="57205"/>
                    </a:lnTo>
                    <a:lnTo>
                      <a:pt x="33068" y="58443"/>
                    </a:lnTo>
                    <a:cubicBezTo>
                      <a:pt x="33726" y="64264"/>
                      <a:pt x="36425" y="69664"/>
                      <a:pt x="40688" y="73683"/>
                    </a:cubicBezTo>
                    <a:cubicBezTo>
                      <a:pt x="45255" y="77059"/>
                      <a:pt x="50823" y="78803"/>
                      <a:pt x="56500" y="78636"/>
                    </a:cubicBezTo>
                    <a:lnTo>
                      <a:pt x="59928" y="78636"/>
                    </a:lnTo>
                    <a:lnTo>
                      <a:pt x="60405" y="79874"/>
                    </a:lnTo>
                    <a:cubicBezTo>
                      <a:pt x="62896" y="84589"/>
                      <a:pt x="67249" y="88044"/>
                      <a:pt x="72406" y="89399"/>
                    </a:cubicBezTo>
                    <a:cubicBezTo>
                      <a:pt x="74380" y="90016"/>
                      <a:pt x="76435" y="90336"/>
                      <a:pt x="78503" y="90352"/>
                    </a:cubicBezTo>
                    <a:cubicBezTo>
                      <a:pt x="81172" y="90357"/>
                      <a:pt x="83819" y="89873"/>
                      <a:pt x="86313" y="88923"/>
                    </a:cubicBezTo>
                    <a:lnTo>
                      <a:pt x="89456" y="87685"/>
                    </a:lnTo>
                    <a:close/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2FFFB832-3B33-4C37-B85E-800BECBC27DD}"/>
                  </a:ext>
                </a:extLst>
              </p:cNvPr>
              <p:cNvSpPr/>
              <p:nvPr/>
            </p:nvSpPr>
            <p:spPr>
              <a:xfrm>
                <a:off x="5089901" y="1768141"/>
                <a:ext cx="765536" cy="591631"/>
              </a:xfrm>
              <a:custGeom>
                <a:avLst/>
                <a:gdLst>
                  <a:gd name="connsiteX0" fmla="*/ 235474 w 765536"/>
                  <a:gd name="connsiteY0" fmla="*/ 492940 h 591631"/>
                  <a:gd name="connsiteX1" fmla="*/ 238582 w 765536"/>
                  <a:gd name="connsiteY1" fmla="*/ 497458 h 591631"/>
                  <a:gd name="connsiteX2" fmla="*/ 235474 w 765536"/>
                  <a:gd name="connsiteY2" fmla="*/ 498104 h 591631"/>
                  <a:gd name="connsiteX3" fmla="*/ 294255 w 765536"/>
                  <a:gd name="connsiteY3" fmla="*/ 485883 h 591631"/>
                  <a:gd name="connsiteX4" fmla="*/ 353043 w 765536"/>
                  <a:gd name="connsiteY4" fmla="*/ 498104 h 591631"/>
                  <a:gd name="connsiteX5" fmla="*/ 467503 w 765536"/>
                  <a:gd name="connsiteY5" fmla="*/ 580604 h 591631"/>
                  <a:gd name="connsiteX6" fmla="*/ 332418 w 765536"/>
                  <a:gd name="connsiteY6" fmla="*/ 580604 h 591631"/>
                  <a:gd name="connsiteX7" fmla="*/ 273540 w 765536"/>
                  <a:gd name="connsiteY7" fmla="*/ 548278 h 591631"/>
                  <a:gd name="connsiteX8" fmla="*/ 238582 w 765536"/>
                  <a:gd name="connsiteY8" fmla="*/ 497458 h 591631"/>
                  <a:gd name="connsiteX9" fmla="*/ 454621 w 765536"/>
                  <a:gd name="connsiteY9" fmla="*/ 406943 h 591631"/>
                  <a:gd name="connsiteX10" fmla="*/ 519074 w 765536"/>
                  <a:gd name="connsiteY10" fmla="*/ 417670 h 591631"/>
                  <a:gd name="connsiteX11" fmla="*/ 636644 w 765536"/>
                  <a:gd name="connsiteY11" fmla="*/ 492952 h 591631"/>
                  <a:gd name="connsiteX12" fmla="*/ 497420 w 765536"/>
                  <a:gd name="connsiteY12" fmla="*/ 501202 h 591631"/>
                  <a:gd name="connsiteX13" fmla="*/ 394293 w 765536"/>
                  <a:gd name="connsiteY13" fmla="*/ 424881 h 591631"/>
                  <a:gd name="connsiteX14" fmla="*/ 390168 w 765536"/>
                  <a:gd name="connsiteY14" fmla="*/ 417670 h 591631"/>
                  <a:gd name="connsiteX15" fmla="*/ 454621 w 765536"/>
                  <a:gd name="connsiteY15" fmla="*/ 406943 h 591631"/>
                  <a:gd name="connsiteX16" fmla="*/ 644882 w 765536"/>
                  <a:gd name="connsiteY16" fmla="*/ 279479 h 591631"/>
                  <a:gd name="connsiteX17" fmla="*/ 765536 w 765536"/>
                  <a:gd name="connsiteY17" fmla="*/ 295979 h 591631"/>
                  <a:gd name="connsiteX18" fmla="*/ 651075 w 765536"/>
                  <a:gd name="connsiteY18" fmla="*/ 359921 h 591631"/>
                  <a:gd name="connsiteX19" fmla="*/ 529380 w 765536"/>
                  <a:gd name="connsiteY19" fmla="*/ 321757 h 591631"/>
                  <a:gd name="connsiteX20" fmla="*/ 644882 w 765536"/>
                  <a:gd name="connsiteY20" fmla="*/ 279479 h 591631"/>
                  <a:gd name="connsiteX21" fmla="*/ 725324 w 765536"/>
                  <a:gd name="connsiteY21" fmla="*/ 0 h 591631"/>
                  <a:gd name="connsiteX22" fmla="*/ 702642 w 765536"/>
                  <a:gd name="connsiteY22" fmla="*/ 135098 h 591631"/>
                  <a:gd name="connsiteX23" fmla="*/ 672700 w 765536"/>
                  <a:gd name="connsiteY23" fmla="*/ 184089 h 591631"/>
                  <a:gd name="connsiteX24" fmla="*/ 622477 w 765536"/>
                  <a:gd name="connsiteY24" fmla="*/ 211255 h 591631"/>
                  <a:gd name="connsiteX25" fmla="*/ 600535 w 765536"/>
                  <a:gd name="connsiteY25" fmla="*/ 244409 h 591631"/>
                  <a:gd name="connsiteX26" fmla="*/ 24068 w 765536"/>
                  <a:gd name="connsiteY26" fmla="*/ 558942 h 591631"/>
                  <a:gd name="connsiteX27" fmla="*/ 520 w 765536"/>
                  <a:gd name="connsiteY27" fmla="*/ 544336 h 591631"/>
                  <a:gd name="connsiteX28" fmla="*/ 15136 w 765536"/>
                  <a:gd name="connsiteY28" fmla="*/ 520788 h 591631"/>
                  <a:gd name="connsiteX29" fmla="*/ 22000 w 765536"/>
                  <a:gd name="connsiteY29" fmla="*/ 520788 h 591631"/>
                  <a:gd name="connsiteX30" fmla="*/ 79751 w 765536"/>
                  <a:gd name="connsiteY30" fmla="*/ 507384 h 591631"/>
                  <a:gd name="connsiteX31" fmla="*/ 222404 w 765536"/>
                  <a:gd name="connsiteY31" fmla="*/ 459271 h 591631"/>
                  <a:gd name="connsiteX32" fmla="*/ 224223 w 765536"/>
                  <a:gd name="connsiteY32" fmla="*/ 458380 h 591631"/>
                  <a:gd name="connsiteX33" fmla="*/ 200027 w 765536"/>
                  <a:gd name="connsiteY33" fmla="*/ 401188 h 591631"/>
                  <a:gd name="connsiteX34" fmla="*/ 196289 w 765536"/>
                  <a:gd name="connsiteY34" fmla="*/ 334133 h 591631"/>
                  <a:gd name="connsiteX35" fmla="*/ 267444 w 765536"/>
                  <a:gd name="connsiteY35" fmla="*/ 210381 h 591631"/>
                  <a:gd name="connsiteX36" fmla="*/ 290126 w 765536"/>
                  <a:gd name="connsiteY36" fmla="*/ 349604 h 591631"/>
                  <a:gd name="connsiteX37" fmla="*/ 258160 w 765536"/>
                  <a:gd name="connsiteY37" fmla="*/ 427978 h 591631"/>
                  <a:gd name="connsiteX38" fmla="*/ 237560 w 765536"/>
                  <a:gd name="connsiteY38" fmla="*/ 451839 h 591631"/>
                  <a:gd name="connsiteX39" fmla="*/ 357006 w 765536"/>
                  <a:gd name="connsiteY39" fmla="*/ 393266 h 591631"/>
                  <a:gd name="connsiteX40" fmla="*/ 374979 w 765536"/>
                  <a:gd name="connsiteY40" fmla="*/ 381329 h 591631"/>
                  <a:gd name="connsiteX41" fmla="*/ 351341 w 765536"/>
                  <a:gd name="connsiteY41" fmla="*/ 323131 h 591631"/>
                  <a:gd name="connsiteX42" fmla="*/ 346848 w 765536"/>
                  <a:gd name="connsiteY42" fmla="*/ 255756 h 591631"/>
                  <a:gd name="connsiteX43" fmla="*/ 411818 w 765536"/>
                  <a:gd name="connsiteY43" fmla="*/ 128907 h 591631"/>
                  <a:gd name="connsiteX44" fmla="*/ 435529 w 765536"/>
                  <a:gd name="connsiteY44" fmla="*/ 269160 h 591631"/>
                  <a:gd name="connsiteX45" fmla="*/ 416846 w 765536"/>
                  <a:gd name="connsiteY45" fmla="*/ 332829 h 591631"/>
                  <a:gd name="connsiteX46" fmla="*/ 385216 w 765536"/>
                  <a:gd name="connsiteY46" fmla="*/ 374530 h 591631"/>
                  <a:gd name="connsiteX47" fmla="*/ 481888 w 765536"/>
                  <a:gd name="connsiteY47" fmla="*/ 310325 h 591631"/>
                  <a:gd name="connsiteX48" fmla="*/ 506039 w 765536"/>
                  <a:gd name="connsiteY48" fmla="*/ 289276 h 591631"/>
                  <a:gd name="connsiteX49" fmla="*/ 484391 w 765536"/>
                  <a:gd name="connsiteY49" fmla="*/ 235880 h 591631"/>
                  <a:gd name="connsiteX50" fmla="*/ 479881 w 765536"/>
                  <a:gd name="connsiteY50" fmla="*/ 171186 h 591631"/>
                  <a:gd name="connsiteX51" fmla="*/ 540727 w 765536"/>
                  <a:gd name="connsiteY51" fmla="*/ 50530 h 591631"/>
                  <a:gd name="connsiteX52" fmla="*/ 563420 w 765536"/>
                  <a:gd name="connsiteY52" fmla="*/ 184590 h 591631"/>
                  <a:gd name="connsiteX53" fmla="*/ 546019 w 765536"/>
                  <a:gd name="connsiteY53" fmla="*/ 245158 h 591631"/>
                  <a:gd name="connsiteX54" fmla="*/ 527169 w 765536"/>
                  <a:gd name="connsiteY54" fmla="*/ 270860 h 591631"/>
                  <a:gd name="connsiteX55" fmla="*/ 595382 w 765536"/>
                  <a:gd name="connsiteY55" fmla="*/ 211408 h 591631"/>
                  <a:gd name="connsiteX56" fmla="*/ 619656 w 765536"/>
                  <a:gd name="connsiteY56" fmla="*/ 180334 h 591631"/>
                  <a:gd name="connsiteX57" fmla="*/ 617073 w 765536"/>
                  <a:gd name="connsiteY57" fmla="*/ 148754 h 591631"/>
                  <a:gd name="connsiteX58" fmla="*/ 635602 w 765536"/>
                  <a:gd name="connsiteY58" fmla="*/ 88684 h 591631"/>
                  <a:gd name="connsiteX59" fmla="*/ 725324 w 765536"/>
                  <a:gd name="connsiteY59" fmla="*/ 0 h 591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765536" h="591631">
                    <a:moveTo>
                      <a:pt x="235474" y="492940"/>
                    </a:moveTo>
                    <a:lnTo>
                      <a:pt x="238582" y="497458"/>
                    </a:lnTo>
                    <a:lnTo>
                      <a:pt x="235474" y="498104"/>
                    </a:lnTo>
                    <a:close/>
                    <a:moveTo>
                      <a:pt x="294255" y="485883"/>
                    </a:moveTo>
                    <a:cubicBezTo>
                      <a:pt x="314272" y="485883"/>
                      <a:pt x="334291" y="489957"/>
                      <a:pt x="353043" y="498104"/>
                    </a:cubicBezTo>
                    <a:cubicBezTo>
                      <a:pt x="395646" y="518827"/>
                      <a:pt x="434373" y="546727"/>
                      <a:pt x="467503" y="580604"/>
                    </a:cubicBezTo>
                    <a:cubicBezTo>
                      <a:pt x="423677" y="595307"/>
                      <a:pt x="376244" y="595307"/>
                      <a:pt x="332418" y="580604"/>
                    </a:cubicBezTo>
                    <a:cubicBezTo>
                      <a:pt x="310234" y="574487"/>
                      <a:pt x="290153" y="563300"/>
                      <a:pt x="273540" y="548278"/>
                    </a:cubicBezTo>
                    <a:lnTo>
                      <a:pt x="238582" y="497458"/>
                    </a:lnTo>
                    <a:close/>
                    <a:moveTo>
                      <a:pt x="454621" y="406943"/>
                    </a:moveTo>
                    <a:cubicBezTo>
                      <a:pt x="476402" y="406943"/>
                      <a:pt x="498183" y="410519"/>
                      <a:pt x="519074" y="417670"/>
                    </a:cubicBezTo>
                    <a:cubicBezTo>
                      <a:pt x="563757" y="432915"/>
                      <a:pt x="604098" y="458749"/>
                      <a:pt x="636644" y="492952"/>
                    </a:cubicBezTo>
                    <a:cubicBezTo>
                      <a:pt x="590998" y="503291"/>
                      <a:pt x="543965" y="506085"/>
                      <a:pt x="497420" y="501202"/>
                    </a:cubicBezTo>
                    <a:cubicBezTo>
                      <a:pt x="454860" y="489249"/>
                      <a:pt x="418167" y="462094"/>
                      <a:pt x="394293" y="424881"/>
                    </a:cubicBezTo>
                    <a:lnTo>
                      <a:pt x="390168" y="417670"/>
                    </a:lnTo>
                    <a:cubicBezTo>
                      <a:pt x="411059" y="410519"/>
                      <a:pt x="432840" y="406943"/>
                      <a:pt x="454621" y="406943"/>
                    </a:cubicBezTo>
                    <a:close/>
                    <a:moveTo>
                      <a:pt x="644882" y="279479"/>
                    </a:moveTo>
                    <a:cubicBezTo>
                      <a:pt x="685537" y="281092"/>
                      <a:pt x="725943" y="286624"/>
                      <a:pt x="765536" y="295979"/>
                    </a:cubicBezTo>
                    <a:cubicBezTo>
                      <a:pt x="734398" y="327950"/>
                      <a:pt x="694620" y="350167"/>
                      <a:pt x="651075" y="359921"/>
                    </a:cubicBezTo>
                    <a:cubicBezTo>
                      <a:pt x="607345" y="361448"/>
                      <a:pt x="564405" y="347990"/>
                      <a:pt x="529380" y="321757"/>
                    </a:cubicBezTo>
                    <a:cubicBezTo>
                      <a:pt x="561699" y="294495"/>
                      <a:pt x="602603" y="279522"/>
                      <a:pt x="644882" y="279479"/>
                    </a:cubicBezTo>
                    <a:close/>
                    <a:moveTo>
                      <a:pt x="725324" y="0"/>
                    </a:moveTo>
                    <a:cubicBezTo>
                      <a:pt x="724642" y="45917"/>
                      <a:pt x="716988" y="91477"/>
                      <a:pt x="702642" y="135098"/>
                    </a:cubicBezTo>
                    <a:cubicBezTo>
                      <a:pt x="697061" y="154116"/>
                      <a:pt x="686594" y="170908"/>
                      <a:pt x="672700" y="184089"/>
                    </a:cubicBezTo>
                    <a:lnTo>
                      <a:pt x="622477" y="211255"/>
                    </a:lnTo>
                    <a:lnTo>
                      <a:pt x="600535" y="244409"/>
                    </a:lnTo>
                    <a:cubicBezTo>
                      <a:pt x="445321" y="406077"/>
                      <a:pt x="244006" y="515916"/>
                      <a:pt x="24068" y="558942"/>
                    </a:cubicBezTo>
                    <a:cubicBezTo>
                      <a:pt x="13523" y="561411"/>
                      <a:pt x="2988" y="554871"/>
                      <a:pt x="520" y="544336"/>
                    </a:cubicBezTo>
                    <a:cubicBezTo>
                      <a:pt x="-1949" y="533802"/>
                      <a:pt x="4601" y="523256"/>
                      <a:pt x="15136" y="520788"/>
                    </a:cubicBezTo>
                    <a:lnTo>
                      <a:pt x="22000" y="520788"/>
                    </a:lnTo>
                    <a:lnTo>
                      <a:pt x="79751" y="507384"/>
                    </a:lnTo>
                    <a:cubicBezTo>
                      <a:pt x="128458" y="494435"/>
                      <a:pt x="176102" y="478344"/>
                      <a:pt x="222404" y="459271"/>
                    </a:cubicBezTo>
                    <a:lnTo>
                      <a:pt x="224223" y="458380"/>
                    </a:lnTo>
                    <a:lnTo>
                      <a:pt x="200027" y="401188"/>
                    </a:lnTo>
                    <a:cubicBezTo>
                      <a:pt x="194968" y="379378"/>
                      <a:pt x="193647" y="356702"/>
                      <a:pt x="196289" y="334133"/>
                    </a:cubicBezTo>
                    <a:cubicBezTo>
                      <a:pt x="206986" y="286657"/>
                      <a:pt x="231791" y="243512"/>
                      <a:pt x="267444" y="210381"/>
                    </a:cubicBezTo>
                    <a:cubicBezTo>
                      <a:pt x="280534" y="255714"/>
                      <a:pt x="288156" y="302453"/>
                      <a:pt x="290126" y="349604"/>
                    </a:cubicBezTo>
                    <a:cubicBezTo>
                      <a:pt x="290126" y="378480"/>
                      <a:pt x="274143" y="406838"/>
                      <a:pt x="258160" y="427978"/>
                    </a:cubicBezTo>
                    <a:lnTo>
                      <a:pt x="237560" y="451839"/>
                    </a:lnTo>
                    <a:lnTo>
                      <a:pt x="357006" y="393266"/>
                    </a:lnTo>
                    <a:lnTo>
                      <a:pt x="374979" y="381329"/>
                    </a:lnTo>
                    <a:lnTo>
                      <a:pt x="351341" y="323131"/>
                    </a:lnTo>
                    <a:cubicBezTo>
                      <a:pt x="346293" y="301194"/>
                      <a:pt x="344731" y="278455"/>
                      <a:pt x="346848" y="255756"/>
                    </a:cubicBezTo>
                    <a:cubicBezTo>
                      <a:pt x="355596" y="208020"/>
                      <a:pt x="378191" y="163911"/>
                      <a:pt x="411818" y="128907"/>
                    </a:cubicBezTo>
                    <a:cubicBezTo>
                      <a:pt x="424897" y="174630"/>
                      <a:pt x="432854" y="221673"/>
                      <a:pt x="435529" y="269160"/>
                    </a:cubicBezTo>
                    <a:cubicBezTo>
                      <a:pt x="433201" y="291529"/>
                      <a:pt x="426808" y="313080"/>
                      <a:pt x="416846" y="332829"/>
                    </a:cubicBezTo>
                    <a:lnTo>
                      <a:pt x="385216" y="374530"/>
                    </a:lnTo>
                    <a:lnTo>
                      <a:pt x="481888" y="310325"/>
                    </a:lnTo>
                    <a:lnTo>
                      <a:pt x="506039" y="289276"/>
                    </a:lnTo>
                    <a:lnTo>
                      <a:pt x="484391" y="235880"/>
                    </a:lnTo>
                    <a:cubicBezTo>
                      <a:pt x="479518" y="214819"/>
                      <a:pt x="477953" y="192991"/>
                      <a:pt x="479881" y="171186"/>
                    </a:cubicBezTo>
                    <a:cubicBezTo>
                      <a:pt x="488629" y="126124"/>
                      <a:pt x="509698" y="84365"/>
                      <a:pt x="540727" y="50530"/>
                    </a:cubicBezTo>
                    <a:cubicBezTo>
                      <a:pt x="553189" y="94250"/>
                      <a:pt x="560800" y="139214"/>
                      <a:pt x="563420" y="184590"/>
                    </a:cubicBezTo>
                    <a:cubicBezTo>
                      <a:pt x="561217" y="205816"/>
                      <a:pt x="555273" y="226301"/>
                      <a:pt x="546019" y="245158"/>
                    </a:cubicBezTo>
                    <a:lnTo>
                      <a:pt x="527169" y="270860"/>
                    </a:lnTo>
                    <a:lnTo>
                      <a:pt x="595382" y="211408"/>
                    </a:lnTo>
                    <a:lnTo>
                      <a:pt x="619656" y="180334"/>
                    </a:lnTo>
                    <a:lnTo>
                      <a:pt x="617073" y="148754"/>
                    </a:lnTo>
                    <a:cubicBezTo>
                      <a:pt x="619348" y="127920"/>
                      <a:pt x="625565" y="107517"/>
                      <a:pt x="635602" y="88684"/>
                    </a:cubicBezTo>
                    <a:cubicBezTo>
                      <a:pt x="655512" y="50486"/>
                      <a:pt x="686889" y="19467"/>
                      <a:pt x="7253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8" name="任意多边形: 形状 137">
                <a:extLst>
                  <a:ext uri="{FF2B5EF4-FFF2-40B4-BE49-F238E27FC236}">
                    <a16:creationId xmlns:a16="http://schemas.microsoft.com/office/drawing/2014/main" id="{B985FC21-20A5-48B9-81F8-F322A668B332}"/>
                  </a:ext>
                </a:extLst>
              </p:cNvPr>
              <p:cNvSpPr/>
              <p:nvPr/>
            </p:nvSpPr>
            <p:spPr>
              <a:xfrm>
                <a:off x="2452782" y="1084415"/>
                <a:ext cx="5372199" cy="5390836"/>
              </a:xfrm>
              <a:custGeom>
                <a:avLst/>
                <a:gdLst>
                  <a:gd name="connsiteX0" fmla="*/ 3137621 w 5372199"/>
                  <a:gd name="connsiteY0" fmla="*/ 5098566 h 5390836"/>
                  <a:gd name="connsiteX1" fmla="*/ 3090189 w 5372199"/>
                  <a:gd name="connsiteY1" fmla="*/ 5135680 h 5390836"/>
                  <a:gd name="connsiteX2" fmla="*/ 3090189 w 5372199"/>
                  <a:gd name="connsiteY2" fmla="*/ 5214053 h 5390836"/>
                  <a:gd name="connsiteX3" fmla="*/ 3123189 w 5372199"/>
                  <a:gd name="connsiteY3" fmla="*/ 5282125 h 5390836"/>
                  <a:gd name="connsiteX4" fmla="*/ 3179909 w 5372199"/>
                  <a:gd name="connsiteY4" fmla="*/ 5298625 h 5390836"/>
                  <a:gd name="connsiteX5" fmla="*/ 3227342 w 5372199"/>
                  <a:gd name="connsiteY5" fmla="*/ 5262527 h 5390836"/>
                  <a:gd name="connsiteX6" fmla="*/ 3223219 w 5372199"/>
                  <a:gd name="connsiteY6" fmla="*/ 5262527 h 5390836"/>
                  <a:gd name="connsiteX7" fmla="*/ 3228384 w 5372199"/>
                  <a:gd name="connsiteY7" fmla="*/ 5186218 h 5390836"/>
                  <a:gd name="connsiteX8" fmla="*/ 3195371 w 5372199"/>
                  <a:gd name="connsiteY8" fmla="*/ 5115066 h 5390836"/>
                  <a:gd name="connsiteX9" fmla="*/ 3137621 w 5372199"/>
                  <a:gd name="connsiteY9" fmla="*/ 5098566 h 5390836"/>
                  <a:gd name="connsiteX10" fmla="*/ 2793012 w 5372199"/>
                  <a:gd name="connsiteY10" fmla="*/ 5095901 h 5390836"/>
                  <a:gd name="connsiteX11" fmla="*/ 2794038 w 5372199"/>
                  <a:gd name="connsiteY11" fmla="*/ 5121680 h 5390836"/>
                  <a:gd name="connsiteX12" fmla="*/ 2794038 w 5372199"/>
                  <a:gd name="connsiteY12" fmla="*/ 5147468 h 5390836"/>
                  <a:gd name="connsiteX13" fmla="*/ 2652759 w 5372199"/>
                  <a:gd name="connsiteY13" fmla="*/ 5150557 h 5390836"/>
                  <a:gd name="connsiteX14" fmla="*/ 2654818 w 5372199"/>
                  <a:gd name="connsiteY14" fmla="*/ 5212430 h 5390836"/>
                  <a:gd name="connsiteX15" fmla="*/ 2785788 w 5372199"/>
                  <a:gd name="connsiteY15" fmla="*/ 5210375 h 5390836"/>
                  <a:gd name="connsiteX16" fmla="*/ 2785788 w 5372199"/>
                  <a:gd name="connsiteY16" fmla="*/ 5235125 h 5390836"/>
                  <a:gd name="connsiteX17" fmla="*/ 2785788 w 5372199"/>
                  <a:gd name="connsiteY17" fmla="*/ 5259875 h 5390836"/>
                  <a:gd name="connsiteX18" fmla="*/ 2654818 w 5372199"/>
                  <a:gd name="connsiteY18" fmla="*/ 5261930 h 5390836"/>
                  <a:gd name="connsiteX19" fmla="*/ 2656886 w 5372199"/>
                  <a:gd name="connsiteY19" fmla="*/ 5338252 h 5390836"/>
                  <a:gd name="connsiteX20" fmla="*/ 2803317 w 5372199"/>
                  <a:gd name="connsiteY20" fmla="*/ 5335154 h 5390836"/>
                  <a:gd name="connsiteX21" fmla="*/ 2804347 w 5372199"/>
                  <a:gd name="connsiteY21" fmla="*/ 5360934 h 5390836"/>
                  <a:gd name="connsiteX22" fmla="*/ 2804347 w 5372199"/>
                  <a:gd name="connsiteY22" fmla="*/ 5386722 h 5390836"/>
                  <a:gd name="connsiteX23" fmla="*/ 2601191 w 5372199"/>
                  <a:gd name="connsiteY23" fmla="*/ 5390836 h 5390836"/>
                  <a:gd name="connsiteX24" fmla="*/ 2597068 w 5372199"/>
                  <a:gd name="connsiteY24" fmla="*/ 5100028 h 5390836"/>
                  <a:gd name="connsiteX25" fmla="*/ 2311412 w 5372199"/>
                  <a:gd name="connsiteY25" fmla="*/ 5073218 h 5390836"/>
                  <a:gd name="connsiteX26" fmla="*/ 2527979 w 5372199"/>
                  <a:gd name="connsiteY26" fmla="*/ 5100036 h 5390836"/>
                  <a:gd name="connsiteX27" fmla="*/ 2524886 w 5372199"/>
                  <a:gd name="connsiteY27" fmla="*/ 5124786 h 5390836"/>
                  <a:gd name="connsiteX28" fmla="*/ 2521789 w 5372199"/>
                  <a:gd name="connsiteY28" fmla="*/ 5150566 h 5390836"/>
                  <a:gd name="connsiteX29" fmla="*/ 2441357 w 5372199"/>
                  <a:gd name="connsiteY29" fmla="*/ 5141286 h 5390836"/>
                  <a:gd name="connsiteX30" fmla="*/ 2412480 w 5372199"/>
                  <a:gd name="connsiteY30" fmla="*/ 5378472 h 5390836"/>
                  <a:gd name="connsiteX31" fmla="*/ 2384632 w 5372199"/>
                  <a:gd name="connsiteY31" fmla="*/ 5375374 h 5390836"/>
                  <a:gd name="connsiteX32" fmla="*/ 2356798 w 5372199"/>
                  <a:gd name="connsiteY32" fmla="*/ 5372277 h 5390836"/>
                  <a:gd name="connsiteX33" fmla="*/ 2385662 w 5372199"/>
                  <a:gd name="connsiteY33" fmla="*/ 5134066 h 5390836"/>
                  <a:gd name="connsiteX34" fmla="*/ 2305230 w 5372199"/>
                  <a:gd name="connsiteY34" fmla="*/ 5124786 h 5390836"/>
                  <a:gd name="connsiteX35" fmla="*/ 2308328 w 5372199"/>
                  <a:gd name="connsiteY35" fmla="*/ 5098998 h 5390836"/>
                  <a:gd name="connsiteX36" fmla="*/ 3178501 w 5372199"/>
                  <a:gd name="connsiteY36" fmla="*/ 5049077 h 5390836"/>
                  <a:gd name="connsiteX37" fmla="*/ 3227342 w 5372199"/>
                  <a:gd name="connsiteY37" fmla="*/ 5072774 h 5390836"/>
                  <a:gd name="connsiteX38" fmla="*/ 3283036 w 5372199"/>
                  <a:gd name="connsiteY38" fmla="*/ 5175900 h 5390836"/>
                  <a:gd name="connsiteX39" fmla="*/ 3270659 w 5372199"/>
                  <a:gd name="connsiteY39" fmla="*/ 5291404 h 5390836"/>
                  <a:gd name="connsiteX40" fmla="*/ 3094478 w 5372199"/>
                  <a:gd name="connsiteY40" fmla="*/ 5332188 h 5390836"/>
                  <a:gd name="connsiteX41" fmla="*/ 3086062 w 5372199"/>
                  <a:gd name="connsiteY41" fmla="*/ 5326472 h 5390836"/>
                  <a:gd name="connsiteX42" fmla="*/ 3082978 w 5372199"/>
                  <a:gd name="connsiteY42" fmla="*/ 5329557 h 5390836"/>
                  <a:gd name="connsiteX43" fmla="*/ 3027283 w 5372199"/>
                  <a:gd name="connsiteY43" fmla="*/ 5226430 h 5390836"/>
                  <a:gd name="connsiteX44" fmla="*/ 3040690 w 5372199"/>
                  <a:gd name="connsiteY44" fmla="*/ 5108871 h 5390836"/>
                  <a:gd name="connsiteX45" fmla="*/ 3124219 w 5372199"/>
                  <a:gd name="connsiteY45" fmla="*/ 5050083 h 5390836"/>
                  <a:gd name="connsiteX46" fmla="*/ 3178501 w 5372199"/>
                  <a:gd name="connsiteY46" fmla="*/ 5049077 h 5390836"/>
                  <a:gd name="connsiteX47" fmla="*/ 2038303 w 5372199"/>
                  <a:gd name="connsiteY47" fmla="*/ 5009871 h 5390836"/>
                  <a:gd name="connsiteX48" fmla="*/ 2065121 w 5372199"/>
                  <a:gd name="connsiteY48" fmla="*/ 5017092 h 5390836"/>
                  <a:gd name="connsiteX49" fmla="*/ 2092960 w 5372199"/>
                  <a:gd name="connsiteY49" fmla="*/ 5023274 h 5390836"/>
                  <a:gd name="connsiteX50" fmla="*/ 2048621 w 5372199"/>
                  <a:gd name="connsiteY50" fmla="*/ 5201688 h 5390836"/>
                  <a:gd name="connsiteX51" fmla="*/ 2048621 w 5372199"/>
                  <a:gd name="connsiteY51" fmla="*/ 5250150 h 5390836"/>
                  <a:gd name="connsiteX52" fmla="*/ 2082650 w 5372199"/>
                  <a:gd name="connsiteY52" fmla="*/ 5274900 h 5390836"/>
                  <a:gd name="connsiteX53" fmla="*/ 2124930 w 5372199"/>
                  <a:gd name="connsiteY53" fmla="*/ 5274900 h 5390836"/>
                  <a:gd name="connsiteX54" fmla="*/ 2148650 w 5372199"/>
                  <a:gd name="connsiteY54" fmla="*/ 5230565 h 5390836"/>
                  <a:gd name="connsiteX55" fmla="*/ 2192989 w 5372199"/>
                  <a:gd name="connsiteY55" fmla="*/ 5053189 h 5390836"/>
                  <a:gd name="connsiteX56" fmla="*/ 2219807 w 5372199"/>
                  <a:gd name="connsiteY56" fmla="*/ 5059371 h 5390836"/>
                  <a:gd name="connsiteX57" fmla="*/ 2247654 w 5372199"/>
                  <a:gd name="connsiteY57" fmla="*/ 5066591 h 5390836"/>
                  <a:gd name="connsiteX58" fmla="*/ 2200209 w 5372199"/>
                  <a:gd name="connsiteY58" fmla="*/ 5237773 h 5390836"/>
                  <a:gd name="connsiteX59" fmla="*/ 2153807 w 5372199"/>
                  <a:gd name="connsiteY59" fmla="*/ 5319247 h 5390836"/>
                  <a:gd name="connsiteX60" fmla="*/ 2067180 w 5372199"/>
                  <a:gd name="connsiteY60" fmla="*/ 5326468 h 5390836"/>
                  <a:gd name="connsiteX61" fmla="*/ 1994985 w 5372199"/>
                  <a:gd name="connsiteY61" fmla="*/ 5279023 h 5390836"/>
                  <a:gd name="connsiteX62" fmla="*/ 1994985 w 5372199"/>
                  <a:gd name="connsiteY62" fmla="*/ 5186218 h 5390836"/>
                  <a:gd name="connsiteX63" fmla="*/ 3514900 w 5372199"/>
                  <a:gd name="connsiteY63" fmla="*/ 4952554 h 5390836"/>
                  <a:gd name="connsiteX64" fmla="*/ 3523150 w 5372199"/>
                  <a:gd name="connsiteY64" fmla="*/ 4977304 h 5390836"/>
                  <a:gd name="connsiteX65" fmla="*/ 3531400 w 5372199"/>
                  <a:gd name="connsiteY65" fmla="*/ 5002053 h 5390836"/>
                  <a:gd name="connsiteX66" fmla="*/ 3403523 w 5372199"/>
                  <a:gd name="connsiteY66" fmla="*/ 5043303 h 5390836"/>
                  <a:gd name="connsiteX67" fmla="*/ 3424146 w 5372199"/>
                  <a:gd name="connsiteY67" fmla="*/ 5106210 h 5390836"/>
                  <a:gd name="connsiteX68" fmla="*/ 3535523 w 5372199"/>
                  <a:gd name="connsiteY68" fmla="*/ 5070125 h 5390836"/>
                  <a:gd name="connsiteX69" fmla="*/ 3542743 w 5372199"/>
                  <a:gd name="connsiteY69" fmla="*/ 5093833 h 5390836"/>
                  <a:gd name="connsiteX70" fmla="*/ 3550993 w 5372199"/>
                  <a:gd name="connsiteY70" fmla="*/ 5117557 h 5390836"/>
                  <a:gd name="connsiteX71" fmla="*/ 3439621 w 5372199"/>
                  <a:gd name="connsiteY71" fmla="*/ 5153655 h 5390836"/>
                  <a:gd name="connsiteX72" fmla="*/ 3477773 w 5372199"/>
                  <a:gd name="connsiteY72" fmla="*/ 5271222 h 5390836"/>
                  <a:gd name="connsiteX73" fmla="*/ 3450955 w 5372199"/>
                  <a:gd name="connsiteY73" fmla="*/ 5279459 h 5390836"/>
                  <a:gd name="connsiteX74" fmla="*/ 3424146 w 5372199"/>
                  <a:gd name="connsiteY74" fmla="*/ 5288752 h 5390836"/>
                  <a:gd name="connsiteX75" fmla="*/ 3334426 w 5372199"/>
                  <a:gd name="connsiteY75" fmla="*/ 5012371 h 5390836"/>
                  <a:gd name="connsiteX76" fmla="*/ 1772071 w 5372199"/>
                  <a:gd name="connsiteY76" fmla="*/ 4919562 h 5390836"/>
                  <a:gd name="connsiteX77" fmla="*/ 1978320 w 5372199"/>
                  <a:gd name="connsiteY77" fmla="*/ 4990719 h 5390836"/>
                  <a:gd name="connsiteX78" fmla="*/ 1970070 w 5372199"/>
                  <a:gd name="connsiteY78" fmla="*/ 5014439 h 5390836"/>
                  <a:gd name="connsiteX79" fmla="*/ 1960782 w 5372199"/>
                  <a:gd name="connsiteY79" fmla="*/ 5039189 h 5390836"/>
                  <a:gd name="connsiteX80" fmla="*/ 1884473 w 5372199"/>
                  <a:gd name="connsiteY80" fmla="*/ 5013409 h 5390836"/>
                  <a:gd name="connsiteX81" fmla="*/ 1807130 w 5372199"/>
                  <a:gd name="connsiteY81" fmla="*/ 5239260 h 5390836"/>
                  <a:gd name="connsiteX82" fmla="*/ 1780321 w 5372199"/>
                  <a:gd name="connsiteY82" fmla="*/ 5229968 h 5390836"/>
                  <a:gd name="connsiteX83" fmla="*/ 1753503 w 5372199"/>
                  <a:gd name="connsiteY83" fmla="*/ 5220693 h 5390836"/>
                  <a:gd name="connsiteX84" fmla="*/ 1831880 w 5372199"/>
                  <a:gd name="connsiteY84" fmla="*/ 4994842 h 5390836"/>
                  <a:gd name="connsiteX85" fmla="*/ 1755571 w 5372199"/>
                  <a:gd name="connsiteY85" fmla="*/ 4969062 h 5390836"/>
                  <a:gd name="connsiteX86" fmla="*/ 1763821 w 5372199"/>
                  <a:gd name="connsiteY86" fmla="*/ 4944312 h 5390836"/>
                  <a:gd name="connsiteX87" fmla="*/ 1666876 w 5372199"/>
                  <a:gd name="connsiteY87" fmla="*/ 4867995 h 5390836"/>
                  <a:gd name="connsiteX88" fmla="*/ 1691626 w 5372199"/>
                  <a:gd name="connsiteY88" fmla="*/ 4879342 h 5390836"/>
                  <a:gd name="connsiteX89" fmla="*/ 1717406 w 5372199"/>
                  <a:gd name="connsiteY89" fmla="*/ 4891715 h 5390836"/>
                  <a:gd name="connsiteX90" fmla="*/ 1594694 w 5372199"/>
                  <a:gd name="connsiteY90" fmla="*/ 5154680 h 5390836"/>
                  <a:gd name="connsiteX91" fmla="*/ 1568906 w 5372199"/>
                  <a:gd name="connsiteY91" fmla="*/ 5143345 h 5390836"/>
                  <a:gd name="connsiteX92" fmla="*/ 1543127 w 5372199"/>
                  <a:gd name="connsiteY92" fmla="*/ 5130968 h 5390836"/>
                  <a:gd name="connsiteX93" fmla="*/ 3872751 w 5372199"/>
                  <a:gd name="connsiteY93" fmla="*/ 4780342 h 5390836"/>
                  <a:gd name="connsiteX94" fmla="*/ 3884085 w 5372199"/>
                  <a:gd name="connsiteY94" fmla="*/ 4803037 h 5390836"/>
                  <a:gd name="connsiteX95" fmla="*/ 3896462 w 5372199"/>
                  <a:gd name="connsiteY95" fmla="*/ 4825719 h 5390836"/>
                  <a:gd name="connsiteX96" fmla="*/ 3825306 w 5372199"/>
                  <a:gd name="connsiteY96" fmla="*/ 4863872 h 5390836"/>
                  <a:gd name="connsiteX97" fmla="*/ 3937712 w 5372199"/>
                  <a:gd name="connsiteY97" fmla="*/ 5075278 h 5390836"/>
                  <a:gd name="connsiteX98" fmla="*/ 3912962 w 5372199"/>
                  <a:gd name="connsiteY98" fmla="*/ 5088689 h 5390836"/>
                  <a:gd name="connsiteX99" fmla="*/ 3888212 w 5372199"/>
                  <a:gd name="connsiteY99" fmla="*/ 5102096 h 5390836"/>
                  <a:gd name="connsiteX100" fmla="*/ 3775806 w 5372199"/>
                  <a:gd name="connsiteY100" fmla="*/ 4890689 h 5390836"/>
                  <a:gd name="connsiteX101" fmla="*/ 3704649 w 5372199"/>
                  <a:gd name="connsiteY101" fmla="*/ 4927816 h 5390836"/>
                  <a:gd name="connsiteX102" fmla="*/ 3692277 w 5372199"/>
                  <a:gd name="connsiteY102" fmla="*/ 4905122 h 5390836"/>
                  <a:gd name="connsiteX103" fmla="*/ 3680929 w 5372199"/>
                  <a:gd name="connsiteY103" fmla="*/ 4882439 h 5390836"/>
                  <a:gd name="connsiteX104" fmla="*/ 1417309 w 5372199"/>
                  <a:gd name="connsiteY104" fmla="*/ 4732898 h 5390836"/>
                  <a:gd name="connsiteX105" fmla="*/ 1607059 w 5372199"/>
                  <a:gd name="connsiteY105" fmla="*/ 4839122 h 5390836"/>
                  <a:gd name="connsiteX106" fmla="*/ 1594682 w 5372199"/>
                  <a:gd name="connsiteY106" fmla="*/ 4861804 h 5390836"/>
                  <a:gd name="connsiteX107" fmla="*/ 1582309 w 5372199"/>
                  <a:gd name="connsiteY107" fmla="*/ 4883456 h 5390836"/>
                  <a:gd name="connsiteX108" fmla="*/ 1512182 w 5372199"/>
                  <a:gd name="connsiteY108" fmla="*/ 4844274 h 5390836"/>
                  <a:gd name="connsiteX109" fmla="*/ 1395653 w 5372199"/>
                  <a:gd name="connsiteY109" fmla="*/ 5053625 h 5390836"/>
                  <a:gd name="connsiteX110" fmla="*/ 1370903 w 5372199"/>
                  <a:gd name="connsiteY110" fmla="*/ 5040210 h 5390836"/>
                  <a:gd name="connsiteX111" fmla="*/ 1347182 w 5372199"/>
                  <a:gd name="connsiteY111" fmla="*/ 5026808 h 5390836"/>
                  <a:gd name="connsiteX112" fmla="*/ 1462682 w 5372199"/>
                  <a:gd name="connsiteY112" fmla="*/ 4817457 h 5390836"/>
                  <a:gd name="connsiteX113" fmla="*/ 1392555 w 5372199"/>
                  <a:gd name="connsiteY113" fmla="*/ 4778274 h 5390836"/>
                  <a:gd name="connsiteX114" fmla="*/ 1404932 w 5372199"/>
                  <a:gd name="connsiteY114" fmla="*/ 4755592 h 5390836"/>
                  <a:gd name="connsiteX115" fmla="*/ 4097559 w 5372199"/>
                  <a:gd name="connsiteY115" fmla="*/ 4639059 h 5390836"/>
                  <a:gd name="connsiteX116" fmla="*/ 4110962 w 5372199"/>
                  <a:gd name="connsiteY116" fmla="*/ 4660711 h 5390836"/>
                  <a:gd name="connsiteX117" fmla="*/ 4125402 w 5372199"/>
                  <a:gd name="connsiteY117" fmla="*/ 4682368 h 5390836"/>
                  <a:gd name="connsiteX118" fmla="*/ 4006805 w 5372199"/>
                  <a:gd name="connsiteY118" fmla="*/ 4759715 h 5390836"/>
                  <a:gd name="connsiteX119" fmla="*/ 4040835 w 5372199"/>
                  <a:gd name="connsiteY119" fmla="*/ 4811283 h 5390836"/>
                  <a:gd name="connsiteX120" fmla="*/ 4150152 w 5372199"/>
                  <a:gd name="connsiteY120" fmla="*/ 4740118 h 5390836"/>
                  <a:gd name="connsiteX121" fmla="*/ 4164589 w 5372199"/>
                  <a:gd name="connsiteY121" fmla="*/ 4760741 h 5390836"/>
                  <a:gd name="connsiteX122" fmla="*/ 4177991 w 5372199"/>
                  <a:gd name="connsiteY122" fmla="*/ 4782406 h 5390836"/>
                  <a:gd name="connsiteX123" fmla="*/ 4067652 w 5372199"/>
                  <a:gd name="connsiteY123" fmla="*/ 4853562 h 5390836"/>
                  <a:gd name="connsiteX124" fmla="*/ 4108902 w 5372199"/>
                  <a:gd name="connsiteY124" fmla="*/ 4916465 h 5390836"/>
                  <a:gd name="connsiteX125" fmla="*/ 4232656 w 5372199"/>
                  <a:gd name="connsiteY125" fmla="*/ 4837062 h 5390836"/>
                  <a:gd name="connsiteX126" fmla="*/ 4247088 w 5372199"/>
                  <a:gd name="connsiteY126" fmla="*/ 4858715 h 5390836"/>
                  <a:gd name="connsiteX127" fmla="*/ 4261529 w 5372199"/>
                  <a:gd name="connsiteY127" fmla="*/ 4880367 h 5390836"/>
                  <a:gd name="connsiteX128" fmla="*/ 4090335 w 5372199"/>
                  <a:gd name="connsiteY128" fmla="*/ 4990714 h 5390836"/>
                  <a:gd name="connsiteX129" fmla="*/ 3932555 w 5372199"/>
                  <a:gd name="connsiteY129" fmla="*/ 4746308 h 5390836"/>
                  <a:gd name="connsiteX130" fmla="*/ 1204009 w 5372199"/>
                  <a:gd name="connsiteY130" fmla="*/ 4608716 h 5390836"/>
                  <a:gd name="connsiteX131" fmla="*/ 1280327 w 5372199"/>
                  <a:gd name="connsiteY131" fmla="*/ 4633466 h 5390836"/>
                  <a:gd name="connsiteX132" fmla="*/ 1323636 w 5372199"/>
                  <a:gd name="connsiteY132" fmla="*/ 4697398 h 5390836"/>
                  <a:gd name="connsiteX133" fmla="*/ 1308174 w 5372199"/>
                  <a:gd name="connsiteY133" fmla="*/ 4771647 h 5390836"/>
                  <a:gd name="connsiteX134" fmla="*/ 1268992 w 5372199"/>
                  <a:gd name="connsiteY134" fmla="*/ 4739686 h 5390836"/>
                  <a:gd name="connsiteX135" fmla="*/ 1274144 w 5372199"/>
                  <a:gd name="connsiteY135" fmla="*/ 4703593 h 5390836"/>
                  <a:gd name="connsiteX136" fmla="*/ 1249395 w 5372199"/>
                  <a:gd name="connsiteY136" fmla="*/ 4670588 h 5390836"/>
                  <a:gd name="connsiteX137" fmla="*/ 1216395 w 5372199"/>
                  <a:gd name="connsiteY137" fmla="*/ 4659245 h 5390836"/>
                  <a:gd name="connsiteX138" fmla="*/ 1189577 w 5372199"/>
                  <a:gd name="connsiteY138" fmla="*/ 4674715 h 5390836"/>
                  <a:gd name="connsiteX139" fmla="*/ 1189577 w 5372199"/>
                  <a:gd name="connsiteY139" fmla="*/ 4698436 h 5390836"/>
                  <a:gd name="connsiteX140" fmla="*/ 1221547 w 5372199"/>
                  <a:gd name="connsiteY140" fmla="*/ 4742775 h 5390836"/>
                  <a:gd name="connsiteX141" fmla="*/ 1265894 w 5372199"/>
                  <a:gd name="connsiteY141" fmla="*/ 4815995 h 5390836"/>
                  <a:gd name="connsiteX142" fmla="*/ 1247327 w 5372199"/>
                  <a:gd name="connsiteY142" fmla="*/ 4874774 h 5390836"/>
                  <a:gd name="connsiteX143" fmla="*/ 1184424 w 5372199"/>
                  <a:gd name="connsiteY143" fmla="*/ 4909842 h 5390836"/>
                  <a:gd name="connsiteX144" fmla="*/ 1106048 w 5372199"/>
                  <a:gd name="connsiteY144" fmla="*/ 4881999 h 5390836"/>
                  <a:gd name="connsiteX145" fmla="*/ 1056548 w 5372199"/>
                  <a:gd name="connsiteY145" fmla="*/ 4814965 h 5390836"/>
                  <a:gd name="connsiteX146" fmla="*/ 1074073 w 5372199"/>
                  <a:gd name="connsiteY146" fmla="*/ 4738660 h 5390836"/>
                  <a:gd name="connsiteX147" fmla="*/ 1118420 w 5372199"/>
                  <a:gd name="connsiteY147" fmla="*/ 4769592 h 5390836"/>
                  <a:gd name="connsiteX148" fmla="*/ 1109145 w 5372199"/>
                  <a:gd name="connsiteY148" fmla="*/ 4807745 h 5390836"/>
                  <a:gd name="connsiteX149" fmla="*/ 1134920 w 5372199"/>
                  <a:gd name="connsiteY149" fmla="*/ 4841774 h 5390836"/>
                  <a:gd name="connsiteX150" fmla="*/ 1174115 w 5372199"/>
                  <a:gd name="connsiteY150" fmla="*/ 4859312 h 5390836"/>
                  <a:gd name="connsiteX151" fmla="*/ 1201954 w 5372199"/>
                  <a:gd name="connsiteY151" fmla="*/ 4846940 h 5390836"/>
                  <a:gd name="connsiteX152" fmla="*/ 1201954 w 5372199"/>
                  <a:gd name="connsiteY152" fmla="*/ 4821160 h 5390836"/>
                  <a:gd name="connsiteX153" fmla="*/ 1175145 w 5372199"/>
                  <a:gd name="connsiteY153" fmla="*/ 4780940 h 5390836"/>
                  <a:gd name="connsiteX154" fmla="*/ 1125645 w 5372199"/>
                  <a:gd name="connsiteY154" fmla="*/ 4703593 h 5390836"/>
                  <a:gd name="connsiteX155" fmla="*/ 1141102 w 5372199"/>
                  <a:gd name="connsiteY155" fmla="*/ 4646868 h 5390836"/>
                  <a:gd name="connsiteX156" fmla="*/ 1204009 w 5372199"/>
                  <a:gd name="connsiteY156" fmla="*/ 4608716 h 5390836"/>
                  <a:gd name="connsiteX157" fmla="*/ 4318414 w 5372199"/>
                  <a:gd name="connsiteY157" fmla="*/ 4479809 h 5390836"/>
                  <a:gd name="connsiteX158" fmla="*/ 4394732 w 5372199"/>
                  <a:gd name="connsiteY158" fmla="*/ 4513839 h 5390836"/>
                  <a:gd name="connsiteX159" fmla="*/ 4352444 w 5372199"/>
                  <a:gd name="connsiteY159" fmla="*/ 4549936 h 5390836"/>
                  <a:gd name="connsiteX160" fmla="*/ 4314287 w 5372199"/>
                  <a:gd name="connsiteY160" fmla="*/ 4533436 h 5390836"/>
                  <a:gd name="connsiteX161" fmla="*/ 4274067 w 5372199"/>
                  <a:gd name="connsiteY161" fmla="*/ 4548894 h 5390836"/>
                  <a:gd name="connsiteX162" fmla="*/ 4253440 w 5372199"/>
                  <a:gd name="connsiteY162" fmla="*/ 4600466 h 5390836"/>
                  <a:gd name="connsiteX163" fmla="*/ 4288508 w 5372199"/>
                  <a:gd name="connsiteY163" fmla="*/ 4669563 h 5390836"/>
                  <a:gd name="connsiteX164" fmla="*/ 4349347 w 5372199"/>
                  <a:gd name="connsiteY164" fmla="*/ 4714936 h 5390836"/>
                  <a:gd name="connsiteX165" fmla="*/ 4402974 w 5372199"/>
                  <a:gd name="connsiteY165" fmla="*/ 4703593 h 5390836"/>
                  <a:gd name="connsiteX166" fmla="*/ 4424626 w 5372199"/>
                  <a:gd name="connsiteY166" fmla="*/ 4665436 h 5390836"/>
                  <a:gd name="connsiteX167" fmla="*/ 4412262 w 5372199"/>
                  <a:gd name="connsiteY167" fmla="*/ 4621089 h 5390836"/>
                  <a:gd name="connsiteX168" fmla="*/ 4454541 w 5372199"/>
                  <a:gd name="connsiteY168" fmla="*/ 4581898 h 5390836"/>
                  <a:gd name="connsiteX169" fmla="*/ 4478261 w 5372199"/>
                  <a:gd name="connsiteY169" fmla="*/ 4667495 h 5390836"/>
                  <a:gd name="connsiteX170" fmla="*/ 4344389 w 5372199"/>
                  <a:gd name="connsiteY170" fmla="*/ 4770936 h 5390836"/>
                  <a:gd name="connsiteX171" fmla="*/ 4342135 w 5372199"/>
                  <a:gd name="connsiteY171" fmla="*/ 4770622 h 5390836"/>
                  <a:gd name="connsiteX172" fmla="*/ 4245203 w 5372199"/>
                  <a:gd name="connsiteY172" fmla="*/ 4706686 h 5390836"/>
                  <a:gd name="connsiteX173" fmla="*/ 4197758 w 5372199"/>
                  <a:gd name="connsiteY173" fmla="*/ 4598398 h 5390836"/>
                  <a:gd name="connsiteX174" fmla="*/ 4239008 w 5372199"/>
                  <a:gd name="connsiteY174" fmla="*/ 4508686 h 5390836"/>
                  <a:gd name="connsiteX175" fmla="*/ 4318414 w 5372199"/>
                  <a:gd name="connsiteY175" fmla="*/ 4479809 h 5390836"/>
                  <a:gd name="connsiteX176" fmla="*/ 976955 w 5372199"/>
                  <a:gd name="connsiteY176" fmla="*/ 4384335 h 5390836"/>
                  <a:gd name="connsiteX177" fmla="*/ 998607 w 5372199"/>
                  <a:gd name="connsiteY177" fmla="*/ 4403932 h 5390836"/>
                  <a:gd name="connsiteX178" fmla="*/ 1019243 w 5372199"/>
                  <a:gd name="connsiteY178" fmla="*/ 4424560 h 5390836"/>
                  <a:gd name="connsiteX179" fmla="*/ 958400 w 5372199"/>
                  <a:gd name="connsiteY179" fmla="*/ 4647309 h 5390836"/>
                  <a:gd name="connsiteX180" fmla="*/ 1097611 w 5372199"/>
                  <a:gd name="connsiteY180" fmla="*/ 4497780 h 5390836"/>
                  <a:gd name="connsiteX181" fmla="*/ 1117204 w 5372199"/>
                  <a:gd name="connsiteY181" fmla="*/ 4515309 h 5390836"/>
                  <a:gd name="connsiteX182" fmla="*/ 1135772 w 5372199"/>
                  <a:gd name="connsiteY182" fmla="*/ 4532839 h 5390836"/>
                  <a:gd name="connsiteX183" fmla="*/ 937773 w 5372199"/>
                  <a:gd name="connsiteY183" fmla="*/ 4746313 h 5390836"/>
                  <a:gd name="connsiteX184" fmla="*/ 917146 w 5372199"/>
                  <a:gd name="connsiteY184" fmla="*/ 4726715 h 5390836"/>
                  <a:gd name="connsiteX185" fmla="*/ 897552 w 5372199"/>
                  <a:gd name="connsiteY185" fmla="*/ 4708148 h 5390836"/>
                  <a:gd name="connsiteX186" fmla="*/ 959425 w 5372199"/>
                  <a:gd name="connsiteY186" fmla="*/ 4479212 h 5390836"/>
                  <a:gd name="connsiteX187" fmla="*/ 816078 w 5372199"/>
                  <a:gd name="connsiteY187" fmla="*/ 4632868 h 5390836"/>
                  <a:gd name="connsiteX188" fmla="*/ 797523 w 5372199"/>
                  <a:gd name="connsiteY188" fmla="*/ 4615339 h 5390836"/>
                  <a:gd name="connsiteX189" fmla="*/ 777926 w 5372199"/>
                  <a:gd name="connsiteY189" fmla="*/ 4596771 h 5390836"/>
                  <a:gd name="connsiteX190" fmla="*/ 883108 w 5372199"/>
                  <a:gd name="connsiteY190" fmla="*/ 4280170 h 5390836"/>
                  <a:gd name="connsiteX191" fmla="*/ 901675 w 5372199"/>
                  <a:gd name="connsiteY191" fmla="*/ 4301823 h 5390836"/>
                  <a:gd name="connsiteX192" fmla="*/ 920235 w 5372199"/>
                  <a:gd name="connsiteY192" fmla="*/ 4322450 h 5390836"/>
                  <a:gd name="connsiteX193" fmla="*/ 703676 w 5372199"/>
                  <a:gd name="connsiteY193" fmla="*/ 4516326 h 5390836"/>
                  <a:gd name="connsiteX194" fmla="*/ 685104 w 5372199"/>
                  <a:gd name="connsiteY194" fmla="*/ 4495703 h 5390836"/>
                  <a:gd name="connsiteX195" fmla="*/ 666549 w 5372199"/>
                  <a:gd name="connsiteY195" fmla="*/ 4475076 h 5390836"/>
                  <a:gd name="connsiteX196" fmla="*/ 4535842 w 5372199"/>
                  <a:gd name="connsiteY196" fmla="*/ 4224488 h 5390836"/>
                  <a:gd name="connsiteX197" fmla="*/ 4751379 w 5372199"/>
                  <a:gd name="connsiteY197" fmla="*/ 4419394 h 5390836"/>
                  <a:gd name="connsiteX198" fmla="*/ 4732811 w 5372199"/>
                  <a:gd name="connsiteY198" fmla="*/ 4440030 h 5390836"/>
                  <a:gd name="connsiteX199" fmla="*/ 4714244 w 5372199"/>
                  <a:gd name="connsiteY199" fmla="*/ 4460644 h 5390836"/>
                  <a:gd name="connsiteX200" fmla="*/ 4616282 w 5372199"/>
                  <a:gd name="connsiteY200" fmla="*/ 4372992 h 5390836"/>
                  <a:gd name="connsiteX201" fmla="*/ 4546160 w 5372199"/>
                  <a:gd name="connsiteY201" fmla="*/ 4450339 h 5390836"/>
                  <a:gd name="connsiteX202" fmla="*/ 4644121 w 5372199"/>
                  <a:gd name="connsiteY202" fmla="*/ 4539021 h 5390836"/>
                  <a:gd name="connsiteX203" fmla="*/ 4625562 w 5372199"/>
                  <a:gd name="connsiteY203" fmla="*/ 4559648 h 5390836"/>
                  <a:gd name="connsiteX204" fmla="*/ 4606994 w 5372199"/>
                  <a:gd name="connsiteY204" fmla="*/ 4580271 h 5390836"/>
                  <a:gd name="connsiteX205" fmla="*/ 4390435 w 5372199"/>
                  <a:gd name="connsiteY205" fmla="*/ 4385365 h 5390836"/>
                  <a:gd name="connsiteX206" fmla="*/ 4409003 w 5372199"/>
                  <a:gd name="connsiteY206" fmla="*/ 4364742 h 5390836"/>
                  <a:gd name="connsiteX207" fmla="*/ 4428588 w 5372199"/>
                  <a:gd name="connsiteY207" fmla="*/ 4344115 h 5390836"/>
                  <a:gd name="connsiteX208" fmla="*/ 4509033 w 5372199"/>
                  <a:gd name="connsiteY208" fmla="*/ 4417339 h 5390836"/>
                  <a:gd name="connsiteX209" fmla="*/ 4579159 w 5372199"/>
                  <a:gd name="connsiteY209" fmla="*/ 4338962 h 5390836"/>
                  <a:gd name="connsiteX210" fmla="*/ 4497685 w 5372199"/>
                  <a:gd name="connsiteY210" fmla="*/ 4265738 h 5390836"/>
                  <a:gd name="connsiteX211" fmla="*/ 4517282 w 5372199"/>
                  <a:gd name="connsiteY211" fmla="*/ 4245115 h 5390836"/>
                  <a:gd name="connsiteX212" fmla="*/ 4714244 w 5372199"/>
                  <a:gd name="connsiteY212" fmla="*/ 3980082 h 5390836"/>
                  <a:gd name="connsiteX213" fmla="*/ 4952468 w 5372199"/>
                  <a:gd name="connsiteY213" fmla="*/ 4147141 h 5390836"/>
                  <a:gd name="connsiteX214" fmla="*/ 4936997 w 5372199"/>
                  <a:gd name="connsiteY214" fmla="*/ 4169836 h 5390836"/>
                  <a:gd name="connsiteX215" fmla="*/ 4920497 w 5372199"/>
                  <a:gd name="connsiteY215" fmla="*/ 4193556 h 5390836"/>
                  <a:gd name="connsiteX216" fmla="*/ 4685371 w 5372199"/>
                  <a:gd name="connsiteY216" fmla="*/ 4162611 h 5390836"/>
                  <a:gd name="connsiteX217" fmla="*/ 4857595 w 5372199"/>
                  <a:gd name="connsiteY217" fmla="*/ 4283280 h 5390836"/>
                  <a:gd name="connsiteX218" fmla="*/ 4843150 w 5372199"/>
                  <a:gd name="connsiteY218" fmla="*/ 4304933 h 5390836"/>
                  <a:gd name="connsiteX219" fmla="*/ 4827688 w 5372199"/>
                  <a:gd name="connsiteY219" fmla="*/ 4326585 h 5390836"/>
                  <a:gd name="connsiteX220" fmla="*/ 4589464 w 5372199"/>
                  <a:gd name="connsiteY220" fmla="*/ 4159526 h 5390836"/>
                  <a:gd name="connsiteX221" fmla="*/ 4605964 w 5372199"/>
                  <a:gd name="connsiteY221" fmla="*/ 4135806 h 5390836"/>
                  <a:gd name="connsiteX222" fmla="*/ 4622464 w 5372199"/>
                  <a:gd name="connsiteY222" fmla="*/ 4111056 h 5390836"/>
                  <a:gd name="connsiteX223" fmla="*/ 4852438 w 5372199"/>
                  <a:gd name="connsiteY223" fmla="*/ 4140959 h 5390836"/>
                  <a:gd name="connsiteX224" fmla="*/ 4684341 w 5372199"/>
                  <a:gd name="connsiteY224" fmla="*/ 4023400 h 5390836"/>
                  <a:gd name="connsiteX225" fmla="*/ 4699812 w 5372199"/>
                  <a:gd name="connsiteY225" fmla="*/ 4001735 h 5390836"/>
                  <a:gd name="connsiteX226" fmla="*/ 597638 w 5372199"/>
                  <a:gd name="connsiteY226" fmla="*/ 3950764 h 5390836"/>
                  <a:gd name="connsiteX227" fmla="*/ 685290 w 5372199"/>
                  <a:gd name="connsiteY227" fmla="*/ 4008514 h 5390836"/>
                  <a:gd name="connsiteX228" fmla="*/ 706947 w 5372199"/>
                  <a:gd name="connsiteY228" fmla="*/ 4089984 h 5390836"/>
                  <a:gd name="connsiteX229" fmla="*/ 666723 w 5372199"/>
                  <a:gd name="connsiteY229" fmla="*/ 4160111 h 5390836"/>
                  <a:gd name="connsiteX230" fmla="*/ 636820 w 5372199"/>
                  <a:gd name="connsiteY230" fmla="*/ 4113709 h 5390836"/>
                  <a:gd name="connsiteX231" fmla="*/ 653320 w 5372199"/>
                  <a:gd name="connsiteY231" fmla="*/ 4078637 h 5390836"/>
                  <a:gd name="connsiteX232" fmla="*/ 645083 w 5372199"/>
                  <a:gd name="connsiteY232" fmla="*/ 4038417 h 5390836"/>
                  <a:gd name="connsiteX233" fmla="*/ 590418 w 5372199"/>
                  <a:gd name="connsiteY233" fmla="*/ 4005417 h 5390836"/>
                  <a:gd name="connsiteX234" fmla="*/ 516164 w 5372199"/>
                  <a:gd name="connsiteY234" fmla="*/ 4030167 h 5390836"/>
                  <a:gd name="connsiteX235" fmla="*/ 463579 w 5372199"/>
                  <a:gd name="connsiteY235" fmla="*/ 4087917 h 5390836"/>
                  <a:gd name="connsiteX236" fmla="*/ 472859 w 5372199"/>
                  <a:gd name="connsiteY236" fmla="*/ 4149793 h 5390836"/>
                  <a:gd name="connsiteX237" fmla="*/ 523388 w 5372199"/>
                  <a:gd name="connsiteY237" fmla="*/ 4177641 h 5390836"/>
                  <a:gd name="connsiteX238" fmla="*/ 561537 w 5372199"/>
                  <a:gd name="connsiteY238" fmla="*/ 4170421 h 5390836"/>
                  <a:gd name="connsiteX239" fmla="*/ 561541 w 5372199"/>
                  <a:gd name="connsiteY239" fmla="*/ 4170429 h 5390836"/>
                  <a:gd name="connsiteX240" fmla="*/ 561541 w 5372199"/>
                  <a:gd name="connsiteY240" fmla="*/ 4170416 h 5390836"/>
                  <a:gd name="connsiteX241" fmla="*/ 561537 w 5372199"/>
                  <a:gd name="connsiteY241" fmla="*/ 4170421 h 5390836"/>
                  <a:gd name="connsiteX242" fmla="*/ 527511 w 5372199"/>
                  <a:gd name="connsiteY242" fmla="*/ 4117832 h 5390836"/>
                  <a:gd name="connsiteX243" fmla="*/ 569791 w 5372199"/>
                  <a:gd name="connsiteY243" fmla="*/ 4089984 h 5390836"/>
                  <a:gd name="connsiteX244" fmla="*/ 630638 w 5372199"/>
                  <a:gd name="connsiteY244" fmla="*/ 4183831 h 5390836"/>
                  <a:gd name="connsiteX245" fmla="*/ 498638 w 5372199"/>
                  <a:gd name="connsiteY245" fmla="*/ 4269420 h 5390836"/>
                  <a:gd name="connsiteX246" fmla="*/ 478011 w 5372199"/>
                  <a:gd name="connsiteY246" fmla="*/ 4238488 h 5390836"/>
                  <a:gd name="connsiteX247" fmla="*/ 506888 w 5372199"/>
                  <a:gd name="connsiteY247" fmla="*/ 4212709 h 5390836"/>
                  <a:gd name="connsiteX248" fmla="*/ 501732 w 5372199"/>
                  <a:gd name="connsiteY248" fmla="*/ 4212709 h 5390836"/>
                  <a:gd name="connsiteX249" fmla="*/ 425414 w 5372199"/>
                  <a:gd name="connsiteY249" fmla="*/ 4171459 h 5390836"/>
                  <a:gd name="connsiteX250" fmla="*/ 425414 w 5372199"/>
                  <a:gd name="connsiteY250" fmla="*/ 4174543 h 5390836"/>
                  <a:gd name="connsiteX251" fmla="*/ 408914 w 5372199"/>
                  <a:gd name="connsiteY251" fmla="*/ 4071417 h 5390836"/>
                  <a:gd name="connsiteX252" fmla="*/ 597638 w 5372199"/>
                  <a:gd name="connsiteY252" fmla="*/ 3950764 h 5390836"/>
                  <a:gd name="connsiteX253" fmla="*/ 4896947 w 5372199"/>
                  <a:gd name="connsiteY253" fmla="*/ 3786790 h 5390836"/>
                  <a:gd name="connsiteX254" fmla="*/ 4848489 w 5372199"/>
                  <a:gd name="connsiteY254" fmla="*/ 3820820 h 5390836"/>
                  <a:gd name="connsiteX255" fmla="*/ 4848489 w 5372199"/>
                  <a:gd name="connsiteY255" fmla="*/ 3880625 h 5390836"/>
                  <a:gd name="connsiteX256" fmla="*/ 4906239 w 5372199"/>
                  <a:gd name="connsiteY256" fmla="*/ 3933222 h 5390836"/>
                  <a:gd name="connsiteX257" fmla="*/ 4980489 w 5372199"/>
                  <a:gd name="connsiteY257" fmla="*/ 3950764 h 5390836"/>
                  <a:gd name="connsiteX258" fmla="*/ 5028950 w 5372199"/>
                  <a:gd name="connsiteY258" fmla="*/ 3916722 h 5390836"/>
                  <a:gd name="connsiteX259" fmla="*/ 5028950 w 5372199"/>
                  <a:gd name="connsiteY259" fmla="*/ 3856917 h 5390836"/>
                  <a:gd name="connsiteX260" fmla="*/ 4973268 w 5372199"/>
                  <a:gd name="connsiteY260" fmla="*/ 3805345 h 5390836"/>
                  <a:gd name="connsiteX261" fmla="*/ 4896947 w 5372199"/>
                  <a:gd name="connsiteY261" fmla="*/ 3786790 h 5390836"/>
                  <a:gd name="connsiteX262" fmla="*/ 4883544 w 5372199"/>
                  <a:gd name="connsiteY262" fmla="*/ 3732138 h 5390836"/>
                  <a:gd name="connsiteX263" fmla="*/ 5000073 w 5372199"/>
                  <a:gd name="connsiteY263" fmla="*/ 3754820 h 5390836"/>
                  <a:gd name="connsiteX264" fmla="*/ 5081548 w 5372199"/>
                  <a:gd name="connsiteY264" fmla="*/ 3837320 h 5390836"/>
                  <a:gd name="connsiteX265" fmla="*/ 5073298 w 5372199"/>
                  <a:gd name="connsiteY265" fmla="*/ 3940447 h 5390836"/>
                  <a:gd name="connsiteX266" fmla="*/ 4992866 w 5372199"/>
                  <a:gd name="connsiteY266" fmla="*/ 4004387 h 5390836"/>
                  <a:gd name="connsiteX267" fmla="*/ 4992853 w 5372199"/>
                  <a:gd name="connsiteY267" fmla="*/ 4002319 h 5390836"/>
                  <a:gd name="connsiteX268" fmla="*/ 4795892 w 5372199"/>
                  <a:gd name="connsiteY268" fmla="*/ 3899193 h 5390836"/>
                  <a:gd name="connsiteX269" fmla="*/ 4802074 w 5372199"/>
                  <a:gd name="connsiteY269" fmla="*/ 3796070 h 5390836"/>
                  <a:gd name="connsiteX270" fmla="*/ 4883544 w 5372199"/>
                  <a:gd name="connsiteY270" fmla="*/ 3732138 h 5390836"/>
                  <a:gd name="connsiteX271" fmla="*/ 484020 w 5372199"/>
                  <a:gd name="connsiteY271" fmla="*/ 3640799 h 5390836"/>
                  <a:gd name="connsiteX272" fmla="*/ 496393 w 5372199"/>
                  <a:gd name="connsiteY272" fmla="*/ 3667609 h 5390836"/>
                  <a:gd name="connsiteX273" fmla="*/ 508770 w 5372199"/>
                  <a:gd name="connsiteY273" fmla="*/ 3693397 h 5390836"/>
                  <a:gd name="connsiteX274" fmla="*/ 368516 w 5372199"/>
                  <a:gd name="connsiteY274" fmla="*/ 3877985 h 5390836"/>
                  <a:gd name="connsiteX275" fmla="*/ 554147 w 5372199"/>
                  <a:gd name="connsiteY275" fmla="*/ 3791358 h 5390836"/>
                  <a:gd name="connsiteX276" fmla="*/ 564464 w 5372199"/>
                  <a:gd name="connsiteY276" fmla="*/ 3815083 h 5390836"/>
                  <a:gd name="connsiteX277" fmla="*/ 575799 w 5372199"/>
                  <a:gd name="connsiteY277" fmla="*/ 3838803 h 5390836"/>
                  <a:gd name="connsiteX278" fmla="*/ 311796 w 5372199"/>
                  <a:gd name="connsiteY278" fmla="*/ 3961527 h 5390836"/>
                  <a:gd name="connsiteX279" fmla="*/ 300448 w 5372199"/>
                  <a:gd name="connsiteY279" fmla="*/ 3936777 h 5390836"/>
                  <a:gd name="connsiteX280" fmla="*/ 289114 w 5372199"/>
                  <a:gd name="connsiteY280" fmla="*/ 3910985 h 5390836"/>
                  <a:gd name="connsiteX281" fmla="*/ 432461 w 5372199"/>
                  <a:gd name="connsiteY281" fmla="*/ 3722274 h 5390836"/>
                  <a:gd name="connsiteX282" fmla="*/ 241669 w 5372199"/>
                  <a:gd name="connsiteY282" fmla="*/ 3810956 h 5390836"/>
                  <a:gd name="connsiteX283" fmla="*/ 231364 w 5372199"/>
                  <a:gd name="connsiteY283" fmla="*/ 3787235 h 5390836"/>
                  <a:gd name="connsiteX284" fmla="*/ 220016 w 5372199"/>
                  <a:gd name="connsiteY284" fmla="*/ 3763511 h 5390836"/>
                  <a:gd name="connsiteX285" fmla="*/ 5190696 w 5372199"/>
                  <a:gd name="connsiteY285" fmla="*/ 3522202 h 5390836"/>
                  <a:gd name="connsiteX286" fmla="*/ 5214407 w 5372199"/>
                  <a:gd name="connsiteY286" fmla="*/ 3530452 h 5390836"/>
                  <a:gd name="connsiteX287" fmla="*/ 5238128 w 5372199"/>
                  <a:gd name="connsiteY287" fmla="*/ 3540770 h 5390836"/>
                  <a:gd name="connsiteX288" fmla="*/ 5171098 w 5372199"/>
                  <a:gd name="connsiteY288" fmla="*/ 3717108 h 5390836"/>
                  <a:gd name="connsiteX289" fmla="*/ 4898845 w 5372199"/>
                  <a:gd name="connsiteY289" fmla="*/ 3612952 h 5390836"/>
                  <a:gd name="connsiteX290" fmla="*/ 4909150 w 5372199"/>
                  <a:gd name="connsiteY290" fmla="*/ 3586134 h 5390836"/>
                  <a:gd name="connsiteX291" fmla="*/ 4919468 w 5372199"/>
                  <a:gd name="connsiteY291" fmla="*/ 3560359 h 5390836"/>
                  <a:gd name="connsiteX292" fmla="*/ 5142225 w 5372199"/>
                  <a:gd name="connsiteY292" fmla="*/ 3645956 h 5390836"/>
                  <a:gd name="connsiteX293" fmla="*/ 432461 w 5372199"/>
                  <a:gd name="connsiteY293" fmla="*/ 3510855 h 5390836"/>
                  <a:gd name="connsiteX294" fmla="*/ 442766 w 5372199"/>
                  <a:gd name="connsiteY294" fmla="*/ 3537673 h 5390836"/>
                  <a:gd name="connsiteX295" fmla="*/ 453083 w 5372199"/>
                  <a:gd name="connsiteY295" fmla="*/ 3563452 h 5390836"/>
                  <a:gd name="connsiteX296" fmla="*/ 180834 w 5372199"/>
                  <a:gd name="connsiteY296" fmla="*/ 3667609 h 5390836"/>
                  <a:gd name="connsiteX297" fmla="*/ 170517 w 5372199"/>
                  <a:gd name="connsiteY297" fmla="*/ 3641829 h 5390836"/>
                  <a:gd name="connsiteX298" fmla="*/ 161237 w 5372199"/>
                  <a:gd name="connsiteY298" fmla="*/ 3616037 h 5390836"/>
                  <a:gd name="connsiteX299" fmla="*/ 175851 w 5372199"/>
                  <a:gd name="connsiteY299" fmla="*/ 3314478 h 5390836"/>
                  <a:gd name="connsiteX300" fmla="*/ 189254 w 5372199"/>
                  <a:gd name="connsiteY300" fmla="*/ 3366046 h 5390836"/>
                  <a:gd name="connsiteX301" fmla="*/ 172754 w 5372199"/>
                  <a:gd name="connsiteY301" fmla="*/ 3371198 h 5390836"/>
                  <a:gd name="connsiteX302" fmla="*/ 136656 w 5372199"/>
                  <a:gd name="connsiteY302" fmla="*/ 3387698 h 5390836"/>
                  <a:gd name="connsiteX303" fmla="*/ 130474 w 5372199"/>
                  <a:gd name="connsiteY303" fmla="*/ 3415546 h 5390836"/>
                  <a:gd name="connsiteX304" fmla="*/ 145936 w 5372199"/>
                  <a:gd name="connsiteY304" fmla="*/ 3436169 h 5390836"/>
                  <a:gd name="connsiteX305" fmla="*/ 176881 w 5372199"/>
                  <a:gd name="connsiteY305" fmla="*/ 3436169 h 5390836"/>
                  <a:gd name="connsiteX306" fmla="*/ 383130 w 5372199"/>
                  <a:gd name="connsiteY306" fmla="*/ 3378410 h 5390836"/>
                  <a:gd name="connsiteX307" fmla="*/ 390342 w 5372199"/>
                  <a:gd name="connsiteY307" fmla="*/ 3405228 h 5390836"/>
                  <a:gd name="connsiteX308" fmla="*/ 397562 w 5372199"/>
                  <a:gd name="connsiteY308" fmla="*/ 3432046 h 5390836"/>
                  <a:gd name="connsiteX309" fmla="*/ 191313 w 5372199"/>
                  <a:gd name="connsiteY309" fmla="*/ 3485668 h 5390836"/>
                  <a:gd name="connsiteX310" fmla="*/ 121186 w 5372199"/>
                  <a:gd name="connsiteY310" fmla="*/ 3485668 h 5390836"/>
                  <a:gd name="connsiteX311" fmla="*/ 83034 w 5372199"/>
                  <a:gd name="connsiteY311" fmla="*/ 3428948 h 5390836"/>
                  <a:gd name="connsiteX312" fmla="*/ 89224 w 5372199"/>
                  <a:gd name="connsiteY312" fmla="*/ 3358821 h 5390836"/>
                  <a:gd name="connsiteX313" fmla="*/ 159351 w 5372199"/>
                  <a:gd name="connsiteY313" fmla="*/ 3319631 h 5390836"/>
                  <a:gd name="connsiteX314" fmla="*/ 5138274 w 5372199"/>
                  <a:gd name="connsiteY314" fmla="*/ 3210244 h 5390836"/>
                  <a:gd name="connsiteX315" fmla="*/ 5099086 w 5372199"/>
                  <a:gd name="connsiteY315" fmla="*/ 3216504 h 5390836"/>
                  <a:gd name="connsiteX316" fmla="*/ 5059891 w 5372199"/>
                  <a:gd name="connsiteY316" fmla="*/ 3261881 h 5390836"/>
                  <a:gd name="connsiteX317" fmla="*/ 5073306 w 5372199"/>
                  <a:gd name="connsiteY317" fmla="*/ 3320669 h 5390836"/>
                  <a:gd name="connsiteX318" fmla="*/ 5142395 w 5372199"/>
                  <a:gd name="connsiteY318" fmla="*/ 3357783 h 5390836"/>
                  <a:gd name="connsiteX319" fmla="*/ 5218712 w 5372199"/>
                  <a:gd name="connsiteY319" fmla="*/ 3357783 h 5390836"/>
                  <a:gd name="connsiteX320" fmla="*/ 5257895 w 5372199"/>
                  <a:gd name="connsiteY320" fmla="*/ 3312406 h 5390836"/>
                  <a:gd name="connsiteX321" fmla="*/ 5244492 w 5372199"/>
                  <a:gd name="connsiteY321" fmla="*/ 3253631 h 5390836"/>
                  <a:gd name="connsiteX322" fmla="*/ 5244492 w 5372199"/>
                  <a:gd name="connsiteY322" fmla="*/ 3252601 h 5390836"/>
                  <a:gd name="connsiteX323" fmla="*/ 5177463 w 5372199"/>
                  <a:gd name="connsiteY323" fmla="*/ 3216504 h 5390836"/>
                  <a:gd name="connsiteX324" fmla="*/ 5138274 w 5372199"/>
                  <a:gd name="connsiteY324" fmla="*/ 3210244 h 5390836"/>
                  <a:gd name="connsiteX325" fmla="*/ 5126906 w 5372199"/>
                  <a:gd name="connsiteY325" fmla="*/ 3154598 h 5390836"/>
                  <a:gd name="connsiteX326" fmla="*/ 5186742 w 5372199"/>
                  <a:gd name="connsiteY326" fmla="*/ 3161852 h 5390836"/>
                  <a:gd name="connsiteX327" fmla="*/ 5289865 w 5372199"/>
                  <a:gd name="connsiteY327" fmla="*/ 3222699 h 5390836"/>
                  <a:gd name="connsiteX328" fmla="*/ 5249797 w 5372199"/>
                  <a:gd name="connsiteY328" fmla="*/ 3402033 h 5390836"/>
                  <a:gd name="connsiteX329" fmla="*/ 5244492 w 5372199"/>
                  <a:gd name="connsiteY329" fmla="*/ 3405228 h 5390836"/>
                  <a:gd name="connsiteX330" fmla="*/ 5240365 w 5372199"/>
                  <a:gd name="connsiteY330" fmla="*/ 3407296 h 5390836"/>
                  <a:gd name="connsiteX331" fmla="*/ 5022768 w 5372199"/>
                  <a:gd name="connsiteY331" fmla="*/ 3352631 h 5390836"/>
                  <a:gd name="connsiteX332" fmla="*/ 5004209 w 5372199"/>
                  <a:gd name="connsiteY332" fmla="*/ 3249504 h 5390836"/>
                  <a:gd name="connsiteX333" fmla="*/ 5068141 w 5372199"/>
                  <a:gd name="connsiteY333" fmla="*/ 3168042 h 5390836"/>
                  <a:gd name="connsiteX334" fmla="*/ 5126906 w 5372199"/>
                  <a:gd name="connsiteY334" fmla="*/ 3154598 h 5390836"/>
                  <a:gd name="connsiteX335" fmla="*/ 332419 w 5372199"/>
                  <a:gd name="connsiteY335" fmla="*/ 3145784 h 5390836"/>
                  <a:gd name="connsiteX336" fmla="*/ 337575 w 5372199"/>
                  <a:gd name="connsiteY336" fmla="*/ 3173631 h 5390836"/>
                  <a:gd name="connsiteX337" fmla="*/ 342736 w 5372199"/>
                  <a:gd name="connsiteY337" fmla="*/ 3201479 h 5390836"/>
                  <a:gd name="connsiteX338" fmla="*/ 57080 w 5372199"/>
                  <a:gd name="connsiteY338" fmla="*/ 3256135 h 5390836"/>
                  <a:gd name="connsiteX339" fmla="*/ 51915 w 5372199"/>
                  <a:gd name="connsiteY339" fmla="*/ 3229313 h 5390836"/>
                  <a:gd name="connsiteX340" fmla="*/ 46763 w 5372199"/>
                  <a:gd name="connsiteY340" fmla="*/ 3201479 h 5390836"/>
                  <a:gd name="connsiteX341" fmla="*/ 298393 w 5372199"/>
                  <a:gd name="connsiteY341" fmla="*/ 2871475 h 5390836"/>
                  <a:gd name="connsiteX342" fmla="*/ 322114 w 5372199"/>
                  <a:gd name="connsiteY342" fmla="*/ 3066382 h 5390836"/>
                  <a:gd name="connsiteX343" fmla="*/ 296334 w 5372199"/>
                  <a:gd name="connsiteY343" fmla="*/ 3069479 h 5390836"/>
                  <a:gd name="connsiteX344" fmla="*/ 270554 w 5372199"/>
                  <a:gd name="connsiteY344" fmla="*/ 3072576 h 5390836"/>
                  <a:gd name="connsiteX345" fmla="*/ 253016 w 5372199"/>
                  <a:gd name="connsiteY345" fmla="*/ 2933352 h 5390836"/>
                  <a:gd name="connsiteX346" fmla="*/ 192169 w 5372199"/>
                  <a:gd name="connsiteY346" fmla="*/ 2940573 h 5390836"/>
                  <a:gd name="connsiteX347" fmla="*/ 207639 w 5372199"/>
                  <a:gd name="connsiteY347" fmla="*/ 3070509 h 5390836"/>
                  <a:gd name="connsiteX348" fmla="*/ 183932 w 5372199"/>
                  <a:gd name="connsiteY348" fmla="*/ 3073606 h 5390836"/>
                  <a:gd name="connsiteX349" fmla="*/ 158139 w 5372199"/>
                  <a:gd name="connsiteY349" fmla="*/ 3076699 h 5390836"/>
                  <a:gd name="connsiteX350" fmla="*/ 142669 w 5372199"/>
                  <a:gd name="connsiteY350" fmla="*/ 2946755 h 5390836"/>
                  <a:gd name="connsiteX351" fmla="*/ 67390 w 5372199"/>
                  <a:gd name="connsiteY351" fmla="*/ 2956047 h 5390836"/>
                  <a:gd name="connsiteX352" fmla="*/ 84919 w 5372199"/>
                  <a:gd name="connsiteY352" fmla="*/ 3102479 h 5390836"/>
                  <a:gd name="connsiteX353" fmla="*/ 60178 w 5372199"/>
                  <a:gd name="connsiteY353" fmla="*/ 3105576 h 5390836"/>
                  <a:gd name="connsiteX354" fmla="*/ 34390 w 5372199"/>
                  <a:gd name="connsiteY354" fmla="*/ 3108674 h 5390836"/>
                  <a:gd name="connsiteX355" fmla="*/ 8610 w 5372199"/>
                  <a:gd name="connsiteY355" fmla="*/ 2906535 h 5390836"/>
                  <a:gd name="connsiteX356" fmla="*/ 5165090 w 5372199"/>
                  <a:gd name="connsiteY356" fmla="*/ 2814306 h 5390836"/>
                  <a:gd name="connsiteX357" fmla="*/ 5159933 w 5372199"/>
                  <a:gd name="connsiteY357" fmla="*/ 2870001 h 5390836"/>
                  <a:gd name="connsiteX358" fmla="*/ 5124865 w 5372199"/>
                  <a:gd name="connsiteY358" fmla="*/ 2886501 h 5390836"/>
                  <a:gd name="connsiteX359" fmla="*/ 5107340 w 5372199"/>
                  <a:gd name="connsiteY359" fmla="*/ 2924653 h 5390836"/>
                  <a:gd name="connsiteX360" fmla="*/ 5130022 w 5372199"/>
                  <a:gd name="connsiteY360" fmla="*/ 2983433 h 5390836"/>
                  <a:gd name="connsiteX361" fmla="*/ 5203242 w 5372199"/>
                  <a:gd name="connsiteY361" fmla="*/ 3010250 h 5390836"/>
                  <a:gd name="connsiteX362" fmla="*/ 5280589 w 5372199"/>
                  <a:gd name="connsiteY362" fmla="*/ 2997878 h 5390836"/>
                  <a:gd name="connsiteX363" fmla="*/ 5311521 w 5372199"/>
                  <a:gd name="connsiteY363" fmla="*/ 2942183 h 5390836"/>
                  <a:gd name="connsiteX364" fmla="*/ 5311534 w 5372199"/>
                  <a:gd name="connsiteY364" fmla="*/ 2942183 h 5390836"/>
                  <a:gd name="connsiteX365" fmla="*/ 5288839 w 5372199"/>
                  <a:gd name="connsiteY365" fmla="*/ 2889598 h 5390836"/>
                  <a:gd name="connsiteX366" fmla="*/ 5254810 w 5372199"/>
                  <a:gd name="connsiteY366" fmla="*/ 2872056 h 5390836"/>
                  <a:gd name="connsiteX367" fmla="*/ 5254810 w 5372199"/>
                  <a:gd name="connsiteY367" fmla="*/ 2933933 h 5390836"/>
                  <a:gd name="connsiteX368" fmla="*/ 5204272 w 5372199"/>
                  <a:gd name="connsiteY368" fmla="*/ 2933933 h 5390836"/>
                  <a:gd name="connsiteX369" fmla="*/ 5214590 w 5372199"/>
                  <a:gd name="connsiteY369" fmla="*/ 2822556 h 5390836"/>
                  <a:gd name="connsiteX370" fmla="*/ 5370309 w 5372199"/>
                  <a:gd name="connsiteY370" fmla="*/ 2835971 h 5390836"/>
                  <a:gd name="connsiteX371" fmla="*/ 5370309 w 5372199"/>
                  <a:gd name="connsiteY371" fmla="*/ 2873098 h 5390836"/>
                  <a:gd name="connsiteX372" fmla="*/ 5337310 w 5372199"/>
                  <a:gd name="connsiteY372" fmla="*/ 2873098 h 5390836"/>
                  <a:gd name="connsiteX373" fmla="*/ 5371339 w 5372199"/>
                  <a:gd name="connsiteY373" fmla="*/ 2952501 h 5390836"/>
                  <a:gd name="connsiteX374" fmla="*/ 5362059 w 5372199"/>
                  <a:gd name="connsiteY374" fmla="*/ 2957653 h 5390836"/>
                  <a:gd name="connsiteX375" fmla="*/ 5312560 w 5372199"/>
                  <a:gd name="connsiteY375" fmla="*/ 3046335 h 5390836"/>
                  <a:gd name="connsiteX376" fmla="*/ 5199115 w 5372199"/>
                  <a:gd name="connsiteY376" fmla="*/ 3071085 h 5390836"/>
                  <a:gd name="connsiteX377" fmla="*/ 5089810 w 5372199"/>
                  <a:gd name="connsiteY377" fmla="*/ 3025712 h 5390836"/>
                  <a:gd name="connsiteX378" fmla="*/ 5056806 w 5372199"/>
                  <a:gd name="connsiteY378" fmla="*/ 2922585 h 5390836"/>
                  <a:gd name="connsiteX379" fmla="*/ 5089810 w 5372199"/>
                  <a:gd name="connsiteY379" fmla="*/ 2845251 h 5390836"/>
                  <a:gd name="connsiteX380" fmla="*/ 5165090 w 5372199"/>
                  <a:gd name="connsiteY380" fmla="*/ 2814306 h 5390836"/>
                  <a:gd name="connsiteX381" fmla="*/ 176868 w 5372199"/>
                  <a:gd name="connsiteY381" fmla="*/ 2618374 h 5390836"/>
                  <a:gd name="connsiteX382" fmla="*/ 176868 w 5372199"/>
                  <a:gd name="connsiteY382" fmla="*/ 2682319 h 5390836"/>
                  <a:gd name="connsiteX383" fmla="*/ 184089 w 5372199"/>
                  <a:gd name="connsiteY383" fmla="*/ 2713251 h 5390836"/>
                  <a:gd name="connsiteX384" fmla="*/ 209868 w 5372199"/>
                  <a:gd name="connsiteY384" fmla="*/ 2724599 h 5390836"/>
                  <a:gd name="connsiteX385" fmla="*/ 232550 w 5372199"/>
                  <a:gd name="connsiteY385" fmla="*/ 2714281 h 5390836"/>
                  <a:gd name="connsiteX386" fmla="*/ 240800 w 5372199"/>
                  <a:gd name="connsiteY386" fmla="*/ 2681281 h 5390836"/>
                  <a:gd name="connsiteX387" fmla="*/ 240813 w 5372199"/>
                  <a:gd name="connsiteY387" fmla="*/ 2619413 h 5390836"/>
                  <a:gd name="connsiteX388" fmla="*/ 50021 w 5372199"/>
                  <a:gd name="connsiteY388" fmla="*/ 2618374 h 5390836"/>
                  <a:gd name="connsiteX389" fmla="*/ 50021 w 5372199"/>
                  <a:gd name="connsiteY389" fmla="*/ 2686442 h 5390836"/>
                  <a:gd name="connsiteX390" fmla="*/ 59309 w 5372199"/>
                  <a:gd name="connsiteY390" fmla="*/ 2719446 h 5390836"/>
                  <a:gd name="connsiteX391" fmla="*/ 90241 w 5372199"/>
                  <a:gd name="connsiteY391" fmla="*/ 2730781 h 5390836"/>
                  <a:gd name="connsiteX392" fmla="*/ 118089 w 5372199"/>
                  <a:gd name="connsiteY392" fmla="*/ 2719446 h 5390836"/>
                  <a:gd name="connsiteX393" fmla="*/ 127368 w 5372199"/>
                  <a:gd name="connsiteY393" fmla="*/ 2686442 h 5390836"/>
                  <a:gd name="connsiteX394" fmla="*/ 127368 w 5372199"/>
                  <a:gd name="connsiteY394" fmla="*/ 2619413 h 5390836"/>
                  <a:gd name="connsiteX395" fmla="*/ 521 w 5372199"/>
                  <a:gd name="connsiteY395" fmla="*/ 2563722 h 5390836"/>
                  <a:gd name="connsiteX396" fmla="*/ 291342 w 5372199"/>
                  <a:gd name="connsiteY396" fmla="*/ 2568875 h 5390836"/>
                  <a:gd name="connsiteX397" fmla="*/ 291342 w 5372199"/>
                  <a:gd name="connsiteY397" fmla="*/ 2595692 h 5390836"/>
                  <a:gd name="connsiteX398" fmla="*/ 291342 w 5372199"/>
                  <a:gd name="connsiteY398" fmla="*/ 2698819 h 5390836"/>
                  <a:gd name="connsiteX399" fmla="*/ 270715 w 5372199"/>
                  <a:gd name="connsiteY399" fmla="*/ 2758628 h 5390836"/>
                  <a:gd name="connsiteX400" fmla="*/ 216050 w 5372199"/>
                  <a:gd name="connsiteY400" fmla="*/ 2779251 h 5390836"/>
                  <a:gd name="connsiteX401" fmla="*/ 161398 w 5372199"/>
                  <a:gd name="connsiteY401" fmla="*/ 2754501 h 5390836"/>
                  <a:gd name="connsiteX402" fmla="*/ 156245 w 5372199"/>
                  <a:gd name="connsiteY402" fmla="*/ 2745222 h 5390836"/>
                  <a:gd name="connsiteX403" fmla="*/ 145928 w 5372199"/>
                  <a:gd name="connsiteY403" fmla="*/ 2761721 h 5390836"/>
                  <a:gd name="connsiteX404" fmla="*/ 90241 w 5372199"/>
                  <a:gd name="connsiteY404" fmla="*/ 2786476 h 5390836"/>
                  <a:gd name="connsiteX405" fmla="*/ 22174 w 5372199"/>
                  <a:gd name="connsiteY405" fmla="*/ 2759654 h 5390836"/>
                  <a:gd name="connsiteX406" fmla="*/ 521 w 5372199"/>
                  <a:gd name="connsiteY406" fmla="*/ 2685404 h 5390836"/>
                  <a:gd name="connsiteX407" fmla="*/ 521 w 5372199"/>
                  <a:gd name="connsiteY407" fmla="*/ 2590540 h 5390836"/>
                  <a:gd name="connsiteX408" fmla="*/ 5076221 w 5372199"/>
                  <a:gd name="connsiteY408" fmla="*/ 2512595 h 5390836"/>
                  <a:gd name="connsiteX409" fmla="*/ 5259793 w 5372199"/>
                  <a:gd name="connsiteY409" fmla="*/ 2594069 h 5390836"/>
                  <a:gd name="connsiteX410" fmla="*/ 5370131 w 5372199"/>
                  <a:gd name="connsiteY410" fmla="*/ 2589942 h 5390836"/>
                  <a:gd name="connsiteX411" fmla="*/ 5371170 w 5372199"/>
                  <a:gd name="connsiteY411" fmla="*/ 2618819 h 5390836"/>
                  <a:gd name="connsiteX412" fmla="*/ 5372199 w 5372199"/>
                  <a:gd name="connsiteY412" fmla="*/ 2646654 h 5390836"/>
                  <a:gd name="connsiteX413" fmla="*/ 5262878 w 5372199"/>
                  <a:gd name="connsiteY413" fmla="*/ 2649751 h 5390836"/>
                  <a:gd name="connsiteX414" fmla="*/ 5084471 w 5372199"/>
                  <a:gd name="connsiteY414" fmla="*/ 2749781 h 5390836"/>
                  <a:gd name="connsiteX415" fmla="*/ 5083442 w 5372199"/>
                  <a:gd name="connsiteY415" fmla="*/ 2716781 h 5390836"/>
                  <a:gd name="connsiteX416" fmla="*/ 5082416 w 5372199"/>
                  <a:gd name="connsiteY416" fmla="*/ 2683781 h 5390836"/>
                  <a:gd name="connsiteX417" fmla="*/ 5206166 w 5372199"/>
                  <a:gd name="connsiteY417" fmla="*/ 2622942 h 5390836"/>
                  <a:gd name="connsiteX418" fmla="*/ 5207196 w 5372199"/>
                  <a:gd name="connsiteY418" fmla="*/ 2622942 h 5390836"/>
                  <a:gd name="connsiteX419" fmla="*/ 5078289 w 5372199"/>
                  <a:gd name="connsiteY419" fmla="*/ 2575502 h 5390836"/>
                  <a:gd name="connsiteX420" fmla="*/ 5077251 w 5372199"/>
                  <a:gd name="connsiteY420" fmla="*/ 2543527 h 5390836"/>
                  <a:gd name="connsiteX421" fmla="*/ 605887 w 5372199"/>
                  <a:gd name="connsiteY421" fmla="*/ 985886 h 5390836"/>
                  <a:gd name="connsiteX422" fmla="*/ 605887 w 5372199"/>
                  <a:gd name="connsiteY422" fmla="*/ 994136 h 5390836"/>
                  <a:gd name="connsiteX423" fmla="*/ 605887 w 5372199"/>
                  <a:gd name="connsiteY423" fmla="*/ 998261 h 5390836"/>
                  <a:gd name="connsiteX424" fmla="*/ 601762 w 5372199"/>
                  <a:gd name="connsiteY424" fmla="*/ 998261 h 5390836"/>
                  <a:gd name="connsiteX425" fmla="*/ 667763 w 5372199"/>
                  <a:gd name="connsiteY425" fmla="*/ 958039 h 5390836"/>
                  <a:gd name="connsiteX426" fmla="*/ 690446 w 5372199"/>
                  <a:gd name="connsiteY426" fmla="*/ 958039 h 5390836"/>
                  <a:gd name="connsiteX427" fmla="*/ 699735 w 5372199"/>
                  <a:gd name="connsiteY427" fmla="*/ 967329 h 5390836"/>
                  <a:gd name="connsiteX428" fmla="*/ 713139 w 5372199"/>
                  <a:gd name="connsiteY428" fmla="*/ 981761 h 5390836"/>
                  <a:gd name="connsiteX429" fmla="*/ 721389 w 5372199"/>
                  <a:gd name="connsiteY429" fmla="*/ 1003414 h 5390836"/>
                  <a:gd name="connsiteX430" fmla="*/ 735821 w 5372199"/>
                  <a:gd name="connsiteY430" fmla="*/ 1020943 h 5390836"/>
                  <a:gd name="connsiteX431" fmla="*/ 763668 w 5372199"/>
                  <a:gd name="connsiteY431" fmla="*/ 1049818 h 5390836"/>
                  <a:gd name="connsiteX432" fmla="*/ 779140 w 5372199"/>
                  <a:gd name="connsiteY432" fmla="*/ 1068386 h 5390836"/>
                  <a:gd name="connsiteX433" fmla="*/ 793572 w 5372199"/>
                  <a:gd name="connsiteY433" fmla="*/ 1083858 h 5390836"/>
                  <a:gd name="connsiteX434" fmla="*/ 806987 w 5372199"/>
                  <a:gd name="connsiteY434" fmla="*/ 1090040 h 5390836"/>
                  <a:gd name="connsiteX435" fmla="*/ 813169 w 5372199"/>
                  <a:gd name="connsiteY435" fmla="*/ 1090040 h 5390836"/>
                  <a:gd name="connsiteX436" fmla="*/ 824515 w 5372199"/>
                  <a:gd name="connsiteY436" fmla="*/ 1097261 h 5390836"/>
                  <a:gd name="connsiteX437" fmla="*/ 838948 w 5372199"/>
                  <a:gd name="connsiteY437" fmla="*/ 1120983 h 5390836"/>
                  <a:gd name="connsiteX438" fmla="*/ 844112 w 5372199"/>
                  <a:gd name="connsiteY438" fmla="*/ 1138512 h 5390836"/>
                  <a:gd name="connsiteX439" fmla="*/ 836890 w 5372199"/>
                  <a:gd name="connsiteY439" fmla="*/ 1171512 h 5390836"/>
                  <a:gd name="connsiteX440" fmla="*/ 836890 w 5372199"/>
                  <a:gd name="connsiteY440" fmla="*/ 1206570 h 5390836"/>
                  <a:gd name="connsiteX441" fmla="*/ 827612 w 5372199"/>
                  <a:gd name="connsiteY441" fmla="*/ 1233388 h 5390836"/>
                  <a:gd name="connsiteX442" fmla="*/ 819362 w 5372199"/>
                  <a:gd name="connsiteY442" fmla="*/ 1272570 h 5390836"/>
                  <a:gd name="connsiteX443" fmla="*/ 811112 w 5372199"/>
                  <a:gd name="connsiteY443" fmla="*/ 1294235 h 5390836"/>
                  <a:gd name="connsiteX444" fmla="*/ 811112 w 5372199"/>
                  <a:gd name="connsiteY444" fmla="*/ 1333418 h 5390836"/>
                  <a:gd name="connsiteX445" fmla="*/ 782236 w 5372199"/>
                  <a:gd name="connsiteY445" fmla="*/ 1333418 h 5390836"/>
                  <a:gd name="connsiteX446" fmla="*/ 765736 w 5372199"/>
                  <a:gd name="connsiteY446" fmla="*/ 1333418 h 5390836"/>
                  <a:gd name="connsiteX447" fmla="*/ 751293 w 5372199"/>
                  <a:gd name="connsiteY447" fmla="*/ 1325168 h 5390836"/>
                  <a:gd name="connsiteX448" fmla="*/ 736861 w 5372199"/>
                  <a:gd name="connsiteY448" fmla="*/ 1317946 h 5390836"/>
                  <a:gd name="connsiteX449" fmla="*/ 736861 w 5372199"/>
                  <a:gd name="connsiteY449" fmla="*/ 1304542 h 5390836"/>
                  <a:gd name="connsiteX450" fmla="*/ 744071 w 5372199"/>
                  <a:gd name="connsiteY450" fmla="*/ 1294235 h 5390836"/>
                  <a:gd name="connsiteX451" fmla="*/ 749225 w 5372199"/>
                  <a:gd name="connsiteY451" fmla="*/ 1272570 h 5390836"/>
                  <a:gd name="connsiteX452" fmla="*/ 757475 w 5372199"/>
                  <a:gd name="connsiteY452" fmla="*/ 1251945 h 5390836"/>
                  <a:gd name="connsiteX453" fmla="*/ 767793 w 5372199"/>
                  <a:gd name="connsiteY453" fmla="*/ 1211723 h 5390836"/>
                  <a:gd name="connsiteX454" fmla="*/ 767793 w 5372199"/>
                  <a:gd name="connsiteY454" fmla="*/ 1188012 h 5390836"/>
                  <a:gd name="connsiteX455" fmla="*/ 738918 w 5372199"/>
                  <a:gd name="connsiteY455" fmla="*/ 1163262 h 5390836"/>
                  <a:gd name="connsiteX456" fmla="*/ 728610 w 5372199"/>
                  <a:gd name="connsiteY456" fmla="*/ 1163262 h 5390836"/>
                  <a:gd name="connsiteX457" fmla="*/ 719321 w 5372199"/>
                  <a:gd name="connsiteY457" fmla="*/ 1177705 h 5390836"/>
                  <a:gd name="connsiteX458" fmla="*/ 712110 w 5372199"/>
                  <a:gd name="connsiteY458" fmla="*/ 1193166 h 5390836"/>
                  <a:gd name="connsiteX459" fmla="*/ 704889 w 5372199"/>
                  <a:gd name="connsiteY459" fmla="*/ 1203484 h 5390836"/>
                  <a:gd name="connsiteX460" fmla="*/ 695610 w 5372199"/>
                  <a:gd name="connsiteY460" fmla="*/ 1203484 h 5390836"/>
                  <a:gd name="connsiteX461" fmla="*/ 678070 w 5372199"/>
                  <a:gd name="connsiteY461" fmla="*/ 1192138 h 5390836"/>
                  <a:gd name="connsiteX462" fmla="*/ 665695 w 5372199"/>
                  <a:gd name="connsiteY462" fmla="*/ 1185945 h 5390836"/>
                  <a:gd name="connsiteX463" fmla="*/ 647138 w 5372199"/>
                  <a:gd name="connsiteY463" fmla="*/ 1165319 h 5390836"/>
                  <a:gd name="connsiteX464" fmla="*/ 647138 w 5372199"/>
                  <a:gd name="connsiteY464" fmla="*/ 1142637 h 5390836"/>
                  <a:gd name="connsiteX465" fmla="*/ 657445 w 5372199"/>
                  <a:gd name="connsiteY465" fmla="*/ 1120983 h 5390836"/>
                  <a:gd name="connsiteX466" fmla="*/ 667763 w 5372199"/>
                  <a:gd name="connsiteY466" fmla="*/ 1108608 h 5390836"/>
                  <a:gd name="connsiteX467" fmla="*/ 676013 w 5372199"/>
                  <a:gd name="connsiteY467" fmla="*/ 1084886 h 5390836"/>
                  <a:gd name="connsiteX468" fmla="*/ 667763 w 5372199"/>
                  <a:gd name="connsiteY468" fmla="*/ 1063233 h 5390836"/>
                  <a:gd name="connsiteX469" fmla="*/ 639916 w 5372199"/>
                  <a:gd name="connsiteY469" fmla="*/ 1027136 h 5390836"/>
                  <a:gd name="connsiteX470" fmla="*/ 612080 w 5372199"/>
                  <a:gd name="connsiteY470" fmla="*/ 1015789 h 5390836"/>
                  <a:gd name="connsiteX471" fmla="*/ 605887 w 5372199"/>
                  <a:gd name="connsiteY471" fmla="*/ 1010636 h 5390836"/>
                  <a:gd name="connsiteX472" fmla="*/ 605887 w 5372199"/>
                  <a:gd name="connsiteY472" fmla="*/ 998261 h 5390836"/>
                  <a:gd name="connsiteX473" fmla="*/ 607303 w 5372199"/>
                  <a:gd name="connsiteY473" fmla="*/ 998261 h 5390836"/>
                  <a:gd name="connsiteX474" fmla="*/ 615166 w 5372199"/>
                  <a:gd name="connsiteY474" fmla="*/ 998261 h 5390836"/>
                  <a:gd name="connsiteX475" fmla="*/ 630638 w 5372199"/>
                  <a:gd name="connsiteY475" fmla="*/ 984858 h 5390836"/>
                  <a:gd name="connsiteX476" fmla="*/ 644041 w 5372199"/>
                  <a:gd name="connsiteY476" fmla="*/ 970415 h 5390836"/>
                  <a:gd name="connsiteX477" fmla="*/ 655388 w 5372199"/>
                  <a:gd name="connsiteY477" fmla="*/ 963193 h 5390836"/>
                  <a:gd name="connsiteX478" fmla="*/ 667763 w 5372199"/>
                  <a:gd name="connsiteY478" fmla="*/ 958039 h 5390836"/>
                  <a:gd name="connsiteX479" fmla="*/ 4670338 w 5372199"/>
                  <a:gd name="connsiteY479" fmla="*/ 809159 h 5390836"/>
                  <a:gd name="connsiteX480" fmla="*/ 4680391 w 5372199"/>
                  <a:gd name="connsiteY480" fmla="*/ 812634 h 5390836"/>
                  <a:gd name="connsiteX481" fmla="*/ 4688641 w 5372199"/>
                  <a:gd name="connsiteY481" fmla="*/ 820884 h 5390836"/>
                  <a:gd name="connsiteX482" fmla="*/ 4695863 w 5372199"/>
                  <a:gd name="connsiteY482" fmla="*/ 820884 h 5390836"/>
                  <a:gd name="connsiteX483" fmla="*/ 4695863 w 5372199"/>
                  <a:gd name="connsiteY483" fmla="*/ 830174 h 5390836"/>
                  <a:gd name="connsiteX484" fmla="*/ 4687613 w 5372199"/>
                  <a:gd name="connsiteY484" fmla="*/ 841510 h 5390836"/>
                  <a:gd name="connsiteX485" fmla="*/ 4675238 w 5372199"/>
                  <a:gd name="connsiteY485" fmla="*/ 853885 h 5390836"/>
                  <a:gd name="connsiteX486" fmla="*/ 4668016 w 5372199"/>
                  <a:gd name="connsiteY486" fmla="*/ 861106 h 5390836"/>
                  <a:gd name="connsiteX487" fmla="*/ 4658737 w 5372199"/>
                  <a:gd name="connsiteY487" fmla="*/ 868328 h 5390836"/>
                  <a:gd name="connsiteX488" fmla="*/ 4647391 w 5372199"/>
                  <a:gd name="connsiteY488" fmla="*/ 878635 h 5390836"/>
                  <a:gd name="connsiteX489" fmla="*/ 4627794 w 5372199"/>
                  <a:gd name="connsiteY489" fmla="*/ 899260 h 5390836"/>
                  <a:gd name="connsiteX490" fmla="*/ 4616459 w 5372199"/>
                  <a:gd name="connsiteY490" fmla="*/ 914732 h 5390836"/>
                  <a:gd name="connsiteX491" fmla="*/ 4606141 w 5372199"/>
                  <a:gd name="connsiteY491" fmla="*/ 924011 h 5390836"/>
                  <a:gd name="connsiteX492" fmla="*/ 4589640 w 5372199"/>
                  <a:gd name="connsiteY492" fmla="*/ 932261 h 5390836"/>
                  <a:gd name="connsiteX493" fmla="*/ 4589640 w 5372199"/>
                  <a:gd name="connsiteY493" fmla="*/ 943608 h 5390836"/>
                  <a:gd name="connsiteX494" fmla="*/ 4604083 w 5372199"/>
                  <a:gd name="connsiteY494" fmla="*/ 951858 h 5390836"/>
                  <a:gd name="connsiteX495" fmla="*/ 4614391 w 5372199"/>
                  <a:gd name="connsiteY495" fmla="*/ 962176 h 5390836"/>
                  <a:gd name="connsiteX496" fmla="*/ 4632959 w 5372199"/>
                  <a:gd name="connsiteY496" fmla="*/ 975579 h 5390836"/>
                  <a:gd name="connsiteX497" fmla="*/ 4644294 w 5372199"/>
                  <a:gd name="connsiteY497" fmla="*/ 981762 h 5390836"/>
                  <a:gd name="connsiteX498" fmla="*/ 4655641 w 5372199"/>
                  <a:gd name="connsiteY498" fmla="*/ 981762 h 5390836"/>
                  <a:gd name="connsiteX499" fmla="*/ 4661834 w 5372199"/>
                  <a:gd name="connsiteY499" fmla="*/ 981762 h 5390836"/>
                  <a:gd name="connsiteX500" fmla="*/ 4653584 w 5372199"/>
                  <a:gd name="connsiteY500" fmla="*/ 970426 h 5390836"/>
                  <a:gd name="connsiteX501" fmla="*/ 4641209 w 5372199"/>
                  <a:gd name="connsiteY501" fmla="*/ 965261 h 5390836"/>
                  <a:gd name="connsiteX502" fmla="*/ 4647391 w 5372199"/>
                  <a:gd name="connsiteY502" fmla="*/ 954954 h 5390836"/>
                  <a:gd name="connsiteX503" fmla="*/ 4647391 w 5372199"/>
                  <a:gd name="connsiteY503" fmla="*/ 942579 h 5390836"/>
                  <a:gd name="connsiteX504" fmla="*/ 4633987 w 5372199"/>
                  <a:gd name="connsiteY504" fmla="*/ 948761 h 5390836"/>
                  <a:gd name="connsiteX505" fmla="*/ 4625250 w 5372199"/>
                  <a:gd name="connsiteY505" fmla="*/ 949313 h 5390836"/>
                  <a:gd name="connsiteX506" fmla="*/ 4624709 w 5372199"/>
                  <a:gd name="connsiteY506" fmla="*/ 948761 h 5390836"/>
                  <a:gd name="connsiteX507" fmla="*/ 4615419 w 5372199"/>
                  <a:gd name="connsiteY507" fmla="*/ 948761 h 5390836"/>
                  <a:gd name="connsiteX508" fmla="*/ 4621612 w 5372199"/>
                  <a:gd name="connsiteY508" fmla="*/ 932261 h 5390836"/>
                  <a:gd name="connsiteX509" fmla="*/ 4646362 w 5372199"/>
                  <a:gd name="connsiteY509" fmla="*/ 910607 h 5390836"/>
                  <a:gd name="connsiteX510" fmla="*/ 4659766 w 5372199"/>
                  <a:gd name="connsiteY510" fmla="*/ 893078 h 5390836"/>
                  <a:gd name="connsiteX511" fmla="*/ 4682459 w 5372199"/>
                  <a:gd name="connsiteY511" fmla="*/ 870385 h 5390836"/>
                  <a:gd name="connsiteX512" fmla="*/ 4688641 w 5372199"/>
                  <a:gd name="connsiteY512" fmla="*/ 862146 h 5390836"/>
                  <a:gd name="connsiteX513" fmla="*/ 4705141 w 5372199"/>
                  <a:gd name="connsiteY513" fmla="*/ 855953 h 5390836"/>
                  <a:gd name="connsiteX514" fmla="*/ 4716488 w 5372199"/>
                  <a:gd name="connsiteY514" fmla="*/ 855953 h 5390836"/>
                  <a:gd name="connsiteX515" fmla="*/ 4707209 w 5372199"/>
                  <a:gd name="connsiteY515" fmla="*/ 871424 h 5390836"/>
                  <a:gd name="connsiteX516" fmla="*/ 4702056 w 5372199"/>
                  <a:gd name="connsiteY516" fmla="*/ 881732 h 5390836"/>
                  <a:gd name="connsiteX517" fmla="*/ 4679363 w 5372199"/>
                  <a:gd name="connsiteY517" fmla="*/ 909579 h 5390836"/>
                  <a:gd name="connsiteX518" fmla="*/ 4679363 w 5372199"/>
                  <a:gd name="connsiteY518" fmla="*/ 918857 h 5390836"/>
                  <a:gd name="connsiteX519" fmla="*/ 4691738 w 5372199"/>
                  <a:gd name="connsiteY519" fmla="*/ 932261 h 5390836"/>
                  <a:gd name="connsiteX520" fmla="*/ 4691738 w 5372199"/>
                  <a:gd name="connsiteY520" fmla="*/ 943608 h 5390836"/>
                  <a:gd name="connsiteX521" fmla="*/ 4714420 w 5372199"/>
                  <a:gd name="connsiteY521" fmla="*/ 943608 h 5390836"/>
                  <a:gd name="connsiteX522" fmla="*/ 4723709 w 5372199"/>
                  <a:gd name="connsiteY522" fmla="*/ 922982 h 5390836"/>
                  <a:gd name="connsiteX523" fmla="*/ 4709266 w 5372199"/>
                  <a:gd name="connsiteY523" fmla="*/ 915761 h 5390836"/>
                  <a:gd name="connsiteX524" fmla="*/ 4698959 w 5372199"/>
                  <a:gd name="connsiteY524" fmla="*/ 915761 h 5390836"/>
                  <a:gd name="connsiteX525" fmla="*/ 4714420 w 5372199"/>
                  <a:gd name="connsiteY525" fmla="*/ 901328 h 5390836"/>
                  <a:gd name="connsiteX526" fmla="*/ 4731959 w 5372199"/>
                  <a:gd name="connsiteY526" fmla="*/ 893078 h 5390836"/>
                  <a:gd name="connsiteX527" fmla="*/ 4740209 w 5372199"/>
                  <a:gd name="connsiteY527" fmla="*/ 875549 h 5390836"/>
                  <a:gd name="connsiteX528" fmla="*/ 4757738 w 5372199"/>
                  <a:gd name="connsiteY528" fmla="*/ 875549 h 5390836"/>
                  <a:gd name="connsiteX529" fmla="*/ 4757738 w 5372199"/>
                  <a:gd name="connsiteY529" fmla="*/ 893078 h 5390836"/>
                  <a:gd name="connsiteX530" fmla="*/ 4783517 w 5372199"/>
                  <a:gd name="connsiteY530" fmla="*/ 893078 h 5390836"/>
                  <a:gd name="connsiteX531" fmla="*/ 4807239 w 5372199"/>
                  <a:gd name="connsiteY531" fmla="*/ 886885 h 5390836"/>
                  <a:gd name="connsiteX532" fmla="*/ 4814460 w 5372199"/>
                  <a:gd name="connsiteY532" fmla="*/ 893078 h 5390836"/>
                  <a:gd name="connsiteX533" fmla="*/ 4822710 w 5372199"/>
                  <a:gd name="connsiteY533" fmla="*/ 899260 h 5390836"/>
                  <a:gd name="connsiteX534" fmla="*/ 4815489 w 5372199"/>
                  <a:gd name="connsiteY534" fmla="*/ 903386 h 5390836"/>
                  <a:gd name="connsiteX535" fmla="*/ 4815489 w 5372199"/>
                  <a:gd name="connsiteY535" fmla="*/ 926079 h 5390836"/>
                  <a:gd name="connsiteX536" fmla="*/ 4793835 w 5372199"/>
                  <a:gd name="connsiteY536" fmla="*/ 935357 h 5390836"/>
                  <a:gd name="connsiteX537" fmla="*/ 4770113 w 5372199"/>
                  <a:gd name="connsiteY537" fmla="*/ 935357 h 5390836"/>
                  <a:gd name="connsiteX538" fmla="*/ 4756710 w 5372199"/>
                  <a:gd name="connsiteY538" fmla="*/ 946704 h 5390836"/>
                  <a:gd name="connsiteX539" fmla="*/ 4756710 w 5372199"/>
                  <a:gd name="connsiteY539" fmla="*/ 963204 h 5390836"/>
                  <a:gd name="connsiteX540" fmla="*/ 4713391 w 5372199"/>
                  <a:gd name="connsiteY540" fmla="*/ 976608 h 5390836"/>
                  <a:gd name="connsiteX541" fmla="*/ 4686584 w 5372199"/>
                  <a:gd name="connsiteY541" fmla="*/ 976608 h 5390836"/>
                  <a:gd name="connsiteX542" fmla="*/ 4692766 w 5372199"/>
                  <a:gd name="connsiteY542" fmla="*/ 997233 h 5390836"/>
                  <a:gd name="connsiteX543" fmla="*/ 4687613 w 5372199"/>
                  <a:gd name="connsiteY543" fmla="*/ 1013733 h 5390836"/>
                  <a:gd name="connsiteX544" fmla="*/ 4711334 w 5372199"/>
                  <a:gd name="connsiteY544" fmla="*/ 1013733 h 5390836"/>
                  <a:gd name="connsiteX545" fmla="*/ 4705141 w 5372199"/>
                  <a:gd name="connsiteY545" fmla="*/ 999301 h 5390836"/>
                  <a:gd name="connsiteX546" fmla="*/ 4714420 w 5372199"/>
                  <a:gd name="connsiteY546" fmla="*/ 985887 h 5390836"/>
                  <a:gd name="connsiteX547" fmla="*/ 4726795 w 5372199"/>
                  <a:gd name="connsiteY547" fmla="*/ 985887 h 5390836"/>
                  <a:gd name="connsiteX548" fmla="*/ 4739181 w 5372199"/>
                  <a:gd name="connsiteY548" fmla="*/ 985887 h 5390836"/>
                  <a:gd name="connsiteX549" fmla="*/ 4749488 w 5372199"/>
                  <a:gd name="connsiteY549" fmla="*/ 974551 h 5390836"/>
                  <a:gd name="connsiteX550" fmla="*/ 4763920 w 5372199"/>
                  <a:gd name="connsiteY550" fmla="*/ 979704 h 5390836"/>
                  <a:gd name="connsiteX551" fmla="*/ 4778363 w 5372199"/>
                  <a:gd name="connsiteY551" fmla="*/ 979704 h 5390836"/>
                  <a:gd name="connsiteX552" fmla="*/ 4789710 w 5372199"/>
                  <a:gd name="connsiteY552" fmla="*/ 973511 h 5390836"/>
                  <a:gd name="connsiteX553" fmla="*/ 4800017 w 5372199"/>
                  <a:gd name="connsiteY553" fmla="*/ 949800 h 5390836"/>
                  <a:gd name="connsiteX554" fmla="*/ 4852614 w 5372199"/>
                  <a:gd name="connsiteY554" fmla="*/ 968358 h 5390836"/>
                  <a:gd name="connsiteX555" fmla="*/ 4860864 w 5372199"/>
                  <a:gd name="connsiteY555" fmla="*/ 968358 h 5390836"/>
                  <a:gd name="connsiteX556" fmla="*/ 4872210 w 5372199"/>
                  <a:gd name="connsiteY556" fmla="*/ 977637 h 5390836"/>
                  <a:gd name="connsiteX557" fmla="*/ 4872210 w 5372199"/>
                  <a:gd name="connsiteY557" fmla="*/ 996205 h 5390836"/>
                  <a:gd name="connsiteX558" fmla="*/ 4866017 w 5372199"/>
                  <a:gd name="connsiteY558" fmla="*/ 1006512 h 5390836"/>
                  <a:gd name="connsiteX559" fmla="*/ 4850546 w 5372199"/>
                  <a:gd name="connsiteY559" fmla="*/ 1019926 h 5390836"/>
                  <a:gd name="connsiteX560" fmla="*/ 4822710 w 5372199"/>
                  <a:gd name="connsiteY560" fmla="*/ 1019926 h 5390836"/>
                  <a:gd name="connsiteX561" fmla="*/ 4781460 w 5372199"/>
                  <a:gd name="connsiteY561" fmla="*/ 1035387 h 5390836"/>
                  <a:gd name="connsiteX562" fmla="*/ 4767017 w 5372199"/>
                  <a:gd name="connsiteY562" fmla="*/ 1041580 h 5390836"/>
                  <a:gd name="connsiteX563" fmla="*/ 4752585 w 5372199"/>
                  <a:gd name="connsiteY563" fmla="*/ 1049830 h 5390836"/>
                  <a:gd name="connsiteX564" fmla="*/ 4734016 w 5372199"/>
                  <a:gd name="connsiteY564" fmla="*/ 1062205 h 5390836"/>
                  <a:gd name="connsiteX565" fmla="*/ 4739181 w 5372199"/>
                  <a:gd name="connsiteY565" fmla="*/ 1071484 h 5390836"/>
                  <a:gd name="connsiteX566" fmla="*/ 4759806 w 5372199"/>
                  <a:gd name="connsiteY566" fmla="*/ 1077677 h 5390836"/>
                  <a:gd name="connsiteX567" fmla="*/ 4769085 w 5372199"/>
                  <a:gd name="connsiteY567" fmla="*/ 1086956 h 5390836"/>
                  <a:gd name="connsiteX568" fmla="*/ 4769085 w 5372199"/>
                  <a:gd name="connsiteY568" fmla="*/ 1100359 h 5390836"/>
                  <a:gd name="connsiteX569" fmla="*/ 4775267 w 5372199"/>
                  <a:gd name="connsiteY569" fmla="*/ 1111706 h 5390836"/>
                  <a:gd name="connsiteX570" fmla="*/ 4775267 w 5372199"/>
                  <a:gd name="connsiteY570" fmla="*/ 1125110 h 5390836"/>
                  <a:gd name="connsiteX571" fmla="*/ 4757738 w 5372199"/>
                  <a:gd name="connsiteY571" fmla="*/ 1151928 h 5390836"/>
                  <a:gd name="connsiteX572" fmla="*/ 4731959 w 5372199"/>
                  <a:gd name="connsiteY572" fmla="*/ 1165332 h 5390836"/>
                  <a:gd name="connsiteX573" fmla="*/ 4694834 w 5372199"/>
                  <a:gd name="connsiteY573" fmla="*/ 1141610 h 5390836"/>
                  <a:gd name="connsiteX574" fmla="*/ 4681430 w 5372199"/>
                  <a:gd name="connsiteY574" fmla="*/ 1135428 h 5390836"/>
                  <a:gd name="connsiteX575" fmla="*/ 4671112 w 5372199"/>
                  <a:gd name="connsiteY575" fmla="*/ 1123053 h 5390836"/>
                  <a:gd name="connsiteX576" fmla="*/ 4656669 w 5372199"/>
                  <a:gd name="connsiteY576" fmla="*/ 1107581 h 5390836"/>
                  <a:gd name="connsiteX577" fmla="*/ 4612333 w 5372199"/>
                  <a:gd name="connsiteY577" fmla="*/ 1098302 h 5390836"/>
                  <a:gd name="connsiteX578" fmla="*/ 4592737 w 5372199"/>
                  <a:gd name="connsiteY578" fmla="*/ 1098302 h 5390836"/>
                  <a:gd name="connsiteX579" fmla="*/ 4567987 w 5372199"/>
                  <a:gd name="connsiteY579" fmla="*/ 1098302 h 5390836"/>
                  <a:gd name="connsiteX580" fmla="*/ 4550458 w 5372199"/>
                  <a:gd name="connsiteY580" fmla="*/ 1109638 h 5390836"/>
                  <a:gd name="connsiteX581" fmla="*/ 4550458 w 5372199"/>
                  <a:gd name="connsiteY581" fmla="*/ 1118928 h 5390836"/>
                  <a:gd name="connsiteX582" fmla="*/ 4569015 w 5372199"/>
                  <a:gd name="connsiteY582" fmla="*/ 1127178 h 5390836"/>
                  <a:gd name="connsiteX583" fmla="*/ 4581390 w 5372199"/>
                  <a:gd name="connsiteY583" fmla="*/ 1127178 h 5390836"/>
                  <a:gd name="connsiteX584" fmla="*/ 4587583 w 5372199"/>
                  <a:gd name="connsiteY584" fmla="*/ 1149860 h 5390836"/>
                  <a:gd name="connsiteX585" fmla="*/ 4595833 w 5372199"/>
                  <a:gd name="connsiteY585" fmla="*/ 1170485 h 5390836"/>
                  <a:gd name="connsiteX586" fmla="*/ 4595833 w 5372199"/>
                  <a:gd name="connsiteY586" fmla="*/ 1181832 h 5390836"/>
                  <a:gd name="connsiteX587" fmla="*/ 4577265 w 5372199"/>
                  <a:gd name="connsiteY587" fmla="*/ 1192139 h 5390836"/>
                  <a:gd name="connsiteX588" fmla="*/ 4560765 w 5372199"/>
                  <a:gd name="connsiteY588" fmla="*/ 1192139 h 5390836"/>
                  <a:gd name="connsiteX589" fmla="*/ 4543237 w 5372199"/>
                  <a:gd name="connsiteY589" fmla="*/ 1178736 h 5390836"/>
                  <a:gd name="connsiteX590" fmla="*/ 4529833 w 5372199"/>
                  <a:gd name="connsiteY590" fmla="*/ 1171514 h 5390836"/>
                  <a:gd name="connsiteX591" fmla="*/ 4495793 w 5372199"/>
                  <a:gd name="connsiteY591" fmla="*/ 1157082 h 5390836"/>
                  <a:gd name="connsiteX592" fmla="*/ 4480332 w 5372199"/>
                  <a:gd name="connsiteY592" fmla="*/ 1174611 h 5390836"/>
                  <a:gd name="connsiteX593" fmla="*/ 4463832 w 5372199"/>
                  <a:gd name="connsiteY593" fmla="*/ 1185957 h 5390836"/>
                  <a:gd name="connsiteX594" fmla="*/ 4443207 w 5372199"/>
                  <a:gd name="connsiteY594" fmla="*/ 1198332 h 5390836"/>
                  <a:gd name="connsiteX595" fmla="*/ 4426707 w 5372199"/>
                  <a:gd name="connsiteY595" fmla="*/ 1198332 h 5390836"/>
                  <a:gd name="connsiteX596" fmla="*/ 4390610 w 5372199"/>
                  <a:gd name="connsiteY596" fmla="*/ 1208640 h 5390836"/>
                  <a:gd name="connsiteX597" fmla="*/ 4367928 w 5372199"/>
                  <a:gd name="connsiteY597" fmla="*/ 1196264 h 5390836"/>
                  <a:gd name="connsiteX598" fmla="*/ 4350389 w 5372199"/>
                  <a:gd name="connsiteY598" fmla="*/ 1184929 h 5390836"/>
                  <a:gd name="connsiteX599" fmla="*/ 4329763 w 5372199"/>
                  <a:gd name="connsiteY599" fmla="*/ 1163275 h 5390836"/>
                  <a:gd name="connsiteX600" fmla="*/ 4342139 w 5372199"/>
                  <a:gd name="connsiteY600" fmla="*/ 1149860 h 5390836"/>
                  <a:gd name="connsiteX601" fmla="*/ 4342139 w 5372199"/>
                  <a:gd name="connsiteY601" fmla="*/ 1110678 h 5390836"/>
                  <a:gd name="connsiteX602" fmla="*/ 4358639 w 5372199"/>
                  <a:gd name="connsiteY602" fmla="*/ 1116860 h 5390836"/>
                  <a:gd name="connsiteX603" fmla="*/ 4388553 w 5372199"/>
                  <a:gd name="connsiteY603" fmla="*/ 1138514 h 5390836"/>
                  <a:gd name="connsiteX604" fmla="*/ 4445264 w 5372199"/>
                  <a:gd name="connsiteY604" fmla="*/ 1126138 h 5390836"/>
                  <a:gd name="connsiteX605" fmla="*/ 4445264 w 5372199"/>
                  <a:gd name="connsiteY605" fmla="*/ 1112735 h 5390836"/>
                  <a:gd name="connsiteX606" fmla="*/ 4422582 w 5372199"/>
                  <a:gd name="connsiteY606" fmla="*/ 1095206 h 5390836"/>
                  <a:gd name="connsiteX607" fmla="*/ 4399889 w 5372199"/>
                  <a:gd name="connsiteY607" fmla="*/ 1078706 h 5390836"/>
                  <a:gd name="connsiteX608" fmla="*/ 4378235 w 5372199"/>
                  <a:gd name="connsiteY608" fmla="*/ 1067359 h 5390836"/>
                  <a:gd name="connsiteX609" fmla="*/ 4367928 w 5372199"/>
                  <a:gd name="connsiteY609" fmla="*/ 1048802 h 5390836"/>
                  <a:gd name="connsiteX610" fmla="*/ 4367928 w 5372199"/>
                  <a:gd name="connsiteY610" fmla="*/ 1038484 h 5390836"/>
                  <a:gd name="connsiteX611" fmla="*/ 4378235 w 5372199"/>
                  <a:gd name="connsiteY611" fmla="*/ 1026108 h 5390836"/>
                  <a:gd name="connsiteX612" fmla="*/ 4395764 w 5372199"/>
                  <a:gd name="connsiteY612" fmla="*/ 1015790 h 5390836"/>
                  <a:gd name="connsiteX613" fmla="*/ 4424639 w 5372199"/>
                  <a:gd name="connsiteY613" fmla="*/ 1023012 h 5390836"/>
                  <a:gd name="connsiteX614" fmla="*/ 4433929 w 5372199"/>
                  <a:gd name="connsiteY614" fmla="*/ 1039512 h 5390836"/>
                  <a:gd name="connsiteX615" fmla="*/ 4454543 w 5372199"/>
                  <a:gd name="connsiteY615" fmla="*/ 1045705 h 5390836"/>
                  <a:gd name="connsiteX616" fmla="*/ 4474140 w 5372199"/>
                  <a:gd name="connsiteY616" fmla="*/ 1057041 h 5390836"/>
                  <a:gd name="connsiteX617" fmla="*/ 4488583 w 5372199"/>
                  <a:gd name="connsiteY617" fmla="*/ 1062205 h 5390836"/>
                  <a:gd name="connsiteX618" fmla="*/ 4496833 w 5372199"/>
                  <a:gd name="connsiteY618" fmla="*/ 1062205 h 5390836"/>
                  <a:gd name="connsiteX619" fmla="*/ 4510236 w 5372199"/>
                  <a:gd name="connsiteY619" fmla="*/ 1052927 h 5390836"/>
                  <a:gd name="connsiteX620" fmla="*/ 4526736 w 5372199"/>
                  <a:gd name="connsiteY620" fmla="*/ 1045705 h 5390836"/>
                  <a:gd name="connsiteX621" fmla="*/ 4518486 w 5372199"/>
                  <a:gd name="connsiteY621" fmla="*/ 1035387 h 5390836"/>
                  <a:gd name="connsiteX622" fmla="*/ 4501986 w 5372199"/>
                  <a:gd name="connsiteY622" fmla="*/ 1035387 h 5390836"/>
                  <a:gd name="connsiteX623" fmla="*/ 4485486 w 5372199"/>
                  <a:gd name="connsiteY623" fmla="*/ 1030234 h 5390836"/>
                  <a:gd name="connsiteX624" fmla="*/ 4476207 w 5372199"/>
                  <a:gd name="connsiteY624" fmla="*/ 1019926 h 5390836"/>
                  <a:gd name="connsiteX625" fmla="*/ 4476207 w 5372199"/>
                  <a:gd name="connsiteY625" fmla="*/ 1007551 h 5390836"/>
                  <a:gd name="connsiteX626" fmla="*/ 4492708 w 5372199"/>
                  <a:gd name="connsiteY626" fmla="*/ 998262 h 5390836"/>
                  <a:gd name="connsiteX627" fmla="*/ 4526736 w 5372199"/>
                  <a:gd name="connsiteY627" fmla="*/ 984858 h 5390836"/>
                  <a:gd name="connsiteX628" fmla="*/ 4541169 w 5372199"/>
                  <a:gd name="connsiteY628" fmla="*/ 999301 h 5390836"/>
                  <a:gd name="connsiteX629" fmla="*/ 4550458 w 5372199"/>
                  <a:gd name="connsiteY629" fmla="*/ 999301 h 5390836"/>
                  <a:gd name="connsiteX630" fmla="*/ 4563862 w 5372199"/>
                  <a:gd name="connsiteY630" fmla="*/ 1011676 h 5390836"/>
                  <a:gd name="connsiteX631" fmla="*/ 4582419 w 5372199"/>
                  <a:gd name="connsiteY631" fmla="*/ 1023012 h 5390836"/>
                  <a:gd name="connsiteX632" fmla="*/ 4594805 w 5372199"/>
                  <a:gd name="connsiteY632" fmla="*/ 1032291 h 5390836"/>
                  <a:gd name="connsiteX633" fmla="*/ 4607180 w 5372199"/>
                  <a:gd name="connsiteY633" fmla="*/ 1039512 h 5390836"/>
                  <a:gd name="connsiteX634" fmla="*/ 4616459 w 5372199"/>
                  <a:gd name="connsiteY634" fmla="*/ 1039512 h 5390836"/>
                  <a:gd name="connsiteX635" fmla="*/ 4628834 w 5372199"/>
                  <a:gd name="connsiteY635" fmla="*/ 1052927 h 5390836"/>
                  <a:gd name="connsiteX636" fmla="*/ 4640169 w 5372199"/>
                  <a:gd name="connsiteY636" fmla="*/ 1063234 h 5390836"/>
                  <a:gd name="connsiteX637" fmla="*/ 4647391 w 5372199"/>
                  <a:gd name="connsiteY637" fmla="*/ 1076638 h 5390836"/>
                  <a:gd name="connsiteX638" fmla="*/ 4665959 w 5372199"/>
                  <a:gd name="connsiteY638" fmla="*/ 1083859 h 5390836"/>
                  <a:gd name="connsiteX639" fmla="*/ 4685545 w 5372199"/>
                  <a:gd name="connsiteY639" fmla="*/ 1078706 h 5390836"/>
                  <a:gd name="connsiteX640" fmla="*/ 4668016 w 5372199"/>
                  <a:gd name="connsiteY640" fmla="*/ 1064263 h 5390836"/>
                  <a:gd name="connsiteX641" fmla="*/ 4649459 w 5372199"/>
                  <a:gd name="connsiteY641" fmla="*/ 1048802 h 5390836"/>
                  <a:gd name="connsiteX642" fmla="*/ 4620584 w 5372199"/>
                  <a:gd name="connsiteY642" fmla="*/ 1024051 h 5390836"/>
                  <a:gd name="connsiteX643" fmla="*/ 4605112 w 5372199"/>
                  <a:gd name="connsiteY643" fmla="*/ 1013733 h 5390836"/>
                  <a:gd name="connsiteX644" fmla="*/ 4589640 w 5372199"/>
                  <a:gd name="connsiteY644" fmla="*/ 1002387 h 5390836"/>
                  <a:gd name="connsiteX645" fmla="*/ 4565930 w 5372199"/>
                  <a:gd name="connsiteY645" fmla="*/ 982801 h 5390836"/>
                  <a:gd name="connsiteX646" fmla="*/ 4519515 w 5372199"/>
                  <a:gd name="connsiteY646" fmla="*/ 955983 h 5390836"/>
                  <a:gd name="connsiteX647" fmla="*/ 4496833 w 5372199"/>
                  <a:gd name="connsiteY647" fmla="*/ 955983 h 5390836"/>
                  <a:gd name="connsiteX648" fmla="*/ 4453514 w 5372199"/>
                  <a:gd name="connsiteY648" fmla="*/ 947732 h 5390836"/>
                  <a:gd name="connsiteX649" fmla="*/ 4448361 w 5372199"/>
                  <a:gd name="connsiteY649" fmla="*/ 934329 h 5390836"/>
                  <a:gd name="connsiteX650" fmla="*/ 4464861 w 5372199"/>
                  <a:gd name="connsiteY650" fmla="*/ 904425 h 5390836"/>
                  <a:gd name="connsiteX651" fmla="*/ 4488583 w 5372199"/>
                  <a:gd name="connsiteY651" fmla="*/ 882760 h 5390836"/>
                  <a:gd name="connsiteX652" fmla="*/ 4501986 w 5372199"/>
                  <a:gd name="connsiteY652" fmla="*/ 882760 h 5390836"/>
                  <a:gd name="connsiteX653" fmla="*/ 4512304 w 5372199"/>
                  <a:gd name="connsiteY653" fmla="*/ 882760 h 5390836"/>
                  <a:gd name="connsiteX654" fmla="*/ 4555612 w 5372199"/>
                  <a:gd name="connsiteY654" fmla="*/ 873482 h 5390836"/>
                  <a:gd name="connsiteX655" fmla="*/ 4560765 w 5372199"/>
                  <a:gd name="connsiteY655" fmla="*/ 873482 h 5390836"/>
                  <a:gd name="connsiteX656" fmla="*/ 4542208 w 5372199"/>
                  <a:gd name="connsiteY656" fmla="*/ 897203 h 5390836"/>
                  <a:gd name="connsiteX657" fmla="*/ 4541472 w 5372199"/>
                  <a:gd name="connsiteY657" fmla="*/ 908853 h 5390836"/>
                  <a:gd name="connsiteX658" fmla="*/ 4542208 w 5372199"/>
                  <a:gd name="connsiteY658" fmla="*/ 909579 h 5390836"/>
                  <a:gd name="connsiteX659" fmla="*/ 4561805 w 5372199"/>
                  <a:gd name="connsiteY659" fmla="*/ 917829 h 5390836"/>
                  <a:gd name="connsiteX660" fmla="*/ 4571083 w 5372199"/>
                  <a:gd name="connsiteY660" fmla="*/ 917829 h 5390836"/>
                  <a:gd name="connsiteX661" fmla="*/ 4577265 w 5372199"/>
                  <a:gd name="connsiteY661" fmla="*/ 904425 h 5390836"/>
                  <a:gd name="connsiteX662" fmla="*/ 4589640 w 5372199"/>
                  <a:gd name="connsiteY662" fmla="*/ 888953 h 5390836"/>
                  <a:gd name="connsiteX663" fmla="*/ 4620584 w 5372199"/>
                  <a:gd name="connsiteY663" fmla="*/ 863174 h 5390836"/>
                  <a:gd name="connsiteX664" fmla="*/ 4649459 w 5372199"/>
                  <a:gd name="connsiteY664" fmla="*/ 832231 h 5390836"/>
                  <a:gd name="connsiteX665" fmla="*/ 4664930 w 5372199"/>
                  <a:gd name="connsiteY665" fmla="*/ 812634 h 5390836"/>
                  <a:gd name="connsiteX666" fmla="*/ 4670338 w 5372199"/>
                  <a:gd name="connsiteY666" fmla="*/ 809159 h 5390836"/>
                  <a:gd name="connsiteX667" fmla="*/ 770888 w 5372199"/>
                  <a:gd name="connsiteY667" fmla="*/ 804383 h 5390836"/>
                  <a:gd name="connsiteX668" fmla="*/ 782234 w 5372199"/>
                  <a:gd name="connsiteY668" fmla="*/ 804383 h 5390836"/>
                  <a:gd name="connsiteX669" fmla="*/ 804917 w 5372199"/>
                  <a:gd name="connsiteY669" fmla="*/ 816759 h 5390836"/>
                  <a:gd name="connsiteX670" fmla="*/ 817292 w 5372199"/>
                  <a:gd name="connsiteY670" fmla="*/ 853884 h 5390836"/>
                  <a:gd name="connsiteX671" fmla="*/ 827610 w 5372199"/>
                  <a:gd name="connsiteY671" fmla="*/ 868327 h 5390836"/>
                  <a:gd name="connsiteX672" fmla="*/ 842042 w 5372199"/>
                  <a:gd name="connsiteY672" fmla="*/ 861105 h 5390836"/>
                  <a:gd name="connsiteX673" fmla="*/ 842042 w 5372199"/>
                  <a:gd name="connsiteY673" fmla="*/ 843576 h 5390836"/>
                  <a:gd name="connsiteX674" fmla="*/ 864735 w 5372199"/>
                  <a:gd name="connsiteY674" fmla="*/ 832230 h 5390836"/>
                  <a:gd name="connsiteX675" fmla="*/ 893610 w 5372199"/>
                  <a:gd name="connsiteY675" fmla="*/ 839441 h 5390836"/>
                  <a:gd name="connsiteX676" fmla="*/ 909071 w 5372199"/>
                  <a:gd name="connsiteY676" fmla="*/ 849759 h 5390836"/>
                  <a:gd name="connsiteX677" fmla="*/ 909071 w 5372199"/>
                  <a:gd name="connsiteY677" fmla="*/ 862134 h 5390836"/>
                  <a:gd name="connsiteX678" fmla="*/ 899793 w 5372199"/>
                  <a:gd name="connsiteY678" fmla="*/ 877606 h 5390836"/>
                  <a:gd name="connsiteX679" fmla="*/ 899793 w 5372199"/>
                  <a:gd name="connsiteY679" fmla="*/ 895134 h 5390836"/>
                  <a:gd name="connsiteX680" fmla="*/ 899793 w 5372199"/>
                  <a:gd name="connsiteY680" fmla="*/ 918856 h 5390836"/>
                  <a:gd name="connsiteX681" fmla="*/ 888457 w 5372199"/>
                  <a:gd name="connsiteY681" fmla="*/ 952885 h 5390836"/>
                  <a:gd name="connsiteX682" fmla="*/ 907014 w 5372199"/>
                  <a:gd name="connsiteY682" fmla="*/ 985885 h 5390836"/>
                  <a:gd name="connsiteX683" fmla="*/ 920418 w 5372199"/>
                  <a:gd name="connsiteY683" fmla="*/ 997232 h 5390836"/>
                  <a:gd name="connsiteX684" fmla="*/ 949293 w 5372199"/>
                  <a:gd name="connsiteY684" fmla="*/ 1010636 h 5390836"/>
                  <a:gd name="connsiteX685" fmla="*/ 974043 w 5372199"/>
                  <a:gd name="connsiteY685" fmla="*/ 1000318 h 5390836"/>
                  <a:gd name="connsiteX686" fmla="*/ 988486 w 5372199"/>
                  <a:gd name="connsiteY686" fmla="*/ 988982 h 5390836"/>
                  <a:gd name="connsiteX687" fmla="*/ 998794 w 5372199"/>
                  <a:gd name="connsiteY687" fmla="*/ 981760 h 5390836"/>
                  <a:gd name="connsiteX688" fmla="*/ 1011169 w 5372199"/>
                  <a:gd name="connsiteY688" fmla="*/ 975578 h 5390836"/>
                  <a:gd name="connsiteX689" fmla="*/ 1025612 w 5372199"/>
                  <a:gd name="connsiteY689" fmla="*/ 962164 h 5390836"/>
                  <a:gd name="connsiteX690" fmla="*/ 1051391 w 5372199"/>
                  <a:gd name="connsiteY690" fmla="*/ 971442 h 5390836"/>
                  <a:gd name="connsiteX691" fmla="*/ 1065834 w 5372199"/>
                  <a:gd name="connsiteY691" fmla="*/ 998260 h 5390836"/>
                  <a:gd name="connsiteX692" fmla="*/ 1073044 w 5372199"/>
                  <a:gd name="connsiteY692" fmla="*/ 1016828 h 5390836"/>
                  <a:gd name="connsiteX693" fmla="*/ 1061698 w 5372199"/>
                  <a:gd name="connsiteY693" fmla="*/ 1034357 h 5390836"/>
                  <a:gd name="connsiteX694" fmla="*/ 1051391 w 5372199"/>
                  <a:gd name="connsiteY694" fmla="*/ 1052914 h 5390836"/>
                  <a:gd name="connsiteX695" fmla="*/ 1035919 w 5372199"/>
                  <a:gd name="connsiteY695" fmla="*/ 1059107 h 5390836"/>
                  <a:gd name="connsiteX696" fmla="*/ 1019419 w 5372199"/>
                  <a:gd name="connsiteY696" fmla="*/ 1074568 h 5390836"/>
                  <a:gd name="connsiteX697" fmla="*/ 1003947 w 5372199"/>
                  <a:gd name="connsiteY697" fmla="*/ 1090039 h 5390836"/>
                  <a:gd name="connsiteX698" fmla="*/ 987447 w 5372199"/>
                  <a:gd name="connsiteY698" fmla="*/ 1100357 h 5390836"/>
                  <a:gd name="connsiteX699" fmla="*/ 967861 w 5372199"/>
                  <a:gd name="connsiteY699" fmla="*/ 1118915 h 5390836"/>
                  <a:gd name="connsiteX700" fmla="*/ 952390 w 5372199"/>
                  <a:gd name="connsiteY700" fmla="*/ 1124079 h 5390836"/>
                  <a:gd name="connsiteX701" fmla="*/ 928668 w 5372199"/>
                  <a:gd name="connsiteY701" fmla="*/ 1124079 h 5390836"/>
                  <a:gd name="connsiteX702" fmla="*/ 910111 w 5372199"/>
                  <a:gd name="connsiteY702" fmla="*/ 1108607 h 5390836"/>
                  <a:gd name="connsiteX703" fmla="*/ 885360 w 5372199"/>
                  <a:gd name="connsiteY703" fmla="*/ 1093136 h 5390836"/>
                  <a:gd name="connsiteX704" fmla="*/ 870917 w 5372199"/>
                  <a:gd name="connsiteY704" fmla="*/ 1081789 h 5390836"/>
                  <a:gd name="connsiteX705" fmla="*/ 856485 w 5372199"/>
                  <a:gd name="connsiteY705" fmla="*/ 1071482 h 5390836"/>
                  <a:gd name="connsiteX706" fmla="*/ 835849 w 5372199"/>
                  <a:gd name="connsiteY706" fmla="*/ 1056010 h 5390836"/>
                  <a:gd name="connsiteX707" fmla="*/ 809042 w 5372199"/>
                  <a:gd name="connsiteY707" fmla="*/ 1020953 h 5390836"/>
                  <a:gd name="connsiteX708" fmla="*/ 803888 w 5372199"/>
                  <a:gd name="connsiteY708" fmla="*/ 1007539 h 5390836"/>
                  <a:gd name="connsiteX709" fmla="*/ 790484 w 5372199"/>
                  <a:gd name="connsiteY709" fmla="*/ 988982 h 5390836"/>
                  <a:gd name="connsiteX710" fmla="*/ 778109 w 5372199"/>
                  <a:gd name="connsiteY710" fmla="*/ 970414 h 5390836"/>
                  <a:gd name="connsiteX711" fmla="*/ 753359 w 5372199"/>
                  <a:gd name="connsiteY711" fmla="*/ 944635 h 5390836"/>
                  <a:gd name="connsiteX712" fmla="*/ 740984 w 5372199"/>
                  <a:gd name="connsiteY712" fmla="*/ 927106 h 5390836"/>
                  <a:gd name="connsiteX713" fmla="*/ 721387 w 5372199"/>
                  <a:gd name="connsiteY713" fmla="*/ 898231 h 5390836"/>
                  <a:gd name="connsiteX714" fmla="*/ 704887 w 5372199"/>
                  <a:gd name="connsiteY714" fmla="*/ 881731 h 5390836"/>
                  <a:gd name="connsiteX715" fmla="*/ 704887 w 5372199"/>
                  <a:gd name="connsiteY715" fmla="*/ 865230 h 5390836"/>
                  <a:gd name="connsiteX716" fmla="*/ 719319 w 5372199"/>
                  <a:gd name="connsiteY716" fmla="*/ 854912 h 5390836"/>
                  <a:gd name="connsiteX717" fmla="*/ 727580 w 5372199"/>
                  <a:gd name="connsiteY717" fmla="*/ 841508 h 5390836"/>
                  <a:gd name="connsiteX718" fmla="*/ 738916 w 5372199"/>
                  <a:gd name="connsiteY718" fmla="*/ 833259 h 5390836"/>
                  <a:gd name="connsiteX719" fmla="*/ 748194 w 5372199"/>
                  <a:gd name="connsiteY719" fmla="*/ 818815 h 5390836"/>
                  <a:gd name="connsiteX720" fmla="*/ 748194 w 5372199"/>
                  <a:gd name="connsiteY720" fmla="*/ 810576 h 5390836"/>
                  <a:gd name="connsiteX721" fmla="*/ 761609 w 5372199"/>
                  <a:gd name="connsiteY721" fmla="*/ 810576 h 5390836"/>
                  <a:gd name="connsiteX722" fmla="*/ 770888 w 5372199"/>
                  <a:gd name="connsiteY722" fmla="*/ 804383 h 5390836"/>
                  <a:gd name="connsiteX723" fmla="*/ 1449455 w 5372199"/>
                  <a:gd name="connsiteY723" fmla="*/ 662074 h 5390836"/>
                  <a:gd name="connsiteX724" fmla="*/ 1457705 w 5372199"/>
                  <a:gd name="connsiteY724" fmla="*/ 662074 h 5390836"/>
                  <a:gd name="connsiteX725" fmla="*/ 1457705 w 5372199"/>
                  <a:gd name="connsiteY725" fmla="*/ 673421 h 5390836"/>
                  <a:gd name="connsiteX726" fmla="*/ 1462859 w 5372199"/>
                  <a:gd name="connsiteY726" fmla="*/ 685795 h 5390836"/>
                  <a:gd name="connsiteX727" fmla="*/ 1462859 w 5372199"/>
                  <a:gd name="connsiteY727" fmla="*/ 698171 h 5390836"/>
                  <a:gd name="connsiteX728" fmla="*/ 1457705 w 5372199"/>
                  <a:gd name="connsiteY728" fmla="*/ 709517 h 5390836"/>
                  <a:gd name="connsiteX729" fmla="*/ 1457705 w 5372199"/>
                  <a:gd name="connsiteY729" fmla="*/ 729114 h 5390836"/>
                  <a:gd name="connsiteX730" fmla="*/ 1451512 w 5372199"/>
                  <a:gd name="connsiteY730" fmla="*/ 743546 h 5390836"/>
                  <a:gd name="connsiteX731" fmla="*/ 1439137 w 5372199"/>
                  <a:gd name="connsiteY731" fmla="*/ 752825 h 5390836"/>
                  <a:gd name="connsiteX732" fmla="*/ 1425733 w 5372199"/>
                  <a:gd name="connsiteY732" fmla="*/ 770353 h 5390836"/>
                  <a:gd name="connsiteX733" fmla="*/ 1396619 w 5372199"/>
                  <a:gd name="connsiteY733" fmla="*/ 772182 h 5390836"/>
                  <a:gd name="connsiteX734" fmla="*/ 1394800 w 5372199"/>
                  <a:gd name="connsiteY734" fmla="*/ 770353 h 5390836"/>
                  <a:gd name="connsiteX735" fmla="*/ 1389646 w 5372199"/>
                  <a:gd name="connsiteY735" fmla="*/ 755921 h 5390836"/>
                  <a:gd name="connsiteX736" fmla="*/ 1380357 w 5372199"/>
                  <a:gd name="connsiteY736" fmla="*/ 747671 h 5390836"/>
                  <a:gd name="connsiteX737" fmla="*/ 1380357 w 5372199"/>
                  <a:gd name="connsiteY737" fmla="*/ 732199 h 5390836"/>
                  <a:gd name="connsiteX738" fmla="*/ 1380357 w 5372199"/>
                  <a:gd name="connsiteY738" fmla="*/ 696103 h 5390836"/>
                  <a:gd name="connsiteX739" fmla="*/ 1387578 w 5372199"/>
                  <a:gd name="connsiteY739" fmla="*/ 682699 h 5390836"/>
                  <a:gd name="connsiteX740" fmla="*/ 1392732 w 5372199"/>
                  <a:gd name="connsiteY740" fmla="*/ 676517 h 5390836"/>
                  <a:gd name="connsiteX741" fmla="*/ 1418511 w 5372199"/>
                  <a:gd name="connsiteY741" fmla="*/ 685795 h 5390836"/>
                  <a:gd name="connsiteX742" fmla="*/ 1431926 w 5372199"/>
                  <a:gd name="connsiteY742" fmla="*/ 672392 h 5390836"/>
                  <a:gd name="connsiteX743" fmla="*/ 1646166 w 5372199"/>
                  <a:gd name="connsiteY743" fmla="*/ 509318 h 5390836"/>
                  <a:gd name="connsiteX744" fmla="*/ 1664986 w 5372199"/>
                  <a:gd name="connsiteY744" fmla="*/ 516660 h 5390836"/>
                  <a:gd name="connsiteX745" fmla="*/ 1677361 w 5372199"/>
                  <a:gd name="connsiteY745" fmla="*/ 521825 h 5390836"/>
                  <a:gd name="connsiteX746" fmla="*/ 1683554 w 5372199"/>
                  <a:gd name="connsiteY746" fmla="*/ 534200 h 5390836"/>
                  <a:gd name="connsiteX747" fmla="*/ 1683554 w 5372199"/>
                  <a:gd name="connsiteY747" fmla="*/ 550701 h 5390836"/>
                  <a:gd name="connsiteX748" fmla="*/ 1683554 w 5372199"/>
                  <a:gd name="connsiteY748" fmla="*/ 568229 h 5390836"/>
                  <a:gd name="connsiteX749" fmla="*/ 1683554 w 5372199"/>
                  <a:gd name="connsiteY749" fmla="*/ 581633 h 5390836"/>
                  <a:gd name="connsiteX750" fmla="*/ 1674265 w 5372199"/>
                  <a:gd name="connsiteY750" fmla="*/ 595036 h 5390836"/>
                  <a:gd name="connsiteX751" fmla="*/ 1662929 w 5372199"/>
                  <a:gd name="connsiteY751" fmla="*/ 602258 h 5390836"/>
                  <a:gd name="connsiteX752" fmla="*/ 1654678 w 5372199"/>
                  <a:gd name="connsiteY752" fmla="*/ 614633 h 5390836"/>
                  <a:gd name="connsiteX753" fmla="*/ 1639206 w 5372199"/>
                  <a:gd name="connsiteY753" fmla="*/ 614633 h 5390836"/>
                  <a:gd name="connsiteX754" fmla="*/ 1630956 w 5372199"/>
                  <a:gd name="connsiteY754" fmla="*/ 602258 h 5390836"/>
                  <a:gd name="connsiteX755" fmla="*/ 1610331 w 5372199"/>
                  <a:gd name="connsiteY755" fmla="*/ 589883 h 5390836"/>
                  <a:gd name="connsiteX756" fmla="*/ 1593830 w 5372199"/>
                  <a:gd name="connsiteY756" fmla="*/ 579576 h 5390836"/>
                  <a:gd name="connsiteX757" fmla="*/ 1579387 w 5372199"/>
                  <a:gd name="connsiteY757" fmla="*/ 565133 h 5390836"/>
                  <a:gd name="connsiteX758" fmla="*/ 1573204 w 5372199"/>
                  <a:gd name="connsiteY758" fmla="*/ 553797 h 5390836"/>
                  <a:gd name="connsiteX759" fmla="*/ 1568051 w 5372199"/>
                  <a:gd name="connsiteY759" fmla="*/ 536257 h 5390836"/>
                  <a:gd name="connsiteX760" fmla="*/ 1564954 w 5372199"/>
                  <a:gd name="connsiteY760" fmla="*/ 523882 h 5390836"/>
                  <a:gd name="connsiteX761" fmla="*/ 1578358 w 5372199"/>
                  <a:gd name="connsiteY761" fmla="*/ 523882 h 5390836"/>
                  <a:gd name="connsiteX762" fmla="*/ 1593830 w 5372199"/>
                  <a:gd name="connsiteY762" fmla="*/ 523882 h 5390836"/>
                  <a:gd name="connsiteX763" fmla="*/ 1606205 w 5372199"/>
                  <a:gd name="connsiteY763" fmla="*/ 517700 h 5390836"/>
                  <a:gd name="connsiteX764" fmla="*/ 1619609 w 5372199"/>
                  <a:gd name="connsiteY764" fmla="*/ 517700 h 5390836"/>
                  <a:gd name="connsiteX765" fmla="*/ 1628888 w 5372199"/>
                  <a:gd name="connsiteY765" fmla="*/ 510479 h 5390836"/>
                  <a:gd name="connsiteX766" fmla="*/ 1646166 w 5372199"/>
                  <a:gd name="connsiteY766" fmla="*/ 509318 h 5390836"/>
                  <a:gd name="connsiteX767" fmla="*/ 1473177 w 5372199"/>
                  <a:gd name="connsiteY767" fmla="*/ 465101 h 5390836"/>
                  <a:gd name="connsiteX768" fmla="*/ 1463898 w 5372199"/>
                  <a:gd name="connsiteY768" fmla="*/ 472322 h 5390836"/>
                  <a:gd name="connsiteX769" fmla="*/ 1460802 w 5372199"/>
                  <a:gd name="connsiteY769" fmla="*/ 476447 h 5390836"/>
                  <a:gd name="connsiteX770" fmla="*/ 1451512 w 5372199"/>
                  <a:gd name="connsiteY770" fmla="*/ 486753 h 5390836"/>
                  <a:gd name="connsiteX771" fmla="*/ 1446358 w 5372199"/>
                  <a:gd name="connsiteY771" fmla="*/ 497071 h 5390836"/>
                  <a:gd name="connsiteX772" fmla="*/ 1430897 w 5372199"/>
                  <a:gd name="connsiteY772" fmla="*/ 519754 h 5390836"/>
                  <a:gd name="connsiteX773" fmla="*/ 1430897 w 5372199"/>
                  <a:gd name="connsiteY773" fmla="*/ 534197 h 5390836"/>
                  <a:gd name="connsiteX774" fmla="*/ 1445330 w 5372199"/>
                  <a:gd name="connsiteY774" fmla="*/ 534197 h 5390836"/>
                  <a:gd name="connsiteX775" fmla="*/ 1458734 w 5372199"/>
                  <a:gd name="connsiteY775" fmla="*/ 518725 h 5390836"/>
                  <a:gd name="connsiteX776" fmla="*/ 1466984 w 5372199"/>
                  <a:gd name="connsiteY776" fmla="*/ 498100 h 5390836"/>
                  <a:gd name="connsiteX777" fmla="*/ 1473177 w 5372199"/>
                  <a:gd name="connsiteY777" fmla="*/ 478503 h 5390836"/>
                  <a:gd name="connsiteX778" fmla="*/ 1473177 w 5372199"/>
                  <a:gd name="connsiteY778" fmla="*/ 465101 h 5390836"/>
                  <a:gd name="connsiteX779" fmla="*/ 1498954 w 5372199"/>
                  <a:gd name="connsiteY779" fmla="*/ 383631 h 5390836"/>
                  <a:gd name="connsiteX780" fmla="*/ 1527830 w 5372199"/>
                  <a:gd name="connsiteY780" fmla="*/ 383631 h 5390836"/>
                  <a:gd name="connsiteX781" fmla="*/ 1543291 w 5372199"/>
                  <a:gd name="connsiteY781" fmla="*/ 398073 h 5390836"/>
                  <a:gd name="connsiteX782" fmla="*/ 1551541 w 5372199"/>
                  <a:gd name="connsiteY782" fmla="*/ 410449 h 5390836"/>
                  <a:gd name="connsiteX783" fmla="*/ 1545359 w 5372199"/>
                  <a:gd name="connsiteY783" fmla="*/ 438295 h 5390836"/>
                  <a:gd name="connsiteX784" fmla="*/ 1545359 w 5372199"/>
                  <a:gd name="connsiteY784" fmla="*/ 456852 h 5390836"/>
                  <a:gd name="connsiteX785" fmla="*/ 1545359 w 5372199"/>
                  <a:gd name="connsiteY785" fmla="*/ 520796 h 5390836"/>
                  <a:gd name="connsiteX786" fmla="*/ 1545359 w 5372199"/>
                  <a:gd name="connsiteY786" fmla="*/ 543478 h 5390836"/>
                  <a:gd name="connsiteX787" fmla="*/ 1538137 w 5372199"/>
                  <a:gd name="connsiteY787" fmla="*/ 549671 h 5390836"/>
                  <a:gd name="connsiteX788" fmla="*/ 1538137 w 5372199"/>
                  <a:gd name="connsiteY788" fmla="*/ 564104 h 5390836"/>
                  <a:gd name="connsiteX789" fmla="*/ 1551552 w 5372199"/>
                  <a:gd name="connsiteY789" fmla="*/ 579576 h 5390836"/>
                  <a:gd name="connsiteX790" fmla="*/ 1596927 w 5372199"/>
                  <a:gd name="connsiteY790" fmla="*/ 656923 h 5390836"/>
                  <a:gd name="connsiteX791" fmla="*/ 1596927 w 5372199"/>
                  <a:gd name="connsiteY791" fmla="*/ 686827 h 5390836"/>
                  <a:gd name="connsiteX792" fmla="*/ 1590734 w 5372199"/>
                  <a:gd name="connsiteY792" fmla="*/ 711577 h 5390836"/>
                  <a:gd name="connsiteX793" fmla="*/ 1580427 w 5372199"/>
                  <a:gd name="connsiteY793" fmla="*/ 728078 h 5390836"/>
                  <a:gd name="connsiteX794" fmla="*/ 1571138 w 5372199"/>
                  <a:gd name="connsiteY794" fmla="*/ 728078 h 5390836"/>
                  <a:gd name="connsiteX795" fmla="*/ 1558762 w 5372199"/>
                  <a:gd name="connsiteY795" fmla="*/ 728078 h 5390836"/>
                  <a:gd name="connsiteX796" fmla="*/ 1547427 w 5372199"/>
                  <a:gd name="connsiteY796" fmla="*/ 728078 h 5390836"/>
                  <a:gd name="connsiteX797" fmla="*/ 1529887 w 5372199"/>
                  <a:gd name="connsiteY797" fmla="*/ 728078 h 5390836"/>
                  <a:gd name="connsiteX798" fmla="*/ 1514415 w 5372199"/>
                  <a:gd name="connsiteY798" fmla="*/ 718798 h 5390836"/>
                  <a:gd name="connsiteX799" fmla="*/ 1481415 w 5372199"/>
                  <a:gd name="connsiteY799" fmla="*/ 710548 h 5390836"/>
                  <a:gd name="connsiteX800" fmla="*/ 1490704 w 5372199"/>
                  <a:gd name="connsiteY800" fmla="*/ 697135 h 5390836"/>
                  <a:gd name="connsiteX801" fmla="*/ 1506176 w 5372199"/>
                  <a:gd name="connsiteY801" fmla="*/ 688884 h 5390836"/>
                  <a:gd name="connsiteX802" fmla="*/ 1506176 w 5372199"/>
                  <a:gd name="connsiteY802" fmla="*/ 661048 h 5390836"/>
                  <a:gd name="connsiteX803" fmla="*/ 1498954 w 5372199"/>
                  <a:gd name="connsiteY803" fmla="*/ 648674 h 5390836"/>
                  <a:gd name="connsiteX804" fmla="*/ 1488636 w 5372199"/>
                  <a:gd name="connsiteY804" fmla="*/ 631133 h 5390836"/>
                  <a:gd name="connsiteX805" fmla="*/ 1477300 w 5372199"/>
                  <a:gd name="connsiteY805" fmla="*/ 606383 h 5390836"/>
                  <a:gd name="connsiteX806" fmla="*/ 1469050 w 5372199"/>
                  <a:gd name="connsiteY806" fmla="*/ 601230 h 5390836"/>
                  <a:gd name="connsiteX807" fmla="*/ 1454607 w 5372199"/>
                  <a:gd name="connsiteY807" fmla="*/ 601230 h 5390836"/>
                  <a:gd name="connsiteX808" fmla="*/ 1445328 w 5372199"/>
                  <a:gd name="connsiteY808" fmla="*/ 608451 h 5390836"/>
                  <a:gd name="connsiteX809" fmla="*/ 1428828 w 5372199"/>
                  <a:gd name="connsiteY809" fmla="*/ 616702 h 5390836"/>
                  <a:gd name="connsiteX810" fmla="*/ 1420578 w 5372199"/>
                  <a:gd name="connsiteY810" fmla="*/ 616702 h 5390836"/>
                  <a:gd name="connsiteX811" fmla="*/ 1410260 w 5372199"/>
                  <a:gd name="connsiteY811" fmla="*/ 607411 h 5390836"/>
                  <a:gd name="connsiteX812" fmla="*/ 1404078 w 5372199"/>
                  <a:gd name="connsiteY812" fmla="*/ 607411 h 5390836"/>
                  <a:gd name="connsiteX813" fmla="*/ 1394799 w 5372199"/>
                  <a:gd name="connsiteY813" fmla="*/ 596076 h 5390836"/>
                  <a:gd name="connsiteX814" fmla="*/ 1380356 w 5372199"/>
                  <a:gd name="connsiteY814" fmla="*/ 580605 h 5390836"/>
                  <a:gd name="connsiteX815" fmla="*/ 1362827 w 5372199"/>
                  <a:gd name="connsiteY815" fmla="*/ 559979 h 5390836"/>
                  <a:gd name="connsiteX816" fmla="*/ 1347355 w 5372199"/>
                  <a:gd name="connsiteY816" fmla="*/ 537296 h 5390836"/>
                  <a:gd name="connsiteX817" fmla="*/ 1347355 w 5372199"/>
                  <a:gd name="connsiteY817" fmla="*/ 502228 h 5390836"/>
                  <a:gd name="connsiteX818" fmla="*/ 1357673 w 5372199"/>
                  <a:gd name="connsiteY818" fmla="*/ 488825 h 5390836"/>
                  <a:gd name="connsiteX819" fmla="*/ 1373134 w 5372199"/>
                  <a:gd name="connsiteY819" fmla="*/ 488825 h 5390836"/>
                  <a:gd name="connsiteX820" fmla="*/ 1383452 w 5372199"/>
                  <a:gd name="connsiteY820" fmla="*/ 488825 h 5390836"/>
                  <a:gd name="connsiteX821" fmla="*/ 1404078 w 5372199"/>
                  <a:gd name="connsiteY821" fmla="*/ 467171 h 5390836"/>
                  <a:gd name="connsiteX822" fmla="*/ 1418510 w 5372199"/>
                  <a:gd name="connsiteY822" fmla="*/ 450670 h 5390836"/>
                  <a:gd name="connsiteX823" fmla="*/ 1428828 w 5372199"/>
                  <a:gd name="connsiteY823" fmla="*/ 438295 h 5390836"/>
                  <a:gd name="connsiteX824" fmla="*/ 1438107 w 5372199"/>
                  <a:gd name="connsiteY824" fmla="*/ 429006 h 5390836"/>
                  <a:gd name="connsiteX825" fmla="*/ 1448425 w 5372199"/>
                  <a:gd name="connsiteY825" fmla="*/ 414573 h 5390836"/>
                  <a:gd name="connsiteX826" fmla="*/ 1448425 w 5372199"/>
                  <a:gd name="connsiteY826" fmla="*/ 404255 h 5390836"/>
                  <a:gd name="connsiteX827" fmla="*/ 1453579 w 5372199"/>
                  <a:gd name="connsiteY827" fmla="*/ 396005 h 5390836"/>
                  <a:gd name="connsiteX828" fmla="*/ 1459761 w 5372199"/>
                  <a:gd name="connsiteY828" fmla="*/ 388795 h 5390836"/>
                  <a:gd name="connsiteX829" fmla="*/ 1469050 w 5372199"/>
                  <a:gd name="connsiteY829" fmla="*/ 391881 h 5390836"/>
                  <a:gd name="connsiteX830" fmla="*/ 1484511 w 5372199"/>
                  <a:gd name="connsiteY830" fmla="*/ 391881 h 5390836"/>
                  <a:gd name="connsiteX831" fmla="*/ 1498954 w 5372199"/>
                  <a:gd name="connsiteY831" fmla="*/ 383631 h 5390836"/>
                  <a:gd name="connsiteX832" fmla="*/ 4049260 w 5372199"/>
                  <a:gd name="connsiteY832" fmla="*/ 354753 h 5390836"/>
                  <a:gd name="connsiteX833" fmla="*/ 4069885 w 5372199"/>
                  <a:gd name="connsiteY833" fmla="*/ 368156 h 5390836"/>
                  <a:gd name="connsiteX834" fmla="*/ 4079164 w 5372199"/>
                  <a:gd name="connsiteY834" fmla="*/ 390849 h 5390836"/>
                  <a:gd name="connsiteX835" fmla="*/ 4079164 w 5372199"/>
                  <a:gd name="connsiteY835" fmla="*/ 405282 h 5390836"/>
                  <a:gd name="connsiteX836" fmla="*/ 4074010 w 5372199"/>
                  <a:gd name="connsiteY836" fmla="*/ 418685 h 5390836"/>
                  <a:gd name="connsiteX837" fmla="*/ 4053385 w 5372199"/>
                  <a:gd name="connsiteY837" fmla="*/ 435196 h 5390836"/>
                  <a:gd name="connsiteX838" fmla="*/ 4045135 w 5372199"/>
                  <a:gd name="connsiteY838" fmla="*/ 447561 h 5390836"/>
                  <a:gd name="connsiteX839" fmla="*/ 4055442 w 5372199"/>
                  <a:gd name="connsiteY839" fmla="*/ 447561 h 5390836"/>
                  <a:gd name="connsiteX840" fmla="*/ 4068856 w 5372199"/>
                  <a:gd name="connsiteY840" fmla="*/ 447561 h 5390836"/>
                  <a:gd name="connsiteX841" fmla="*/ 4084317 w 5372199"/>
                  <a:gd name="connsiteY841" fmla="*/ 447561 h 5390836"/>
                  <a:gd name="connsiteX842" fmla="*/ 4105971 w 5372199"/>
                  <a:gd name="connsiteY842" fmla="*/ 447561 h 5390836"/>
                  <a:gd name="connsiteX843" fmla="*/ 4128664 w 5372199"/>
                  <a:gd name="connsiteY843" fmla="*/ 460975 h 5390836"/>
                  <a:gd name="connsiteX844" fmla="*/ 4145164 w 5372199"/>
                  <a:gd name="connsiteY844" fmla="*/ 478504 h 5390836"/>
                  <a:gd name="connsiteX845" fmla="*/ 4145164 w 5372199"/>
                  <a:gd name="connsiteY845" fmla="*/ 512533 h 5390836"/>
                  <a:gd name="connsiteX846" fmla="*/ 4135886 w 5372199"/>
                  <a:gd name="connsiteY846" fmla="*/ 512533 h 5390836"/>
                  <a:gd name="connsiteX847" fmla="*/ 4120414 w 5372199"/>
                  <a:gd name="connsiteY847" fmla="*/ 512533 h 5390836"/>
                  <a:gd name="connsiteX848" fmla="*/ 4088442 w 5372199"/>
                  <a:gd name="connsiteY848" fmla="*/ 512533 h 5390836"/>
                  <a:gd name="connsiteX849" fmla="*/ 4069885 w 5372199"/>
                  <a:gd name="connsiteY849" fmla="*/ 512533 h 5390836"/>
                  <a:gd name="connsiteX850" fmla="*/ 4052356 w 5372199"/>
                  <a:gd name="connsiteY850" fmla="*/ 504283 h 5390836"/>
                  <a:gd name="connsiteX851" fmla="*/ 4020384 w 5372199"/>
                  <a:gd name="connsiteY851" fmla="*/ 499129 h 5390836"/>
                  <a:gd name="connsiteX852" fmla="*/ 4004913 w 5372199"/>
                  <a:gd name="connsiteY852" fmla="*/ 507379 h 5390836"/>
                  <a:gd name="connsiteX853" fmla="*/ 3995634 w 5372199"/>
                  <a:gd name="connsiteY853" fmla="*/ 529033 h 5390836"/>
                  <a:gd name="connsiteX854" fmla="*/ 4013163 w 5372199"/>
                  <a:gd name="connsiteY854" fmla="*/ 598130 h 5390836"/>
                  <a:gd name="connsiteX855" fmla="*/ 4024509 w 5372199"/>
                  <a:gd name="connsiteY855" fmla="*/ 651756 h 5390836"/>
                  <a:gd name="connsiteX856" fmla="*/ 4044106 w 5372199"/>
                  <a:gd name="connsiteY856" fmla="*/ 693006 h 5390836"/>
                  <a:gd name="connsiteX857" fmla="*/ 4058538 w 5372199"/>
                  <a:gd name="connsiteY857" fmla="*/ 711564 h 5390836"/>
                  <a:gd name="connsiteX858" fmla="*/ 4067817 w 5372199"/>
                  <a:gd name="connsiteY858" fmla="*/ 729103 h 5390836"/>
                  <a:gd name="connsiteX859" fmla="*/ 4092567 w 5372199"/>
                  <a:gd name="connsiteY859" fmla="*/ 760036 h 5390836"/>
                  <a:gd name="connsiteX860" fmla="*/ 4100817 w 5372199"/>
                  <a:gd name="connsiteY860" fmla="*/ 771382 h 5390836"/>
                  <a:gd name="connsiteX861" fmla="*/ 4092567 w 5372199"/>
                  <a:gd name="connsiteY861" fmla="*/ 777564 h 5390836"/>
                  <a:gd name="connsiteX862" fmla="*/ 4084317 w 5372199"/>
                  <a:gd name="connsiteY862" fmla="*/ 788911 h 5390836"/>
                  <a:gd name="connsiteX863" fmla="*/ 4059567 w 5372199"/>
                  <a:gd name="connsiteY863" fmla="*/ 788911 h 5390836"/>
                  <a:gd name="connsiteX864" fmla="*/ 4049260 w 5372199"/>
                  <a:gd name="connsiteY864" fmla="*/ 788911 h 5390836"/>
                  <a:gd name="connsiteX865" fmla="*/ 4039981 w 5372199"/>
                  <a:gd name="connsiteY865" fmla="*/ 788911 h 5390836"/>
                  <a:gd name="connsiteX866" fmla="*/ 4023481 w 5372199"/>
                  <a:gd name="connsiteY866" fmla="*/ 777564 h 5390836"/>
                  <a:gd name="connsiteX867" fmla="*/ 4005941 w 5372199"/>
                  <a:gd name="connsiteY867" fmla="*/ 768286 h 5390836"/>
                  <a:gd name="connsiteX868" fmla="*/ 3991509 w 5372199"/>
                  <a:gd name="connsiteY868" fmla="*/ 755910 h 5390836"/>
                  <a:gd name="connsiteX869" fmla="*/ 3969855 w 5372199"/>
                  <a:gd name="connsiteY869" fmla="*/ 738382 h 5390836"/>
                  <a:gd name="connsiteX870" fmla="*/ 3961605 w 5372199"/>
                  <a:gd name="connsiteY870" fmla="*/ 720853 h 5390836"/>
                  <a:gd name="connsiteX871" fmla="*/ 3961605 w 5372199"/>
                  <a:gd name="connsiteY871" fmla="*/ 671352 h 5390836"/>
                  <a:gd name="connsiteX872" fmla="*/ 3955412 w 5372199"/>
                  <a:gd name="connsiteY872" fmla="*/ 627006 h 5390836"/>
                  <a:gd name="connsiteX873" fmla="*/ 3949230 w 5372199"/>
                  <a:gd name="connsiteY873" fmla="*/ 601227 h 5390836"/>
                  <a:gd name="connsiteX874" fmla="*/ 3933758 w 5372199"/>
                  <a:gd name="connsiteY874" fmla="*/ 553783 h 5390836"/>
                  <a:gd name="connsiteX875" fmla="*/ 3890440 w 5372199"/>
                  <a:gd name="connsiteY875" fmla="*/ 575437 h 5390836"/>
                  <a:gd name="connsiteX876" fmla="*/ 3837843 w 5372199"/>
                  <a:gd name="connsiteY876" fmla="*/ 587812 h 5390836"/>
                  <a:gd name="connsiteX877" fmla="*/ 3791439 w 5372199"/>
                  <a:gd name="connsiteY877" fmla="*/ 587812 h 5390836"/>
                  <a:gd name="connsiteX878" fmla="*/ 3758439 w 5372199"/>
                  <a:gd name="connsiteY878" fmla="*/ 587812 h 5390836"/>
                  <a:gd name="connsiteX879" fmla="*/ 3731631 w 5372199"/>
                  <a:gd name="connsiteY879" fmla="*/ 579562 h 5390836"/>
                  <a:gd name="connsiteX880" fmla="*/ 3718228 w 5372199"/>
                  <a:gd name="connsiteY880" fmla="*/ 579562 h 5390836"/>
                  <a:gd name="connsiteX881" fmla="*/ 3718228 w 5372199"/>
                  <a:gd name="connsiteY881" fmla="*/ 567198 h 5390836"/>
                  <a:gd name="connsiteX882" fmla="*/ 3718228 w 5372199"/>
                  <a:gd name="connsiteY882" fmla="*/ 549658 h 5390836"/>
                  <a:gd name="connsiteX883" fmla="*/ 3709977 w 5372199"/>
                  <a:gd name="connsiteY883" fmla="*/ 539351 h 5390836"/>
                  <a:gd name="connsiteX884" fmla="*/ 3721313 w 5372199"/>
                  <a:gd name="connsiteY884" fmla="*/ 539351 h 5390836"/>
                  <a:gd name="connsiteX885" fmla="*/ 3744006 w 5372199"/>
                  <a:gd name="connsiteY885" fmla="*/ 539351 h 5390836"/>
                  <a:gd name="connsiteX886" fmla="*/ 3759478 w 5372199"/>
                  <a:gd name="connsiteY886" fmla="*/ 539351 h 5390836"/>
                  <a:gd name="connsiteX887" fmla="*/ 3769785 w 5372199"/>
                  <a:gd name="connsiteY887" fmla="*/ 539351 h 5390836"/>
                  <a:gd name="connsiteX888" fmla="*/ 3851258 w 5372199"/>
                  <a:gd name="connsiteY888" fmla="*/ 519754 h 5390836"/>
                  <a:gd name="connsiteX889" fmla="*/ 3892508 w 5372199"/>
                  <a:gd name="connsiteY889" fmla="*/ 495004 h 5390836"/>
                  <a:gd name="connsiteX890" fmla="*/ 3905912 w 5372199"/>
                  <a:gd name="connsiteY890" fmla="*/ 482629 h 5390836"/>
                  <a:gd name="connsiteX891" fmla="*/ 3894565 w 5372199"/>
                  <a:gd name="connsiteY891" fmla="*/ 477476 h 5390836"/>
                  <a:gd name="connsiteX892" fmla="*/ 3886315 w 5372199"/>
                  <a:gd name="connsiteY892" fmla="*/ 477476 h 5390836"/>
                  <a:gd name="connsiteX893" fmla="*/ 3873940 w 5372199"/>
                  <a:gd name="connsiteY893" fmla="*/ 477476 h 5390836"/>
                  <a:gd name="connsiteX894" fmla="*/ 3863633 w 5372199"/>
                  <a:gd name="connsiteY894" fmla="*/ 471282 h 5390836"/>
                  <a:gd name="connsiteX895" fmla="*/ 3852286 w 5372199"/>
                  <a:gd name="connsiteY895" fmla="*/ 454782 h 5390836"/>
                  <a:gd name="connsiteX896" fmla="*/ 3847132 w 5372199"/>
                  <a:gd name="connsiteY896" fmla="*/ 420753 h 5390836"/>
                  <a:gd name="connsiteX897" fmla="*/ 3860536 w 5372199"/>
                  <a:gd name="connsiteY897" fmla="*/ 409418 h 5390836"/>
                  <a:gd name="connsiteX898" fmla="*/ 3873951 w 5372199"/>
                  <a:gd name="connsiteY898" fmla="*/ 409418 h 5390836"/>
                  <a:gd name="connsiteX899" fmla="*/ 3887354 w 5372199"/>
                  <a:gd name="connsiteY899" fmla="*/ 409407 h 5390836"/>
                  <a:gd name="connsiteX900" fmla="*/ 3900758 w 5372199"/>
                  <a:gd name="connsiteY900" fmla="*/ 409407 h 5390836"/>
                  <a:gd name="connsiteX901" fmla="*/ 3923440 w 5372199"/>
                  <a:gd name="connsiteY901" fmla="*/ 422821 h 5390836"/>
                  <a:gd name="connsiteX902" fmla="*/ 3968816 w 5372199"/>
                  <a:gd name="connsiteY902" fmla="*/ 431061 h 5390836"/>
                  <a:gd name="connsiteX903" fmla="*/ 3995634 w 5372199"/>
                  <a:gd name="connsiteY903" fmla="*/ 401157 h 5390836"/>
                  <a:gd name="connsiteX904" fmla="*/ 4011106 w 5372199"/>
                  <a:gd name="connsiteY904" fmla="*/ 380532 h 5390836"/>
                  <a:gd name="connsiteX905" fmla="*/ 4020384 w 5372199"/>
                  <a:gd name="connsiteY905" fmla="*/ 360935 h 5390836"/>
                  <a:gd name="connsiteX906" fmla="*/ 4030692 w 5372199"/>
                  <a:gd name="connsiteY906" fmla="*/ 360946 h 5390836"/>
                  <a:gd name="connsiteX907" fmla="*/ 4045135 w 5372199"/>
                  <a:gd name="connsiteY907" fmla="*/ 371253 h 5390836"/>
                  <a:gd name="connsiteX908" fmla="*/ 4058538 w 5372199"/>
                  <a:gd name="connsiteY908" fmla="*/ 371253 h 5390836"/>
                  <a:gd name="connsiteX909" fmla="*/ 1383200 w 5372199"/>
                  <a:gd name="connsiteY909" fmla="*/ 242484 h 5390836"/>
                  <a:gd name="connsiteX910" fmla="*/ 1389646 w 5372199"/>
                  <a:gd name="connsiteY910" fmla="*/ 244417 h 5390836"/>
                  <a:gd name="connsiteX911" fmla="*/ 1403049 w 5372199"/>
                  <a:gd name="connsiteY911" fmla="*/ 256792 h 5390836"/>
                  <a:gd name="connsiteX912" fmla="*/ 1425742 w 5372199"/>
                  <a:gd name="connsiteY912" fmla="*/ 272253 h 5390836"/>
                  <a:gd name="connsiteX913" fmla="*/ 1425742 w 5372199"/>
                  <a:gd name="connsiteY913" fmla="*/ 302168 h 5390836"/>
                  <a:gd name="connsiteX914" fmla="*/ 1432953 w 5372199"/>
                  <a:gd name="connsiteY914" fmla="*/ 308350 h 5390836"/>
                  <a:gd name="connsiteX915" fmla="*/ 1470078 w 5372199"/>
                  <a:gd name="connsiteY915" fmla="*/ 272253 h 5390836"/>
                  <a:gd name="connsiteX916" fmla="*/ 1491732 w 5372199"/>
                  <a:gd name="connsiteY916" fmla="*/ 251628 h 5390836"/>
                  <a:gd name="connsiteX917" fmla="*/ 1505146 w 5372199"/>
                  <a:gd name="connsiteY917" fmla="*/ 251628 h 5390836"/>
                  <a:gd name="connsiteX918" fmla="*/ 1517522 w 5372199"/>
                  <a:gd name="connsiteY918" fmla="*/ 251628 h 5390836"/>
                  <a:gd name="connsiteX919" fmla="*/ 1538147 w 5372199"/>
                  <a:gd name="connsiteY919" fmla="*/ 251628 h 5390836"/>
                  <a:gd name="connsiteX920" fmla="*/ 1547425 w 5372199"/>
                  <a:gd name="connsiteY920" fmla="*/ 251628 h 5390836"/>
                  <a:gd name="connsiteX921" fmla="*/ 1555675 w 5372199"/>
                  <a:gd name="connsiteY921" fmla="*/ 266071 h 5390836"/>
                  <a:gd name="connsiteX922" fmla="*/ 1543300 w 5372199"/>
                  <a:gd name="connsiteY922" fmla="*/ 300100 h 5390836"/>
                  <a:gd name="connsiteX923" fmla="*/ 1528868 w 5372199"/>
                  <a:gd name="connsiteY923" fmla="*/ 300100 h 5390836"/>
                  <a:gd name="connsiteX924" fmla="*/ 1507204 w 5372199"/>
                  <a:gd name="connsiteY924" fmla="*/ 314543 h 5390836"/>
                  <a:gd name="connsiteX925" fmla="*/ 1491732 w 5372199"/>
                  <a:gd name="connsiteY925" fmla="*/ 326918 h 5390836"/>
                  <a:gd name="connsiteX926" fmla="*/ 1478328 w 5372199"/>
                  <a:gd name="connsiteY926" fmla="*/ 341350 h 5390836"/>
                  <a:gd name="connsiteX927" fmla="*/ 1465953 w 5372199"/>
                  <a:gd name="connsiteY927" fmla="*/ 356822 h 5390836"/>
                  <a:gd name="connsiteX928" fmla="*/ 1450493 w 5372199"/>
                  <a:gd name="connsiteY928" fmla="*/ 365072 h 5390836"/>
                  <a:gd name="connsiteX929" fmla="*/ 1433982 w 5372199"/>
                  <a:gd name="connsiteY929" fmla="*/ 387754 h 5390836"/>
                  <a:gd name="connsiteX930" fmla="*/ 1390674 w 5372199"/>
                  <a:gd name="connsiteY930" fmla="*/ 431072 h 5390836"/>
                  <a:gd name="connsiteX931" fmla="*/ 1378299 w 5372199"/>
                  <a:gd name="connsiteY931" fmla="*/ 443448 h 5390836"/>
                  <a:gd name="connsiteX932" fmla="*/ 1366953 w 5372199"/>
                  <a:gd name="connsiteY932" fmla="*/ 455823 h 5390836"/>
                  <a:gd name="connsiteX933" fmla="*/ 1355617 w 5372199"/>
                  <a:gd name="connsiteY933" fmla="*/ 466130 h 5390836"/>
                  <a:gd name="connsiteX934" fmla="*/ 1345299 w 5372199"/>
                  <a:gd name="connsiteY934" fmla="*/ 474391 h 5390836"/>
                  <a:gd name="connsiteX935" fmla="*/ 1336020 w 5372199"/>
                  <a:gd name="connsiteY935" fmla="*/ 484698 h 5390836"/>
                  <a:gd name="connsiteX936" fmla="*/ 1325702 w 5372199"/>
                  <a:gd name="connsiteY936" fmla="*/ 491920 h 5390836"/>
                  <a:gd name="connsiteX937" fmla="*/ 1317452 w 5372199"/>
                  <a:gd name="connsiteY937" fmla="*/ 497073 h 5390836"/>
                  <a:gd name="connsiteX938" fmla="*/ 1306117 w 5372199"/>
                  <a:gd name="connsiteY938" fmla="*/ 508420 h 5390836"/>
                  <a:gd name="connsiteX939" fmla="*/ 1296827 w 5372199"/>
                  <a:gd name="connsiteY939" fmla="*/ 519756 h 5390836"/>
                  <a:gd name="connsiteX940" fmla="*/ 1290645 w 5372199"/>
                  <a:gd name="connsiteY940" fmla="*/ 531102 h 5390836"/>
                  <a:gd name="connsiteX941" fmla="*/ 1279299 w 5372199"/>
                  <a:gd name="connsiteY941" fmla="*/ 531102 h 5390836"/>
                  <a:gd name="connsiteX942" fmla="*/ 1263827 w 5372199"/>
                  <a:gd name="connsiteY942" fmla="*/ 539352 h 5390836"/>
                  <a:gd name="connsiteX943" fmla="*/ 1251452 w 5372199"/>
                  <a:gd name="connsiteY943" fmla="*/ 525949 h 5390836"/>
                  <a:gd name="connsiteX944" fmla="*/ 1242173 w 5372199"/>
                  <a:gd name="connsiteY944" fmla="*/ 513574 h 5390836"/>
                  <a:gd name="connsiteX945" fmla="*/ 1242173 w 5372199"/>
                  <a:gd name="connsiteY945" fmla="*/ 501198 h 5390836"/>
                  <a:gd name="connsiteX946" fmla="*/ 1262798 w 5372199"/>
                  <a:gd name="connsiteY946" fmla="*/ 469227 h 5390836"/>
                  <a:gd name="connsiteX947" fmla="*/ 1273106 w 5372199"/>
                  <a:gd name="connsiteY947" fmla="*/ 469227 h 5390836"/>
                  <a:gd name="connsiteX948" fmla="*/ 1286520 w 5372199"/>
                  <a:gd name="connsiteY948" fmla="*/ 453755 h 5390836"/>
                  <a:gd name="connsiteX949" fmla="*/ 1321577 w 5372199"/>
                  <a:gd name="connsiteY949" fmla="*/ 421794 h 5390836"/>
                  <a:gd name="connsiteX950" fmla="*/ 1337049 w 5372199"/>
                  <a:gd name="connsiteY950" fmla="*/ 408380 h 5390836"/>
                  <a:gd name="connsiteX951" fmla="*/ 1362828 w 5372199"/>
                  <a:gd name="connsiteY951" fmla="*/ 380543 h 5390836"/>
                  <a:gd name="connsiteX952" fmla="*/ 1371078 w 5372199"/>
                  <a:gd name="connsiteY952" fmla="*/ 365072 h 5390836"/>
                  <a:gd name="connsiteX953" fmla="*/ 1363867 w 5372199"/>
                  <a:gd name="connsiteY953" fmla="*/ 357851 h 5390836"/>
                  <a:gd name="connsiteX954" fmla="*/ 1353549 w 5372199"/>
                  <a:gd name="connsiteY954" fmla="*/ 357851 h 5390836"/>
                  <a:gd name="connsiteX955" fmla="*/ 1341174 w 5372199"/>
                  <a:gd name="connsiteY955" fmla="*/ 357851 h 5390836"/>
                  <a:gd name="connsiteX956" fmla="*/ 1341174 w 5372199"/>
                  <a:gd name="connsiteY956" fmla="*/ 347543 h 5390836"/>
                  <a:gd name="connsiteX957" fmla="*/ 1341174 w 5372199"/>
                  <a:gd name="connsiteY957" fmla="*/ 337225 h 5390836"/>
                  <a:gd name="connsiteX958" fmla="*/ 1341174 w 5372199"/>
                  <a:gd name="connsiteY958" fmla="*/ 323822 h 5390836"/>
                  <a:gd name="connsiteX959" fmla="*/ 1313327 w 5372199"/>
                  <a:gd name="connsiteY959" fmla="*/ 304225 h 5390836"/>
                  <a:gd name="connsiteX960" fmla="*/ 1313327 w 5372199"/>
                  <a:gd name="connsiteY960" fmla="*/ 292878 h 5390836"/>
                  <a:gd name="connsiteX961" fmla="*/ 1328799 w 5372199"/>
                  <a:gd name="connsiteY961" fmla="*/ 280503 h 5390836"/>
                  <a:gd name="connsiteX962" fmla="*/ 1336020 w 5372199"/>
                  <a:gd name="connsiteY962" fmla="*/ 270196 h 5390836"/>
                  <a:gd name="connsiteX963" fmla="*/ 1344270 w 5372199"/>
                  <a:gd name="connsiteY963" fmla="*/ 264003 h 5390836"/>
                  <a:gd name="connsiteX964" fmla="*/ 1351492 w 5372199"/>
                  <a:gd name="connsiteY964" fmla="*/ 254724 h 5390836"/>
                  <a:gd name="connsiteX965" fmla="*/ 1339117 w 5372199"/>
                  <a:gd name="connsiteY965" fmla="*/ 257821 h 5390836"/>
                  <a:gd name="connsiteX966" fmla="*/ 1350453 w 5372199"/>
                  <a:gd name="connsiteY966" fmla="*/ 252667 h 5390836"/>
                  <a:gd name="connsiteX967" fmla="*/ 1363867 w 5372199"/>
                  <a:gd name="connsiteY967" fmla="*/ 244417 h 5390836"/>
                  <a:gd name="connsiteX968" fmla="*/ 1375203 w 5372199"/>
                  <a:gd name="connsiteY968" fmla="*/ 244417 h 5390836"/>
                  <a:gd name="connsiteX969" fmla="*/ 1383200 w 5372199"/>
                  <a:gd name="connsiteY969" fmla="*/ 242484 h 5390836"/>
                  <a:gd name="connsiteX970" fmla="*/ 2319836 w 5372199"/>
                  <a:gd name="connsiteY970" fmla="*/ 154694 h 5390836"/>
                  <a:gd name="connsiteX971" fmla="*/ 2301267 w 5372199"/>
                  <a:gd name="connsiteY971" fmla="*/ 159847 h 5390836"/>
                  <a:gd name="connsiteX972" fmla="*/ 2301267 w 5372199"/>
                  <a:gd name="connsiteY972" fmla="*/ 171193 h 5390836"/>
                  <a:gd name="connsiteX973" fmla="*/ 2301267 w 5372199"/>
                  <a:gd name="connsiteY973" fmla="*/ 180472 h 5390836"/>
                  <a:gd name="connsiteX974" fmla="*/ 2318808 w 5372199"/>
                  <a:gd name="connsiteY974" fmla="*/ 180472 h 5390836"/>
                  <a:gd name="connsiteX975" fmla="*/ 2327047 w 5372199"/>
                  <a:gd name="connsiteY975" fmla="*/ 158819 h 5390836"/>
                  <a:gd name="connsiteX976" fmla="*/ 2320865 w 5372199"/>
                  <a:gd name="connsiteY976" fmla="*/ 158819 h 5390836"/>
                  <a:gd name="connsiteX977" fmla="*/ 2375531 w 5372199"/>
                  <a:gd name="connsiteY977" fmla="*/ 130974 h 5390836"/>
                  <a:gd name="connsiteX978" fmla="*/ 2361089 w 5372199"/>
                  <a:gd name="connsiteY978" fmla="*/ 138195 h 5390836"/>
                  <a:gd name="connsiteX979" fmla="*/ 2361089 w 5372199"/>
                  <a:gd name="connsiteY979" fmla="*/ 153665 h 5390836"/>
                  <a:gd name="connsiteX980" fmla="*/ 2371407 w 5372199"/>
                  <a:gd name="connsiteY980" fmla="*/ 160876 h 5390836"/>
                  <a:gd name="connsiteX981" fmla="*/ 2386877 w 5372199"/>
                  <a:gd name="connsiteY981" fmla="*/ 146444 h 5390836"/>
                  <a:gd name="connsiteX982" fmla="*/ 2386877 w 5372199"/>
                  <a:gd name="connsiteY982" fmla="*/ 133031 h 5390836"/>
                  <a:gd name="connsiteX983" fmla="*/ 2376560 w 5372199"/>
                  <a:gd name="connsiteY983" fmla="*/ 133031 h 5390836"/>
                  <a:gd name="connsiteX984" fmla="*/ 2306432 w 5372199"/>
                  <a:gd name="connsiteY984" fmla="*/ 95915 h 5390836"/>
                  <a:gd name="connsiteX985" fmla="*/ 2310546 w 5372199"/>
                  <a:gd name="connsiteY985" fmla="*/ 100039 h 5390836"/>
                  <a:gd name="connsiteX986" fmla="*/ 2296113 w 5372199"/>
                  <a:gd name="connsiteY986" fmla="*/ 113442 h 5390836"/>
                  <a:gd name="connsiteX987" fmla="*/ 2296113 w 5372199"/>
                  <a:gd name="connsiteY987" fmla="*/ 128913 h 5390836"/>
                  <a:gd name="connsiteX988" fmla="*/ 2304364 w 5372199"/>
                  <a:gd name="connsiteY988" fmla="*/ 128913 h 5390836"/>
                  <a:gd name="connsiteX989" fmla="*/ 2320865 w 5372199"/>
                  <a:gd name="connsiteY989" fmla="*/ 108289 h 5390836"/>
                  <a:gd name="connsiteX990" fmla="*/ 2306432 w 5372199"/>
                  <a:gd name="connsiteY990" fmla="*/ 95915 h 5390836"/>
                  <a:gd name="connsiteX991" fmla="*/ 3341817 w 5372199"/>
                  <a:gd name="connsiteY991" fmla="*/ 93847 h 5390836"/>
                  <a:gd name="connsiteX992" fmla="*/ 3351096 w 5372199"/>
                  <a:gd name="connsiteY992" fmla="*/ 103125 h 5390836"/>
                  <a:gd name="connsiteX993" fmla="*/ 3363471 w 5372199"/>
                  <a:gd name="connsiteY993" fmla="*/ 121693 h 5390836"/>
                  <a:gd name="connsiteX994" fmla="*/ 3363471 w 5372199"/>
                  <a:gd name="connsiteY994" fmla="*/ 138193 h 5390836"/>
                  <a:gd name="connsiteX995" fmla="*/ 3363482 w 5372199"/>
                  <a:gd name="connsiteY995" fmla="*/ 150569 h 5390836"/>
                  <a:gd name="connsiteX996" fmla="*/ 3332539 w 5372199"/>
                  <a:gd name="connsiteY996" fmla="*/ 167069 h 5390836"/>
                  <a:gd name="connsiteX997" fmla="*/ 3307789 w 5372199"/>
                  <a:gd name="connsiteY997" fmla="*/ 179444 h 5390836"/>
                  <a:gd name="connsiteX998" fmla="*/ 3290260 w 5372199"/>
                  <a:gd name="connsiteY998" fmla="*/ 185626 h 5390836"/>
                  <a:gd name="connsiteX999" fmla="*/ 3254163 w 5372199"/>
                  <a:gd name="connsiteY999" fmla="*/ 200069 h 5390836"/>
                  <a:gd name="connsiteX1000" fmla="*/ 3254163 w 5372199"/>
                  <a:gd name="connsiteY1000" fmla="*/ 226877 h 5390836"/>
                  <a:gd name="connsiteX1001" fmla="*/ 3245913 w 5372199"/>
                  <a:gd name="connsiteY1001" fmla="*/ 238223 h 5390836"/>
                  <a:gd name="connsiteX1002" fmla="*/ 3238692 w 5372199"/>
                  <a:gd name="connsiteY1002" fmla="*/ 247502 h 5390836"/>
                  <a:gd name="connsiteX1003" fmla="*/ 3232510 w 5372199"/>
                  <a:gd name="connsiteY1003" fmla="*/ 257820 h 5390836"/>
                  <a:gd name="connsiteX1004" fmla="*/ 3227356 w 5372199"/>
                  <a:gd name="connsiteY1004" fmla="*/ 270195 h 5390836"/>
                  <a:gd name="connsiteX1005" fmla="*/ 3221163 w 5372199"/>
                  <a:gd name="connsiteY1005" fmla="*/ 302156 h 5390836"/>
                  <a:gd name="connsiteX1006" fmla="*/ 3278913 w 5372199"/>
                  <a:gd name="connsiteY1006" fmla="*/ 314531 h 5390836"/>
                  <a:gd name="connsiteX1007" fmla="*/ 3294385 w 5372199"/>
                  <a:gd name="connsiteY1007" fmla="*/ 314531 h 5390836"/>
                  <a:gd name="connsiteX1008" fmla="*/ 3309846 w 5372199"/>
                  <a:gd name="connsiteY1008" fmla="*/ 314531 h 5390836"/>
                  <a:gd name="connsiteX1009" fmla="*/ 3323260 w 5372199"/>
                  <a:gd name="connsiteY1009" fmla="*/ 322792 h 5390836"/>
                  <a:gd name="connsiteX1010" fmla="*/ 3336664 w 5372199"/>
                  <a:gd name="connsiteY1010" fmla="*/ 335156 h 5390836"/>
                  <a:gd name="connsiteX1011" fmla="*/ 3352135 w 5372199"/>
                  <a:gd name="connsiteY1011" fmla="*/ 355792 h 5390836"/>
                  <a:gd name="connsiteX1012" fmla="*/ 3352135 w 5372199"/>
                  <a:gd name="connsiteY1012" fmla="*/ 369196 h 5390836"/>
                  <a:gd name="connsiteX1013" fmla="*/ 3352135 w 5372199"/>
                  <a:gd name="connsiteY1013" fmla="*/ 374349 h 5390836"/>
                  <a:gd name="connsiteX1014" fmla="*/ 3352135 w 5372199"/>
                  <a:gd name="connsiteY1014" fmla="*/ 382599 h 5390836"/>
                  <a:gd name="connsiteX1015" fmla="*/ 3344914 w 5372199"/>
                  <a:gd name="connsiteY1015" fmla="*/ 392907 h 5390836"/>
                  <a:gd name="connsiteX1016" fmla="*/ 3332539 w 5372199"/>
                  <a:gd name="connsiteY1016" fmla="*/ 400128 h 5390836"/>
                  <a:gd name="connsiteX1017" fmla="*/ 3312942 w 5372199"/>
                  <a:gd name="connsiteY1017" fmla="*/ 400128 h 5390836"/>
                  <a:gd name="connsiteX1018" fmla="*/ 3292317 w 5372199"/>
                  <a:gd name="connsiteY1018" fmla="*/ 390849 h 5390836"/>
                  <a:gd name="connsiteX1019" fmla="*/ 3270663 w 5372199"/>
                  <a:gd name="connsiteY1019" fmla="*/ 390849 h 5390836"/>
                  <a:gd name="connsiteX1020" fmla="*/ 3236635 w 5372199"/>
                  <a:gd name="connsiteY1020" fmla="*/ 378474 h 5390836"/>
                  <a:gd name="connsiteX1021" fmla="*/ 3203634 w 5372199"/>
                  <a:gd name="connsiteY1021" fmla="*/ 371253 h 5390836"/>
                  <a:gd name="connsiteX1022" fmla="*/ 3170634 w 5372199"/>
                  <a:gd name="connsiteY1022" fmla="*/ 365070 h 5390836"/>
                  <a:gd name="connsiteX1023" fmla="*/ 3138662 w 5372199"/>
                  <a:gd name="connsiteY1023" fmla="*/ 365070 h 5390836"/>
                  <a:gd name="connsiteX1024" fmla="*/ 3102566 w 5372199"/>
                  <a:gd name="connsiteY1024" fmla="*/ 355781 h 5390836"/>
                  <a:gd name="connsiteX1025" fmla="*/ 3036565 w 5372199"/>
                  <a:gd name="connsiteY1025" fmla="*/ 355781 h 5390836"/>
                  <a:gd name="connsiteX1026" fmla="*/ 2952008 w 5372199"/>
                  <a:gd name="connsiteY1026" fmla="*/ 366099 h 5390836"/>
                  <a:gd name="connsiteX1027" fmla="*/ 2929314 w 5372199"/>
                  <a:gd name="connsiteY1027" fmla="*/ 331031 h 5390836"/>
                  <a:gd name="connsiteX1028" fmla="*/ 2929314 w 5372199"/>
                  <a:gd name="connsiteY1028" fmla="*/ 314531 h 5390836"/>
                  <a:gd name="connsiteX1029" fmla="*/ 2929314 w 5372199"/>
                  <a:gd name="connsiteY1029" fmla="*/ 293906 h 5390836"/>
                  <a:gd name="connsiteX1030" fmla="*/ 2965411 w 5372199"/>
                  <a:gd name="connsiteY1030" fmla="*/ 283598 h 5390836"/>
                  <a:gd name="connsiteX1031" fmla="*/ 2983968 w 5372199"/>
                  <a:gd name="connsiteY1031" fmla="*/ 290820 h 5390836"/>
                  <a:gd name="connsiteX1032" fmla="*/ 3027287 w 5372199"/>
                  <a:gd name="connsiteY1032" fmla="*/ 290820 h 5390836"/>
                  <a:gd name="connsiteX1033" fmla="*/ 3043787 w 5372199"/>
                  <a:gd name="connsiteY1033" fmla="*/ 290820 h 5390836"/>
                  <a:gd name="connsiteX1034" fmla="*/ 3092259 w 5372199"/>
                  <a:gd name="connsiteY1034" fmla="*/ 283598 h 5390836"/>
                  <a:gd name="connsiteX1035" fmla="*/ 3139691 w 5372199"/>
                  <a:gd name="connsiteY1035" fmla="*/ 234098 h 5390836"/>
                  <a:gd name="connsiteX1036" fmla="*/ 3147941 w 5372199"/>
                  <a:gd name="connsiteY1036" fmla="*/ 216569 h 5390836"/>
                  <a:gd name="connsiteX1037" fmla="*/ 3147941 w 5372199"/>
                  <a:gd name="connsiteY1037" fmla="*/ 200069 h 5390836"/>
                  <a:gd name="connsiteX1038" fmla="*/ 3130412 w 5372199"/>
                  <a:gd name="connsiteY1038" fmla="*/ 200069 h 5390836"/>
                  <a:gd name="connsiteX1039" fmla="*/ 3108759 w 5372199"/>
                  <a:gd name="connsiteY1039" fmla="*/ 200069 h 5390836"/>
                  <a:gd name="connsiteX1040" fmla="*/ 3108759 w 5372199"/>
                  <a:gd name="connsiteY1040" fmla="*/ 178405 h 5390836"/>
                  <a:gd name="connsiteX1041" fmla="*/ 3101537 w 5372199"/>
                  <a:gd name="connsiteY1041" fmla="*/ 151597 h 5390836"/>
                  <a:gd name="connsiteX1042" fmla="*/ 3101537 w 5372199"/>
                  <a:gd name="connsiteY1042" fmla="*/ 132001 h 5390836"/>
                  <a:gd name="connsiteX1043" fmla="*/ 3101537 w 5372199"/>
                  <a:gd name="connsiteY1043" fmla="*/ 113443 h 5390836"/>
                  <a:gd name="connsiteX1044" fmla="*/ 3121134 w 5372199"/>
                  <a:gd name="connsiteY1044" fmla="*/ 104154 h 5390836"/>
                  <a:gd name="connsiteX1045" fmla="*/ 3147941 w 5372199"/>
                  <a:gd name="connsiteY1045" fmla="*/ 117569 h 5390836"/>
                  <a:gd name="connsiteX1046" fmla="*/ 3220134 w 5372199"/>
                  <a:gd name="connsiteY1046" fmla="*/ 123750 h 5390836"/>
                  <a:gd name="connsiteX1047" fmla="*/ 3259317 w 5372199"/>
                  <a:gd name="connsiteY1047" fmla="*/ 123750 h 5390836"/>
                  <a:gd name="connsiteX1048" fmla="*/ 3316039 w 5372199"/>
                  <a:gd name="connsiteY1048" fmla="*/ 114472 h 5390836"/>
                  <a:gd name="connsiteX1049" fmla="*/ 3331510 w 5372199"/>
                  <a:gd name="connsiteY1049" fmla="*/ 114472 h 5390836"/>
                  <a:gd name="connsiteX1050" fmla="*/ 3343885 w 5372199"/>
                  <a:gd name="connsiteY1050" fmla="*/ 114472 h 5390836"/>
                  <a:gd name="connsiteX1051" fmla="*/ 2198081 w 5372199"/>
                  <a:gd name="connsiteY1051" fmla="*/ 79112 h 5390836"/>
                  <a:gd name="connsiteX1052" fmla="*/ 2212588 w 5372199"/>
                  <a:gd name="connsiteY1052" fmla="*/ 96946 h 5390836"/>
                  <a:gd name="connsiteX1053" fmla="*/ 2218770 w 5372199"/>
                  <a:gd name="connsiteY1053" fmla="*/ 79417 h 5390836"/>
                  <a:gd name="connsiteX1054" fmla="*/ 2218770 w 5372199"/>
                  <a:gd name="connsiteY1054" fmla="*/ 100042 h 5390836"/>
                  <a:gd name="connsiteX1055" fmla="*/ 2218770 w 5372199"/>
                  <a:gd name="connsiteY1055" fmla="*/ 123764 h 5390836"/>
                  <a:gd name="connsiteX1056" fmla="*/ 2208463 w 5372199"/>
                  <a:gd name="connsiteY1056" fmla="*/ 142321 h 5390836"/>
                  <a:gd name="connsiteX1057" fmla="*/ 2191952 w 5372199"/>
                  <a:gd name="connsiteY1057" fmla="*/ 168100 h 5390836"/>
                  <a:gd name="connsiteX1058" fmla="*/ 2191952 w 5372199"/>
                  <a:gd name="connsiteY1058" fmla="*/ 192850 h 5390836"/>
                  <a:gd name="connsiteX1059" fmla="*/ 2191952 w 5372199"/>
                  <a:gd name="connsiteY1059" fmla="*/ 210379 h 5390836"/>
                  <a:gd name="connsiteX1060" fmla="*/ 2205367 w 5372199"/>
                  <a:gd name="connsiteY1060" fmla="*/ 210379 h 5390836"/>
                  <a:gd name="connsiteX1061" fmla="*/ 2211549 w 5372199"/>
                  <a:gd name="connsiteY1061" fmla="*/ 221725 h 5390836"/>
                  <a:gd name="connsiteX1062" fmla="*/ 2221867 w 5372199"/>
                  <a:gd name="connsiteY1062" fmla="*/ 240293 h 5390836"/>
                  <a:gd name="connsiteX1063" fmla="*/ 2221867 w 5372199"/>
                  <a:gd name="connsiteY1063" fmla="*/ 248543 h 5390836"/>
                  <a:gd name="connsiteX1064" fmla="*/ 2186798 w 5372199"/>
                  <a:gd name="connsiteY1064" fmla="*/ 291851 h 5390836"/>
                  <a:gd name="connsiteX1065" fmla="*/ 2186798 w 5372199"/>
                  <a:gd name="connsiteY1065" fmla="*/ 306293 h 5390836"/>
                  <a:gd name="connsiteX1066" fmla="*/ 2202270 w 5372199"/>
                  <a:gd name="connsiteY1066" fmla="*/ 306293 h 5390836"/>
                  <a:gd name="connsiteX1067" fmla="*/ 2216713 w 5372199"/>
                  <a:gd name="connsiteY1067" fmla="*/ 313515 h 5390836"/>
                  <a:gd name="connsiteX1068" fmla="*/ 2222895 w 5372199"/>
                  <a:gd name="connsiteY1068" fmla="*/ 326919 h 5390836"/>
                  <a:gd name="connsiteX1069" fmla="*/ 2190923 w 5372199"/>
                  <a:gd name="connsiteY1069" fmla="*/ 377448 h 5390836"/>
                  <a:gd name="connsiteX1070" fmla="*/ 2134201 w 5372199"/>
                  <a:gd name="connsiteY1070" fmla="*/ 416630 h 5390836"/>
                  <a:gd name="connsiteX1071" fmla="*/ 2107393 w 5372199"/>
                  <a:gd name="connsiteY1071" fmla="*/ 447573 h 5390836"/>
                  <a:gd name="connsiteX1072" fmla="*/ 2096047 w 5372199"/>
                  <a:gd name="connsiteY1072" fmla="*/ 447573 h 5390836"/>
                  <a:gd name="connsiteX1073" fmla="*/ 2078518 w 5372199"/>
                  <a:gd name="connsiteY1073" fmla="*/ 447573 h 5390836"/>
                  <a:gd name="connsiteX1074" fmla="*/ 2069239 w 5372199"/>
                  <a:gd name="connsiteY1074" fmla="*/ 434169 h 5390836"/>
                  <a:gd name="connsiteX1075" fmla="*/ 2056864 w 5372199"/>
                  <a:gd name="connsiteY1075" fmla="*/ 420765 h 5390836"/>
                  <a:gd name="connsiteX1076" fmla="*/ 2047585 w 5372199"/>
                  <a:gd name="connsiteY1076" fmla="*/ 393948 h 5390836"/>
                  <a:gd name="connsiteX1077" fmla="*/ 2071296 w 5372199"/>
                  <a:gd name="connsiteY1077" fmla="*/ 365072 h 5390836"/>
                  <a:gd name="connsiteX1078" fmla="*/ 2084700 w 5372199"/>
                  <a:gd name="connsiteY1078" fmla="*/ 351669 h 5390836"/>
                  <a:gd name="connsiteX1079" fmla="*/ 2093989 w 5372199"/>
                  <a:gd name="connsiteY1079" fmla="*/ 338265 h 5390836"/>
                  <a:gd name="connsiteX1080" fmla="*/ 2093989 w 5372199"/>
                  <a:gd name="connsiteY1080" fmla="*/ 326919 h 5390836"/>
                  <a:gd name="connsiteX1081" fmla="*/ 2093989 w 5372199"/>
                  <a:gd name="connsiteY1081" fmla="*/ 312475 h 5390836"/>
                  <a:gd name="connsiteX1082" fmla="*/ 2087796 w 5372199"/>
                  <a:gd name="connsiteY1082" fmla="*/ 302169 h 5390836"/>
                  <a:gd name="connsiteX1083" fmla="*/ 2080575 w 5372199"/>
                  <a:gd name="connsiteY1083" fmla="*/ 292890 h 5390836"/>
                  <a:gd name="connsiteX1084" fmla="*/ 2065114 w 5372199"/>
                  <a:gd name="connsiteY1084" fmla="*/ 274322 h 5390836"/>
                  <a:gd name="connsiteX1085" fmla="*/ 2081614 w 5372199"/>
                  <a:gd name="connsiteY1085" fmla="*/ 251639 h 5390836"/>
                  <a:gd name="connsiteX1086" fmla="*/ 2095018 w 5372199"/>
                  <a:gd name="connsiteY1086" fmla="*/ 251639 h 5390836"/>
                  <a:gd name="connsiteX1087" fmla="*/ 2110490 w 5372199"/>
                  <a:gd name="connsiteY1087" fmla="*/ 234100 h 5390836"/>
                  <a:gd name="connsiteX1088" fmla="*/ 2110490 w 5372199"/>
                  <a:gd name="connsiteY1088" fmla="*/ 206264 h 5390836"/>
                  <a:gd name="connsiteX1089" fmla="*/ 2093989 w 5372199"/>
                  <a:gd name="connsiteY1089" fmla="*/ 194918 h 5390836"/>
                  <a:gd name="connsiteX1090" fmla="*/ 2076461 w 5372199"/>
                  <a:gd name="connsiteY1090" fmla="*/ 194918 h 5390836"/>
                  <a:gd name="connsiteX1091" fmla="*/ 2065114 w 5372199"/>
                  <a:gd name="connsiteY1091" fmla="*/ 184599 h 5390836"/>
                  <a:gd name="connsiteX1092" fmla="*/ 2054796 w 5372199"/>
                  <a:gd name="connsiteY1092" fmla="*/ 184599 h 5390836"/>
                  <a:gd name="connsiteX1093" fmla="*/ 2047585 w 5372199"/>
                  <a:gd name="connsiteY1093" fmla="*/ 166043 h 5390836"/>
                  <a:gd name="connsiteX1094" fmla="*/ 2055824 w 5372199"/>
                  <a:gd name="connsiteY1094" fmla="*/ 158821 h 5390836"/>
                  <a:gd name="connsiteX1095" fmla="*/ 2060989 w 5372199"/>
                  <a:gd name="connsiteY1095" fmla="*/ 147475 h 5390836"/>
                  <a:gd name="connsiteX1096" fmla="*/ 2074393 w 5372199"/>
                  <a:gd name="connsiteY1096" fmla="*/ 136139 h 5390836"/>
                  <a:gd name="connsiteX1097" fmla="*/ 2093989 w 5372199"/>
                  <a:gd name="connsiteY1097" fmla="*/ 136139 h 5390836"/>
                  <a:gd name="connsiteX1098" fmla="*/ 2171337 w 5372199"/>
                  <a:gd name="connsiteY1098" fmla="*/ 84571 h 5390836"/>
                  <a:gd name="connsiteX1099" fmla="*/ 2194020 w 5372199"/>
                  <a:gd name="connsiteY1099" fmla="*/ 79417 h 5390836"/>
                  <a:gd name="connsiteX1100" fmla="*/ 2198081 w 5372199"/>
                  <a:gd name="connsiteY1100" fmla="*/ 79112 h 5390836"/>
                  <a:gd name="connsiteX1101" fmla="*/ 2394088 w 5372199"/>
                  <a:gd name="connsiteY1101" fmla="*/ 55695 h 5390836"/>
                  <a:gd name="connsiteX1102" fmla="*/ 2356963 w 5372199"/>
                  <a:gd name="connsiteY1102" fmla="*/ 76320 h 5390836"/>
                  <a:gd name="connsiteX1103" fmla="*/ 2365213 w 5372199"/>
                  <a:gd name="connsiteY1103" fmla="*/ 93860 h 5390836"/>
                  <a:gd name="connsiteX1104" fmla="*/ 2385838 w 5372199"/>
                  <a:gd name="connsiteY1104" fmla="*/ 93860 h 5390836"/>
                  <a:gd name="connsiteX1105" fmla="*/ 2397185 w 5372199"/>
                  <a:gd name="connsiteY1105" fmla="*/ 73224 h 5390836"/>
                  <a:gd name="connsiteX1106" fmla="*/ 2397185 w 5372199"/>
                  <a:gd name="connsiteY1106" fmla="*/ 57763 h 5390836"/>
                  <a:gd name="connsiteX1107" fmla="*/ 2409561 w 5372199"/>
                  <a:gd name="connsiteY1107" fmla="*/ 1039 h 5390836"/>
                  <a:gd name="connsiteX1108" fmla="*/ 2427090 w 5372199"/>
                  <a:gd name="connsiteY1108" fmla="*/ 1039 h 5390836"/>
                  <a:gd name="connsiteX1109" fmla="*/ 2461119 w 5372199"/>
                  <a:gd name="connsiteY1109" fmla="*/ 1039 h 5390836"/>
                  <a:gd name="connsiteX1110" fmla="*/ 2469369 w 5372199"/>
                  <a:gd name="connsiteY1110" fmla="*/ 14443 h 5390836"/>
                  <a:gd name="connsiteX1111" fmla="*/ 2483812 w 5372199"/>
                  <a:gd name="connsiteY1111" fmla="*/ 36096 h 5390836"/>
                  <a:gd name="connsiteX1112" fmla="*/ 2477630 w 5372199"/>
                  <a:gd name="connsiteY1112" fmla="*/ 57761 h 5390836"/>
                  <a:gd name="connsiteX1113" fmla="*/ 2477630 w 5372199"/>
                  <a:gd name="connsiteY1113" fmla="*/ 76318 h 5390836"/>
                  <a:gd name="connsiteX1114" fmla="*/ 2466283 w 5372199"/>
                  <a:gd name="connsiteY1114" fmla="*/ 108290 h 5390836"/>
                  <a:gd name="connsiteX1115" fmla="*/ 2452879 w 5372199"/>
                  <a:gd name="connsiteY1115" fmla="*/ 127886 h 5390836"/>
                  <a:gd name="connsiteX1116" fmla="*/ 2429158 w 5372199"/>
                  <a:gd name="connsiteY1116" fmla="*/ 203165 h 5390836"/>
                  <a:gd name="connsiteX1117" fmla="*/ 2419868 w 5372199"/>
                  <a:gd name="connsiteY1117" fmla="*/ 215541 h 5390836"/>
                  <a:gd name="connsiteX1118" fmla="*/ 2406464 w 5372199"/>
                  <a:gd name="connsiteY1118" fmla="*/ 215541 h 5390836"/>
                  <a:gd name="connsiteX1119" fmla="*/ 2392032 w 5372199"/>
                  <a:gd name="connsiteY1119" fmla="*/ 222762 h 5390836"/>
                  <a:gd name="connsiteX1120" fmla="*/ 2372435 w 5372199"/>
                  <a:gd name="connsiteY1120" fmla="*/ 232041 h 5390836"/>
                  <a:gd name="connsiteX1121" fmla="*/ 2372435 w 5372199"/>
                  <a:gd name="connsiteY1121" fmla="*/ 248541 h 5390836"/>
                  <a:gd name="connsiteX1122" fmla="*/ 2387907 w 5372199"/>
                  <a:gd name="connsiteY1122" fmla="*/ 243387 h 5390836"/>
                  <a:gd name="connsiteX1123" fmla="*/ 2400282 w 5372199"/>
                  <a:gd name="connsiteY1123" fmla="*/ 235137 h 5390836"/>
                  <a:gd name="connsiteX1124" fmla="*/ 2418840 w 5372199"/>
                  <a:gd name="connsiteY1124" fmla="*/ 235137 h 5390836"/>
                  <a:gd name="connsiteX1125" fmla="*/ 2427090 w 5372199"/>
                  <a:gd name="connsiteY1125" fmla="*/ 242348 h 5390836"/>
                  <a:gd name="connsiteX1126" fmla="*/ 2435340 w 5372199"/>
                  <a:gd name="connsiteY1126" fmla="*/ 265041 h 5390836"/>
                  <a:gd name="connsiteX1127" fmla="*/ 2435340 w 5372199"/>
                  <a:gd name="connsiteY1127" fmla="*/ 274319 h 5390836"/>
                  <a:gd name="connsiteX1128" fmla="*/ 2419868 w 5372199"/>
                  <a:gd name="connsiteY1128" fmla="*/ 288763 h 5390836"/>
                  <a:gd name="connsiteX1129" fmla="*/ 2402339 w 5372199"/>
                  <a:gd name="connsiteY1129" fmla="*/ 298041 h 5390836"/>
                  <a:gd name="connsiteX1130" fmla="*/ 2402339 w 5372199"/>
                  <a:gd name="connsiteY1130" fmla="*/ 309377 h 5390836"/>
                  <a:gd name="connsiteX1131" fmla="*/ 2412657 w 5372199"/>
                  <a:gd name="connsiteY1131" fmla="*/ 315570 h 5390836"/>
                  <a:gd name="connsiteX1132" fmla="*/ 2436368 w 5372199"/>
                  <a:gd name="connsiteY1132" fmla="*/ 307320 h 5390836"/>
                  <a:gd name="connsiteX1133" fmla="*/ 2455965 w 5372199"/>
                  <a:gd name="connsiteY1133" fmla="*/ 307320 h 5390836"/>
                  <a:gd name="connsiteX1134" fmla="*/ 2477630 w 5372199"/>
                  <a:gd name="connsiteY1134" fmla="*/ 300098 h 5390836"/>
                  <a:gd name="connsiteX1135" fmla="*/ 2498244 w 5372199"/>
                  <a:gd name="connsiteY1135" fmla="*/ 300098 h 5390836"/>
                  <a:gd name="connsiteX1136" fmla="*/ 2517841 w 5372199"/>
                  <a:gd name="connsiteY1136" fmla="*/ 323820 h 5390836"/>
                  <a:gd name="connsiteX1137" fmla="*/ 2494119 w 5372199"/>
                  <a:gd name="connsiteY1137" fmla="*/ 370224 h 5390836"/>
                  <a:gd name="connsiteX1138" fmla="*/ 2467312 w 5372199"/>
                  <a:gd name="connsiteY1138" fmla="*/ 370224 h 5390836"/>
                  <a:gd name="connsiteX1139" fmla="*/ 2422965 w 5372199"/>
                  <a:gd name="connsiteY1139" fmla="*/ 377445 h 5390836"/>
                  <a:gd name="connsiteX1140" fmla="*/ 2398214 w 5372199"/>
                  <a:gd name="connsiteY1140" fmla="*/ 377445 h 5390836"/>
                  <a:gd name="connsiteX1141" fmla="*/ 2377589 w 5372199"/>
                  <a:gd name="connsiteY1141" fmla="*/ 382599 h 5390836"/>
                  <a:gd name="connsiteX1142" fmla="*/ 2353878 w 5372199"/>
                  <a:gd name="connsiteY1142" fmla="*/ 389820 h 5390836"/>
                  <a:gd name="connsiteX1143" fmla="*/ 2326031 w 5372199"/>
                  <a:gd name="connsiteY1143" fmla="*/ 400138 h 5390836"/>
                  <a:gd name="connsiteX1144" fmla="*/ 2296127 w 5372199"/>
                  <a:gd name="connsiteY1144" fmla="*/ 407360 h 5390836"/>
                  <a:gd name="connsiteX1145" fmla="*/ 2266212 w 5372199"/>
                  <a:gd name="connsiteY1145" fmla="*/ 420763 h 5390836"/>
                  <a:gd name="connsiteX1146" fmla="*/ 2245587 w 5372199"/>
                  <a:gd name="connsiteY1146" fmla="*/ 413542 h 5390836"/>
                  <a:gd name="connsiteX1147" fmla="*/ 2237348 w 5372199"/>
                  <a:gd name="connsiteY1147" fmla="*/ 387752 h 5390836"/>
                  <a:gd name="connsiteX1148" fmla="*/ 2237337 w 5372199"/>
                  <a:gd name="connsiteY1148" fmla="*/ 379513 h 5390836"/>
                  <a:gd name="connsiteX1149" fmla="*/ 2237337 w 5372199"/>
                  <a:gd name="connsiteY1149" fmla="*/ 364042 h 5390836"/>
                  <a:gd name="connsiteX1150" fmla="*/ 2243530 w 5372199"/>
                  <a:gd name="connsiteY1150" fmla="*/ 357849 h 5390836"/>
                  <a:gd name="connsiteX1151" fmla="*/ 2253837 w 5372199"/>
                  <a:gd name="connsiteY1151" fmla="*/ 357849 h 5390836"/>
                  <a:gd name="connsiteX1152" fmla="*/ 2278588 w 5372199"/>
                  <a:gd name="connsiteY1152" fmla="*/ 344445 h 5390836"/>
                  <a:gd name="connsiteX1153" fmla="*/ 2310560 w 5372199"/>
                  <a:gd name="connsiteY1153" fmla="*/ 324848 h 5390836"/>
                  <a:gd name="connsiteX1154" fmla="*/ 2303338 w 5372199"/>
                  <a:gd name="connsiteY1154" fmla="*/ 316609 h 5390836"/>
                  <a:gd name="connsiteX1155" fmla="*/ 2289934 w 5372199"/>
                  <a:gd name="connsiteY1155" fmla="*/ 316609 h 5390836"/>
                  <a:gd name="connsiteX1156" fmla="*/ 2277559 w 5372199"/>
                  <a:gd name="connsiteY1156" fmla="*/ 316609 h 5390836"/>
                  <a:gd name="connsiteX1157" fmla="*/ 2277559 w 5372199"/>
                  <a:gd name="connsiteY1157" fmla="*/ 305263 h 5390836"/>
                  <a:gd name="connsiteX1158" fmla="*/ 2277559 w 5372199"/>
                  <a:gd name="connsiteY1158" fmla="*/ 291848 h 5390836"/>
                  <a:gd name="connsiteX1159" fmla="*/ 2283752 w 5372199"/>
                  <a:gd name="connsiteY1159" fmla="*/ 280512 h 5390836"/>
                  <a:gd name="connsiteX1160" fmla="*/ 2291991 w 5372199"/>
                  <a:gd name="connsiteY1160" fmla="*/ 280512 h 5390836"/>
                  <a:gd name="connsiteX1161" fmla="*/ 2300252 w 5372199"/>
                  <a:gd name="connsiteY1161" fmla="*/ 280512 h 5390836"/>
                  <a:gd name="connsiteX1162" fmla="*/ 2307463 w 5372199"/>
                  <a:gd name="connsiteY1162" fmla="*/ 280512 h 5390836"/>
                  <a:gd name="connsiteX1163" fmla="*/ 2313656 w 5372199"/>
                  <a:gd name="connsiteY1163" fmla="*/ 273291 h 5390836"/>
                  <a:gd name="connsiteX1164" fmla="*/ 2313656 w 5372199"/>
                  <a:gd name="connsiteY1164" fmla="*/ 256791 h 5390836"/>
                  <a:gd name="connsiteX1165" fmla="*/ 2303338 w 5372199"/>
                  <a:gd name="connsiteY1165" fmla="*/ 256791 h 5390836"/>
                  <a:gd name="connsiteX1166" fmla="*/ 2290963 w 5372199"/>
                  <a:gd name="connsiteY1166" fmla="*/ 261944 h 5390836"/>
                  <a:gd name="connsiteX1167" fmla="*/ 2280656 w 5372199"/>
                  <a:gd name="connsiteY1167" fmla="*/ 261944 h 5390836"/>
                  <a:gd name="connsiteX1168" fmla="*/ 2270338 w 5372199"/>
                  <a:gd name="connsiteY1168" fmla="*/ 261944 h 5390836"/>
                  <a:gd name="connsiteX1169" fmla="*/ 2265184 w 5372199"/>
                  <a:gd name="connsiteY1169" fmla="*/ 255751 h 5390836"/>
                  <a:gd name="connsiteX1170" fmla="*/ 2260030 w 5372199"/>
                  <a:gd name="connsiteY1170" fmla="*/ 245444 h 5390836"/>
                  <a:gd name="connsiteX1171" fmla="*/ 2248684 w 5372199"/>
                  <a:gd name="connsiteY1171" fmla="*/ 231012 h 5390836"/>
                  <a:gd name="connsiteX1172" fmla="*/ 2242502 w 5372199"/>
                  <a:gd name="connsiteY1172" fmla="*/ 213473 h 5390836"/>
                  <a:gd name="connsiteX1173" fmla="*/ 2247655 w 5372199"/>
                  <a:gd name="connsiteY1173" fmla="*/ 186665 h 5390836"/>
                  <a:gd name="connsiteX1174" fmla="*/ 2237337 w 5372199"/>
                  <a:gd name="connsiteY1174" fmla="*/ 144386 h 5390836"/>
                  <a:gd name="connsiteX1175" fmla="*/ 2229086 w 5372199"/>
                  <a:gd name="connsiteY1175" fmla="*/ 126847 h 5390836"/>
                  <a:gd name="connsiteX1176" fmla="*/ 2229086 w 5372199"/>
                  <a:gd name="connsiteY1176" fmla="*/ 113443 h 5390836"/>
                  <a:gd name="connsiteX1177" fmla="*/ 2229086 w 5372199"/>
                  <a:gd name="connsiteY1177" fmla="*/ 88693 h 5390836"/>
                  <a:gd name="connsiteX1178" fmla="*/ 2228058 w 5372199"/>
                  <a:gd name="connsiteY1178" fmla="*/ 86636 h 5390836"/>
                  <a:gd name="connsiteX1179" fmla="*/ 2236309 w 5372199"/>
                  <a:gd name="connsiteY1179" fmla="*/ 61886 h 5390836"/>
                  <a:gd name="connsiteX1180" fmla="*/ 2251780 w 5372199"/>
                  <a:gd name="connsiteY1180" fmla="*/ 68068 h 5390836"/>
                  <a:gd name="connsiteX1181" fmla="*/ 2266223 w 5372199"/>
                  <a:gd name="connsiteY1181" fmla="*/ 68068 h 5390836"/>
                  <a:gd name="connsiteX1182" fmla="*/ 2283752 w 5372199"/>
                  <a:gd name="connsiteY1182" fmla="*/ 59818 h 5390836"/>
                  <a:gd name="connsiteX1183" fmla="*/ 2313656 w 5372199"/>
                  <a:gd name="connsiteY1183" fmla="*/ 42289 h 5390836"/>
                  <a:gd name="connsiteX1184" fmla="*/ 2337367 w 5372199"/>
                  <a:gd name="connsiteY1184" fmla="*/ 36096 h 5390836"/>
                  <a:gd name="connsiteX1185" fmla="*/ 2409561 w 5372199"/>
                  <a:gd name="connsiteY1185" fmla="*/ 1039 h 5390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</a:cxnLst>
                <a:rect l="l" t="t" r="r" b="b"/>
                <a:pathLst>
                  <a:path w="5372199" h="5390836">
                    <a:moveTo>
                      <a:pt x="3137621" y="5098566"/>
                    </a:moveTo>
                    <a:cubicBezTo>
                      <a:pt x="3116367" y="5101693"/>
                      <a:pt x="3098342" y="5115799"/>
                      <a:pt x="3090189" y="5135680"/>
                    </a:cubicBezTo>
                    <a:cubicBezTo>
                      <a:pt x="3082122" y="5161189"/>
                      <a:pt x="3082122" y="5188557"/>
                      <a:pt x="3090189" y="5214053"/>
                    </a:cubicBezTo>
                    <a:cubicBezTo>
                      <a:pt x="3092906" y="5239900"/>
                      <a:pt x="3104588" y="5263976"/>
                      <a:pt x="3123189" y="5282125"/>
                    </a:cubicBezTo>
                    <a:cubicBezTo>
                      <a:pt x="3137977" y="5297044"/>
                      <a:pt x="3159427" y="5303290"/>
                      <a:pt x="3179909" y="5298625"/>
                    </a:cubicBezTo>
                    <a:cubicBezTo>
                      <a:pt x="3200859" y="5295506"/>
                      <a:pt x="3218757" y="5281887"/>
                      <a:pt x="3227342" y="5262527"/>
                    </a:cubicBezTo>
                    <a:lnTo>
                      <a:pt x="3223219" y="5262527"/>
                    </a:lnTo>
                    <a:cubicBezTo>
                      <a:pt x="3233028" y="5238286"/>
                      <a:pt x="3234837" y="5211553"/>
                      <a:pt x="3228384" y="5186218"/>
                    </a:cubicBezTo>
                    <a:cubicBezTo>
                      <a:pt x="3224659" y="5159756"/>
                      <a:pt x="3213172" y="5134998"/>
                      <a:pt x="3195371" y="5115066"/>
                    </a:cubicBezTo>
                    <a:cubicBezTo>
                      <a:pt x="3180159" y="5100134"/>
                      <a:pt x="3158431" y="5093918"/>
                      <a:pt x="3137621" y="5098566"/>
                    </a:cubicBezTo>
                    <a:close/>
                    <a:moveTo>
                      <a:pt x="2793012" y="5095901"/>
                    </a:moveTo>
                    <a:lnTo>
                      <a:pt x="2794038" y="5121680"/>
                    </a:lnTo>
                    <a:lnTo>
                      <a:pt x="2794038" y="5147468"/>
                    </a:lnTo>
                    <a:lnTo>
                      <a:pt x="2652759" y="5150557"/>
                    </a:lnTo>
                    <a:lnTo>
                      <a:pt x="2654818" y="5212430"/>
                    </a:lnTo>
                    <a:lnTo>
                      <a:pt x="2785788" y="5210375"/>
                    </a:lnTo>
                    <a:lnTo>
                      <a:pt x="2785788" y="5235125"/>
                    </a:lnTo>
                    <a:lnTo>
                      <a:pt x="2785788" y="5259875"/>
                    </a:lnTo>
                    <a:lnTo>
                      <a:pt x="2654818" y="5261930"/>
                    </a:lnTo>
                    <a:lnTo>
                      <a:pt x="2656886" y="5338252"/>
                    </a:lnTo>
                    <a:lnTo>
                      <a:pt x="2803317" y="5335154"/>
                    </a:lnTo>
                    <a:lnTo>
                      <a:pt x="2804347" y="5360934"/>
                    </a:lnTo>
                    <a:lnTo>
                      <a:pt x="2804347" y="5386722"/>
                    </a:lnTo>
                    <a:lnTo>
                      <a:pt x="2601191" y="5390836"/>
                    </a:lnTo>
                    <a:lnTo>
                      <a:pt x="2597068" y="5100028"/>
                    </a:lnTo>
                    <a:close/>
                    <a:moveTo>
                      <a:pt x="2311412" y="5073218"/>
                    </a:moveTo>
                    <a:lnTo>
                      <a:pt x="2527979" y="5100036"/>
                    </a:lnTo>
                    <a:lnTo>
                      <a:pt x="2524886" y="5124786"/>
                    </a:lnTo>
                    <a:lnTo>
                      <a:pt x="2521789" y="5150566"/>
                    </a:lnTo>
                    <a:lnTo>
                      <a:pt x="2441357" y="5141286"/>
                    </a:lnTo>
                    <a:lnTo>
                      <a:pt x="2412480" y="5378472"/>
                    </a:lnTo>
                    <a:lnTo>
                      <a:pt x="2384632" y="5375374"/>
                    </a:lnTo>
                    <a:lnTo>
                      <a:pt x="2356798" y="5372277"/>
                    </a:lnTo>
                    <a:lnTo>
                      <a:pt x="2385662" y="5134066"/>
                    </a:lnTo>
                    <a:lnTo>
                      <a:pt x="2305230" y="5124786"/>
                    </a:lnTo>
                    <a:lnTo>
                      <a:pt x="2308328" y="5098998"/>
                    </a:lnTo>
                    <a:close/>
                    <a:moveTo>
                      <a:pt x="3178501" y="5049077"/>
                    </a:moveTo>
                    <a:cubicBezTo>
                      <a:pt x="3196181" y="5052967"/>
                      <a:pt x="3212954" y="5060973"/>
                      <a:pt x="3227342" y="5072774"/>
                    </a:cubicBezTo>
                    <a:cubicBezTo>
                      <a:pt x="3257680" y="5099354"/>
                      <a:pt x="3277452" y="5135960"/>
                      <a:pt x="3283036" y="5175900"/>
                    </a:cubicBezTo>
                    <a:cubicBezTo>
                      <a:pt x="3293053" y="5214629"/>
                      <a:pt x="3288655" y="5255671"/>
                      <a:pt x="3270659" y="5291404"/>
                    </a:cubicBezTo>
                    <a:cubicBezTo>
                      <a:pt x="3233278" y="5351319"/>
                      <a:pt x="3154393" y="5369582"/>
                      <a:pt x="3094478" y="5332188"/>
                    </a:cubicBezTo>
                    <a:cubicBezTo>
                      <a:pt x="3091596" y="5330391"/>
                      <a:pt x="3088791" y="5328485"/>
                      <a:pt x="3086062" y="5326472"/>
                    </a:cubicBezTo>
                    <a:lnTo>
                      <a:pt x="3082978" y="5329557"/>
                    </a:lnTo>
                    <a:cubicBezTo>
                      <a:pt x="3052338" y="5303214"/>
                      <a:pt x="3032503" y="5266502"/>
                      <a:pt x="3027283" y="5226430"/>
                    </a:cubicBezTo>
                    <a:cubicBezTo>
                      <a:pt x="3017995" y="5186879"/>
                      <a:pt x="3022736" y="5145316"/>
                      <a:pt x="3040690" y="5108871"/>
                    </a:cubicBezTo>
                    <a:cubicBezTo>
                      <a:pt x="3057762" y="5077244"/>
                      <a:pt x="3088694" y="5055485"/>
                      <a:pt x="3124219" y="5050083"/>
                    </a:cubicBezTo>
                    <a:cubicBezTo>
                      <a:pt x="3142234" y="5045416"/>
                      <a:pt x="3160821" y="5045188"/>
                      <a:pt x="3178501" y="5049077"/>
                    </a:cubicBezTo>
                    <a:close/>
                    <a:moveTo>
                      <a:pt x="2038303" y="5009871"/>
                    </a:moveTo>
                    <a:lnTo>
                      <a:pt x="2065121" y="5017092"/>
                    </a:lnTo>
                    <a:lnTo>
                      <a:pt x="2092960" y="5023274"/>
                    </a:lnTo>
                    <a:lnTo>
                      <a:pt x="2048621" y="5201688"/>
                    </a:lnTo>
                    <a:cubicBezTo>
                      <a:pt x="2042765" y="5217311"/>
                      <a:pt x="2042765" y="5234527"/>
                      <a:pt x="2048621" y="5250150"/>
                    </a:cubicBezTo>
                    <a:cubicBezTo>
                      <a:pt x="2055604" y="5263154"/>
                      <a:pt x="2068133" y="5272269"/>
                      <a:pt x="2082650" y="5274900"/>
                    </a:cubicBezTo>
                    <a:cubicBezTo>
                      <a:pt x="2096066" y="5281082"/>
                      <a:pt x="2111515" y="5281082"/>
                      <a:pt x="2124930" y="5274900"/>
                    </a:cubicBezTo>
                    <a:cubicBezTo>
                      <a:pt x="2137748" y="5263337"/>
                      <a:pt x="2146142" y="5247650"/>
                      <a:pt x="2148650" y="5230565"/>
                    </a:cubicBezTo>
                    <a:lnTo>
                      <a:pt x="2192989" y="5053189"/>
                    </a:lnTo>
                    <a:lnTo>
                      <a:pt x="2219807" y="5059371"/>
                    </a:lnTo>
                    <a:lnTo>
                      <a:pt x="2247654" y="5066591"/>
                    </a:lnTo>
                    <a:lnTo>
                      <a:pt x="2200209" y="5237773"/>
                    </a:lnTo>
                    <a:cubicBezTo>
                      <a:pt x="2195425" y="5269756"/>
                      <a:pt x="2178870" y="5298815"/>
                      <a:pt x="2153807" y="5319247"/>
                    </a:cubicBezTo>
                    <a:cubicBezTo>
                      <a:pt x="2127400" y="5334294"/>
                      <a:pt x="2095710" y="5336938"/>
                      <a:pt x="2067180" y="5326468"/>
                    </a:cubicBezTo>
                    <a:cubicBezTo>
                      <a:pt x="2037328" y="5321976"/>
                      <a:pt x="2010956" y="5304641"/>
                      <a:pt x="1994985" y="5279023"/>
                    </a:cubicBezTo>
                    <a:cubicBezTo>
                      <a:pt x="1983261" y="5249209"/>
                      <a:pt x="1983261" y="5216044"/>
                      <a:pt x="1994985" y="5186218"/>
                    </a:cubicBezTo>
                    <a:close/>
                    <a:moveTo>
                      <a:pt x="3514900" y="4952554"/>
                    </a:moveTo>
                    <a:lnTo>
                      <a:pt x="3523150" y="4977304"/>
                    </a:lnTo>
                    <a:lnTo>
                      <a:pt x="3531400" y="5002053"/>
                    </a:lnTo>
                    <a:lnTo>
                      <a:pt x="3403523" y="5043303"/>
                    </a:lnTo>
                    <a:lnTo>
                      <a:pt x="3424146" y="5106210"/>
                    </a:lnTo>
                    <a:lnTo>
                      <a:pt x="3535523" y="5070125"/>
                    </a:lnTo>
                    <a:lnTo>
                      <a:pt x="3542743" y="5093833"/>
                    </a:lnTo>
                    <a:lnTo>
                      <a:pt x="3550993" y="5117557"/>
                    </a:lnTo>
                    <a:lnTo>
                      <a:pt x="3439621" y="5153655"/>
                    </a:lnTo>
                    <a:lnTo>
                      <a:pt x="3477773" y="5271222"/>
                    </a:lnTo>
                    <a:lnTo>
                      <a:pt x="3450955" y="5279459"/>
                    </a:lnTo>
                    <a:lnTo>
                      <a:pt x="3424146" y="5288752"/>
                    </a:lnTo>
                    <a:lnTo>
                      <a:pt x="3334426" y="5012371"/>
                    </a:lnTo>
                    <a:close/>
                    <a:moveTo>
                      <a:pt x="1772071" y="4919562"/>
                    </a:moveTo>
                    <a:lnTo>
                      <a:pt x="1978320" y="4990719"/>
                    </a:lnTo>
                    <a:lnTo>
                      <a:pt x="1970070" y="5014439"/>
                    </a:lnTo>
                    <a:lnTo>
                      <a:pt x="1960782" y="5039189"/>
                    </a:lnTo>
                    <a:lnTo>
                      <a:pt x="1884473" y="5013409"/>
                    </a:lnTo>
                    <a:lnTo>
                      <a:pt x="1807130" y="5239260"/>
                    </a:lnTo>
                    <a:lnTo>
                      <a:pt x="1780321" y="5229968"/>
                    </a:lnTo>
                    <a:lnTo>
                      <a:pt x="1753503" y="5220693"/>
                    </a:lnTo>
                    <a:lnTo>
                      <a:pt x="1831880" y="4994842"/>
                    </a:lnTo>
                    <a:lnTo>
                      <a:pt x="1755571" y="4969062"/>
                    </a:lnTo>
                    <a:lnTo>
                      <a:pt x="1763821" y="4944312"/>
                    </a:lnTo>
                    <a:close/>
                    <a:moveTo>
                      <a:pt x="1666876" y="4867995"/>
                    </a:moveTo>
                    <a:lnTo>
                      <a:pt x="1691626" y="4879342"/>
                    </a:lnTo>
                    <a:lnTo>
                      <a:pt x="1717406" y="4891715"/>
                    </a:lnTo>
                    <a:lnTo>
                      <a:pt x="1594694" y="5154680"/>
                    </a:lnTo>
                    <a:lnTo>
                      <a:pt x="1568906" y="5143345"/>
                    </a:lnTo>
                    <a:lnTo>
                      <a:pt x="1543127" y="5130968"/>
                    </a:lnTo>
                    <a:close/>
                    <a:moveTo>
                      <a:pt x="3872751" y="4780342"/>
                    </a:moveTo>
                    <a:lnTo>
                      <a:pt x="3884085" y="4803037"/>
                    </a:lnTo>
                    <a:lnTo>
                      <a:pt x="3896462" y="4825719"/>
                    </a:lnTo>
                    <a:lnTo>
                      <a:pt x="3825306" y="4863872"/>
                    </a:lnTo>
                    <a:lnTo>
                      <a:pt x="3937712" y="5075278"/>
                    </a:lnTo>
                    <a:lnTo>
                      <a:pt x="3912962" y="5088689"/>
                    </a:lnTo>
                    <a:lnTo>
                      <a:pt x="3888212" y="5102096"/>
                    </a:lnTo>
                    <a:lnTo>
                      <a:pt x="3775806" y="4890689"/>
                    </a:lnTo>
                    <a:lnTo>
                      <a:pt x="3704649" y="4927816"/>
                    </a:lnTo>
                    <a:lnTo>
                      <a:pt x="3692277" y="4905122"/>
                    </a:lnTo>
                    <a:lnTo>
                      <a:pt x="3680929" y="4882439"/>
                    </a:lnTo>
                    <a:close/>
                    <a:moveTo>
                      <a:pt x="1417309" y="4732898"/>
                    </a:moveTo>
                    <a:lnTo>
                      <a:pt x="1607059" y="4839122"/>
                    </a:lnTo>
                    <a:lnTo>
                      <a:pt x="1594682" y="4861804"/>
                    </a:lnTo>
                    <a:lnTo>
                      <a:pt x="1582309" y="4883456"/>
                    </a:lnTo>
                    <a:lnTo>
                      <a:pt x="1512182" y="4844274"/>
                    </a:lnTo>
                    <a:lnTo>
                      <a:pt x="1395653" y="5053625"/>
                    </a:lnTo>
                    <a:lnTo>
                      <a:pt x="1370903" y="5040210"/>
                    </a:lnTo>
                    <a:lnTo>
                      <a:pt x="1347182" y="5026808"/>
                    </a:lnTo>
                    <a:lnTo>
                      <a:pt x="1462682" y="4817457"/>
                    </a:lnTo>
                    <a:lnTo>
                      <a:pt x="1392555" y="4778274"/>
                    </a:lnTo>
                    <a:lnTo>
                      <a:pt x="1404932" y="4755592"/>
                    </a:lnTo>
                    <a:close/>
                    <a:moveTo>
                      <a:pt x="4097559" y="4639059"/>
                    </a:moveTo>
                    <a:lnTo>
                      <a:pt x="4110962" y="4660711"/>
                    </a:lnTo>
                    <a:lnTo>
                      <a:pt x="4125402" y="4682368"/>
                    </a:lnTo>
                    <a:lnTo>
                      <a:pt x="4006805" y="4759715"/>
                    </a:lnTo>
                    <a:lnTo>
                      <a:pt x="4040835" y="4811283"/>
                    </a:lnTo>
                    <a:lnTo>
                      <a:pt x="4150152" y="4740118"/>
                    </a:lnTo>
                    <a:lnTo>
                      <a:pt x="4164589" y="4760741"/>
                    </a:lnTo>
                    <a:lnTo>
                      <a:pt x="4177991" y="4782406"/>
                    </a:lnTo>
                    <a:lnTo>
                      <a:pt x="4067652" y="4853562"/>
                    </a:lnTo>
                    <a:lnTo>
                      <a:pt x="4108902" y="4916465"/>
                    </a:lnTo>
                    <a:lnTo>
                      <a:pt x="4232656" y="4837062"/>
                    </a:lnTo>
                    <a:lnTo>
                      <a:pt x="4247088" y="4858715"/>
                    </a:lnTo>
                    <a:lnTo>
                      <a:pt x="4261529" y="4880367"/>
                    </a:lnTo>
                    <a:lnTo>
                      <a:pt x="4090335" y="4990714"/>
                    </a:lnTo>
                    <a:lnTo>
                      <a:pt x="3932555" y="4746308"/>
                    </a:lnTo>
                    <a:close/>
                    <a:moveTo>
                      <a:pt x="1204009" y="4608716"/>
                    </a:moveTo>
                    <a:cubicBezTo>
                      <a:pt x="1231598" y="4607576"/>
                      <a:pt x="1258666" y="4616360"/>
                      <a:pt x="1280327" y="4633466"/>
                    </a:cubicBezTo>
                    <a:cubicBezTo>
                      <a:pt x="1302500" y="4648364"/>
                      <a:pt x="1318026" y="4671283"/>
                      <a:pt x="1323636" y="4697398"/>
                    </a:cubicBezTo>
                    <a:cubicBezTo>
                      <a:pt x="1328106" y="4723220"/>
                      <a:pt x="1322576" y="4749766"/>
                      <a:pt x="1308174" y="4771647"/>
                    </a:cubicBezTo>
                    <a:lnTo>
                      <a:pt x="1268992" y="4739686"/>
                    </a:lnTo>
                    <a:cubicBezTo>
                      <a:pt x="1276225" y="4729109"/>
                      <a:pt x="1278132" y="4715770"/>
                      <a:pt x="1274144" y="4703593"/>
                    </a:cubicBezTo>
                    <a:cubicBezTo>
                      <a:pt x="1270238" y="4689915"/>
                      <a:pt x="1261424" y="4678169"/>
                      <a:pt x="1249395" y="4670588"/>
                    </a:cubicBezTo>
                    <a:cubicBezTo>
                      <a:pt x="1240407" y="4662457"/>
                      <a:pt x="1228479" y="4658355"/>
                      <a:pt x="1216395" y="4659245"/>
                    </a:cubicBezTo>
                    <a:cubicBezTo>
                      <a:pt x="1205534" y="4659957"/>
                      <a:pt x="1195640" y="4665673"/>
                      <a:pt x="1189577" y="4674715"/>
                    </a:cubicBezTo>
                    <a:cubicBezTo>
                      <a:pt x="1184865" y="4681915"/>
                      <a:pt x="1184865" y="4691228"/>
                      <a:pt x="1189577" y="4698436"/>
                    </a:cubicBezTo>
                    <a:cubicBezTo>
                      <a:pt x="1198229" y="4714567"/>
                      <a:pt x="1208979" y="4729478"/>
                      <a:pt x="1221547" y="4742775"/>
                    </a:cubicBezTo>
                    <a:cubicBezTo>
                      <a:pt x="1242259" y="4763063"/>
                      <a:pt x="1257505" y="4788245"/>
                      <a:pt x="1265894" y="4815995"/>
                    </a:cubicBezTo>
                    <a:cubicBezTo>
                      <a:pt x="1267878" y="4837291"/>
                      <a:pt x="1261187" y="4858482"/>
                      <a:pt x="1247327" y="4874774"/>
                    </a:cubicBezTo>
                    <a:cubicBezTo>
                      <a:pt x="1233297" y="4895973"/>
                      <a:pt x="1209835" y="4909054"/>
                      <a:pt x="1184424" y="4909842"/>
                    </a:cubicBezTo>
                    <a:cubicBezTo>
                      <a:pt x="1155734" y="4910719"/>
                      <a:pt x="1127768" y="4900783"/>
                      <a:pt x="1106048" y="4881999"/>
                    </a:cubicBezTo>
                    <a:cubicBezTo>
                      <a:pt x="1081501" y="4866906"/>
                      <a:pt x="1063755" y="4842867"/>
                      <a:pt x="1056548" y="4814965"/>
                    </a:cubicBezTo>
                    <a:cubicBezTo>
                      <a:pt x="1051404" y="4788202"/>
                      <a:pt x="1057768" y="4760495"/>
                      <a:pt x="1074073" y="4738660"/>
                    </a:cubicBezTo>
                    <a:lnTo>
                      <a:pt x="1118420" y="4769592"/>
                    </a:lnTo>
                    <a:cubicBezTo>
                      <a:pt x="1110204" y="4780482"/>
                      <a:pt x="1106836" y="4794300"/>
                      <a:pt x="1109145" y="4807745"/>
                    </a:cubicBezTo>
                    <a:cubicBezTo>
                      <a:pt x="1113721" y="4821635"/>
                      <a:pt x="1122797" y="4833601"/>
                      <a:pt x="1134920" y="4841774"/>
                    </a:cubicBezTo>
                    <a:cubicBezTo>
                      <a:pt x="1146280" y="4850859"/>
                      <a:pt x="1159772" y="4856889"/>
                      <a:pt x="1174115" y="4859312"/>
                    </a:cubicBezTo>
                    <a:cubicBezTo>
                      <a:pt x="1184857" y="4859973"/>
                      <a:pt x="1195251" y="4855351"/>
                      <a:pt x="1201954" y="4846940"/>
                    </a:cubicBezTo>
                    <a:cubicBezTo>
                      <a:pt x="1206174" y="4838863"/>
                      <a:pt x="1206174" y="4829228"/>
                      <a:pt x="1201954" y="4821160"/>
                    </a:cubicBezTo>
                    <a:cubicBezTo>
                      <a:pt x="1195488" y="4806253"/>
                      <a:pt x="1186403" y="4792630"/>
                      <a:pt x="1175145" y="4780940"/>
                    </a:cubicBezTo>
                    <a:cubicBezTo>
                      <a:pt x="1153467" y="4758851"/>
                      <a:pt x="1136611" y="4732520"/>
                      <a:pt x="1125645" y="4703593"/>
                    </a:cubicBezTo>
                    <a:cubicBezTo>
                      <a:pt x="1122094" y="4683321"/>
                      <a:pt x="1127768" y="4662533"/>
                      <a:pt x="1141102" y="4646868"/>
                    </a:cubicBezTo>
                    <a:cubicBezTo>
                      <a:pt x="1155158" y="4625216"/>
                      <a:pt x="1178327" y="4611161"/>
                      <a:pt x="1204009" y="4608716"/>
                    </a:cubicBezTo>
                    <a:close/>
                    <a:moveTo>
                      <a:pt x="4318414" y="4479809"/>
                    </a:moveTo>
                    <a:cubicBezTo>
                      <a:pt x="4347236" y="4481131"/>
                      <a:pt x="4374486" y="4493280"/>
                      <a:pt x="4394732" y="4513839"/>
                    </a:cubicBezTo>
                    <a:lnTo>
                      <a:pt x="4352444" y="4549936"/>
                    </a:lnTo>
                    <a:cubicBezTo>
                      <a:pt x="4342224" y="4539890"/>
                      <a:pt x="4328614" y="4534000"/>
                      <a:pt x="4314287" y="4533436"/>
                    </a:cubicBezTo>
                    <a:cubicBezTo>
                      <a:pt x="4299465" y="4533597"/>
                      <a:pt x="4285198" y="4539085"/>
                      <a:pt x="4274067" y="4548894"/>
                    </a:cubicBezTo>
                    <a:cubicBezTo>
                      <a:pt x="4258508" y="4561186"/>
                      <a:pt x="4250648" y="4580826"/>
                      <a:pt x="4253440" y="4600466"/>
                    </a:cubicBezTo>
                    <a:cubicBezTo>
                      <a:pt x="4258521" y="4626296"/>
                      <a:pt x="4270656" y="4650216"/>
                      <a:pt x="4288508" y="4669563"/>
                    </a:cubicBezTo>
                    <a:cubicBezTo>
                      <a:pt x="4303906" y="4690317"/>
                      <a:pt x="4325063" y="4706093"/>
                      <a:pt x="4349347" y="4714936"/>
                    </a:cubicBezTo>
                    <a:cubicBezTo>
                      <a:pt x="4367991" y="4720609"/>
                      <a:pt x="4388236" y="4716334"/>
                      <a:pt x="4402974" y="4703593"/>
                    </a:cubicBezTo>
                    <a:cubicBezTo>
                      <a:pt x="4414851" y="4694139"/>
                      <a:pt x="4422613" y="4680474"/>
                      <a:pt x="4424626" y="4665436"/>
                    </a:cubicBezTo>
                    <a:cubicBezTo>
                      <a:pt x="4425384" y="4649707"/>
                      <a:pt x="4421041" y="4634156"/>
                      <a:pt x="4412262" y="4621089"/>
                    </a:cubicBezTo>
                    <a:lnTo>
                      <a:pt x="4454541" y="4581898"/>
                    </a:lnTo>
                    <a:cubicBezTo>
                      <a:pt x="4472859" y="4606474"/>
                      <a:pt x="4481316" y="4637004"/>
                      <a:pt x="4478261" y="4667495"/>
                    </a:cubicBezTo>
                    <a:cubicBezTo>
                      <a:pt x="4469859" y="4733029"/>
                      <a:pt x="4409923" y="4779334"/>
                      <a:pt x="4344389" y="4770936"/>
                    </a:cubicBezTo>
                    <a:cubicBezTo>
                      <a:pt x="4343639" y="4770838"/>
                      <a:pt x="4342880" y="4770728"/>
                      <a:pt x="4342135" y="4770622"/>
                    </a:cubicBezTo>
                    <a:cubicBezTo>
                      <a:pt x="4303364" y="4761253"/>
                      <a:pt x="4269076" y="4738639"/>
                      <a:pt x="4245203" y="4706686"/>
                    </a:cubicBezTo>
                    <a:cubicBezTo>
                      <a:pt x="4217258" y="4677215"/>
                      <a:pt x="4200474" y="4638923"/>
                      <a:pt x="4197758" y="4598398"/>
                    </a:cubicBezTo>
                    <a:cubicBezTo>
                      <a:pt x="4196449" y="4563631"/>
                      <a:pt x="4211771" y="4530318"/>
                      <a:pt x="4239008" y="4508686"/>
                    </a:cubicBezTo>
                    <a:cubicBezTo>
                      <a:pt x="4260771" y="4489186"/>
                      <a:pt x="4289215" y="4478848"/>
                      <a:pt x="4318414" y="4479809"/>
                    </a:cubicBezTo>
                    <a:close/>
                    <a:moveTo>
                      <a:pt x="976955" y="4384335"/>
                    </a:moveTo>
                    <a:lnTo>
                      <a:pt x="998607" y="4403932"/>
                    </a:lnTo>
                    <a:lnTo>
                      <a:pt x="1019243" y="4424560"/>
                    </a:lnTo>
                    <a:lnTo>
                      <a:pt x="958400" y="4647309"/>
                    </a:lnTo>
                    <a:lnTo>
                      <a:pt x="1097611" y="4497780"/>
                    </a:lnTo>
                    <a:lnTo>
                      <a:pt x="1117204" y="4515309"/>
                    </a:lnTo>
                    <a:lnTo>
                      <a:pt x="1135772" y="4532839"/>
                    </a:lnTo>
                    <a:lnTo>
                      <a:pt x="937773" y="4746313"/>
                    </a:lnTo>
                    <a:lnTo>
                      <a:pt x="917146" y="4726715"/>
                    </a:lnTo>
                    <a:lnTo>
                      <a:pt x="897552" y="4708148"/>
                    </a:lnTo>
                    <a:lnTo>
                      <a:pt x="959425" y="4479212"/>
                    </a:lnTo>
                    <a:lnTo>
                      <a:pt x="816078" y="4632868"/>
                    </a:lnTo>
                    <a:lnTo>
                      <a:pt x="797523" y="4615339"/>
                    </a:lnTo>
                    <a:lnTo>
                      <a:pt x="777926" y="4596771"/>
                    </a:lnTo>
                    <a:close/>
                    <a:moveTo>
                      <a:pt x="883108" y="4280170"/>
                    </a:moveTo>
                    <a:lnTo>
                      <a:pt x="901675" y="4301823"/>
                    </a:lnTo>
                    <a:lnTo>
                      <a:pt x="920235" y="4322450"/>
                    </a:lnTo>
                    <a:lnTo>
                      <a:pt x="703676" y="4516326"/>
                    </a:lnTo>
                    <a:lnTo>
                      <a:pt x="685104" y="4495703"/>
                    </a:lnTo>
                    <a:lnTo>
                      <a:pt x="666549" y="4475076"/>
                    </a:lnTo>
                    <a:close/>
                    <a:moveTo>
                      <a:pt x="4535842" y="4224488"/>
                    </a:moveTo>
                    <a:lnTo>
                      <a:pt x="4751379" y="4419394"/>
                    </a:lnTo>
                    <a:lnTo>
                      <a:pt x="4732811" y="4440030"/>
                    </a:lnTo>
                    <a:lnTo>
                      <a:pt x="4714244" y="4460644"/>
                    </a:lnTo>
                    <a:lnTo>
                      <a:pt x="4616282" y="4372992"/>
                    </a:lnTo>
                    <a:lnTo>
                      <a:pt x="4546160" y="4450339"/>
                    </a:lnTo>
                    <a:lnTo>
                      <a:pt x="4644121" y="4539021"/>
                    </a:lnTo>
                    <a:lnTo>
                      <a:pt x="4625562" y="4559648"/>
                    </a:lnTo>
                    <a:lnTo>
                      <a:pt x="4606994" y="4580271"/>
                    </a:lnTo>
                    <a:lnTo>
                      <a:pt x="4390435" y="4385365"/>
                    </a:lnTo>
                    <a:lnTo>
                      <a:pt x="4409003" y="4364742"/>
                    </a:lnTo>
                    <a:lnTo>
                      <a:pt x="4428588" y="4344115"/>
                    </a:lnTo>
                    <a:lnTo>
                      <a:pt x="4509033" y="4417339"/>
                    </a:lnTo>
                    <a:lnTo>
                      <a:pt x="4579159" y="4338962"/>
                    </a:lnTo>
                    <a:lnTo>
                      <a:pt x="4497685" y="4265738"/>
                    </a:lnTo>
                    <a:lnTo>
                      <a:pt x="4517282" y="4245115"/>
                    </a:lnTo>
                    <a:close/>
                    <a:moveTo>
                      <a:pt x="4714244" y="3980082"/>
                    </a:moveTo>
                    <a:lnTo>
                      <a:pt x="4952468" y="4147141"/>
                    </a:lnTo>
                    <a:lnTo>
                      <a:pt x="4936997" y="4169836"/>
                    </a:lnTo>
                    <a:lnTo>
                      <a:pt x="4920497" y="4193556"/>
                    </a:lnTo>
                    <a:lnTo>
                      <a:pt x="4685371" y="4162611"/>
                    </a:lnTo>
                    <a:lnTo>
                      <a:pt x="4857595" y="4283280"/>
                    </a:lnTo>
                    <a:lnTo>
                      <a:pt x="4843150" y="4304933"/>
                    </a:lnTo>
                    <a:lnTo>
                      <a:pt x="4827688" y="4326585"/>
                    </a:lnTo>
                    <a:lnTo>
                      <a:pt x="4589464" y="4159526"/>
                    </a:lnTo>
                    <a:lnTo>
                      <a:pt x="4605964" y="4135806"/>
                    </a:lnTo>
                    <a:lnTo>
                      <a:pt x="4622464" y="4111056"/>
                    </a:lnTo>
                    <a:lnTo>
                      <a:pt x="4852438" y="4140959"/>
                    </a:lnTo>
                    <a:lnTo>
                      <a:pt x="4684341" y="4023400"/>
                    </a:lnTo>
                    <a:lnTo>
                      <a:pt x="4699812" y="4001735"/>
                    </a:lnTo>
                    <a:close/>
                    <a:moveTo>
                      <a:pt x="597638" y="3950764"/>
                    </a:moveTo>
                    <a:cubicBezTo>
                      <a:pt x="634299" y="3955171"/>
                      <a:pt x="666769" y="3976565"/>
                      <a:pt x="685290" y="4008514"/>
                    </a:cubicBezTo>
                    <a:cubicBezTo>
                      <a:pt x="701824" y="4032298"/>
                      <a:pt x="709489" y="4061133"/>
                      <a:pt x="706947" y="4089984"/>
                    </a:cubicBezTo>
                    <a:cubicBezTo>
                      <a:pt x="703642" y="4117853"/>
                      <a:pt x="689112" y="4143179"/>
                      <a:pt x="666723" y="4160111"/>
                    </a:cubicBezTo>
                    <a:lnTo>
                      <a:pt x="636820" y="4113709"/>
                    </a:lnTo>
                    <a:cubicBezTo>
                      <a:pt x="646858" y="4104743"/>
                      <a:pt x="652824" y="4092086"/>
                      <a:pt x="653320" y="4078637"/>
                    </a:cubicBezTo>
                    <a:cubicBezTo>
                      <a:pt x="655312" y="4064684"/>
                      <a:pt x="652401" y="4050467"/>
                      <a:pt x="645083" y="4038417"/>
                    </a:cubicBezTo>
                    <a:cubicBezTo>
                      <a:pt x="633333" y="4019158"/>
                      <a:pt x="612935" y="4006836"/>
                      <a:pt x="590418" y="4005417"/>
                    </a:cubicBezTo>
                    <a:cubicBezTo>
                      <a:pt x="563672" y="4005633"/>
                      <a:pt x="537689" y="4014294"/>
                      <a:pt x="516164" y="4030167"/>
                    </a:cubicBezTo>
                    <a:cubicBezTo>
                      <a:pt x="492672" y="4042984"/>
                      <a:pt x="474155" y="4063332"/>
                      <a:pt x="463579" y="4087917"/>
                    </a:cubicBezTo>
                    <a:cubicBezTo>
                      <a:pt x="456444" y="4108823"/>
                      <a:pt x="459910" y="4131895"/>
                      <a:pt x="472859" y="4149793"/>
                    </a:cubicBezTo>
                    <a:cubicBezTo>
                      <a:pt x="483524" y="4167429"/>
                      <a:pt x="502782" y="4178039"/>
                      <a:pt x="523388" y="4177641"/>
                    </a:cubicBezTo>
                    <a:lnTo>
                      <a:pt x="561537" y="4170421"/>
                    </a:lnTo>
                    <a:lnTo>
                      <a:pt x="561541" y="4170429"/>
                    </a:lnTo>
                    <a:lnTo>
                      <a:pt x="561541" y="4170416"/>
                    </a:lnTo>
                    <a:lnTo>
                      <a:pt x="561537" y="4170421"/>
                    </a:lnTo>
                    <a:lnTo>
                      <a:pt x="527511" y="4117832"/>
                    </a:lnTo>
                    <a:lnTo>
                      <a:pt x="569791" y="4089984"/>
                    </a:lnTo>
                    <a:lnTo>
                      <a:pt x="630638" y="4183831"/>
                    </a:lnTo>
                    <a:lnTo>
                      <a:pt x="498638" y="4269420"/>
                    </a:lnTo>
                    <a:lnTo>
                      <a:pt x="478011" y="4238488"/>
                    </a:lnTo>
                    <a:lnTo>
                      <a:pt x="506888" y="4212709"/>
                    </a:lnTo>
                    <a:lnTo>
                      <a:pt x="501732" y="4212709"/>
                    </a:lnTo>
                    <a:cubicBezTo>
                      <a:pt x="470791" y="4213391"/>
                      <a:pt x="441787" y="4197713"/>
                      <a:pt x="425414" y="4171459"/>
                    </a:cubicBezTo>
                    <a:lnTo>
                      <a:pt x="425414" y="4174543"/>
                    </a:lnTo>
                    <a:cubicBezTo>
                      <a:pt x="403478" y="4144899"/>
                      <a:pt x="397321" y="4106433"/>
                      <a:pt x="408914" y="4071417"/>
                    </a:cubicBezTo>
                    <a:cubicBezTo>
                      <a:pt x="439867" y="3995252"/>
                      <a:pt x="515507" y="3946900"/>
                      <a:pt x="597638" y="3950764"/>
                    </a:cubicBezTo>
                    <a:close/>
                    <a:moveTo>
                      <a:pt x="4896947" y="3786790"/>
                    </a:moveTo>
                    <a:cubicBezTo>
                      <a:pt x="4875921" y="3788782"/>
                      <a:pt x="4857493" y="3801710"/>
                      <a:pt x="4848489" y="3820820"/>
                    </a:cubicBezTo>
                    <a:cubicBezTo>
                      <a:pt x="4837582" y="3839269"/>
                      <a:pt x="4837582" y="3862188"/>
                      <a:pt x="4848489" y="3880625"/>
                    </a:cubicBezTo>
                    <a:cubicBezTo>
                      <a:pt x="4861425" y="3904036"/>
                      <a:pt x="4881726" y="3922515"/>
                      <a:pt x="4906239" y="3933222"/>
                    </a:cubicBezTo>
                    <a:cubicBezTo>
                      <a:pt x="4928574" y="3946616"/>
                      <a:pt x="4954514" y="3952735"/>
                      <a:pt x="4980489" y="3950764"/>
                    </a:cubicBezTo>
                    <a:cubicBezTo>
                      <a:pt x="5001234" y="3948036"/>
                      <a:pt x="5019344" y="3935324"/>
                      <a:pt x="5028950" y="3916722"/>
                    </a:cubicBezTo>
                    <a:cubicBezTo>
                      <a:pt x="5039226" y="3898112"/>
                      <a:pt x="5039226" y="3875527"/>
                      <a:pt x="5028950" y="3856917"/>
                    </a:cubicBezTo>
                    <a:cubicBezTo>
                      <a:pt x="5016544" y="3834091"/>
                      <a:pt x="4996980" y="3815981"/>
                      <a:pt x="4973268" y="3805345"/>
                    </a:cubicBezTo>
                    <a:cubicBezTo>
                      <a:pt x="4950455" y="3791176"/>
                      <a:pt x="4923722" y="3784680"/>
                      <a:pt x="4896947" y="3786790"/>
                    </a:cubicBezTo>
                    <a:close/>
                    <a:moveTo>
                      <a:pt x="4883544" y="3732138"/>
                    </a:moveTo>
                    <a:cubicBezTo>
                      <a:pt x="4923853" y="3725553"/>
                      <a:pt x="4965179" y="3733596"/>
                      <a:pt x="5000073" y="3754820"/>
                    </a:cubicBezTo>
                    <a:cubicBezTo>
                      <a:pt x="5036268" y="3771634"/>
                      <a:pt x="5065188" y="3800917"/>
                      <a:pt x="5081548" y="3837320"/>
                    </a:cubicBezTo>
                    <a:cubicBezTo>
                      <a:pt x="5095048" y="3871099"/>
                      <a:pt x="5091997" y="3909243"/>
                      <a:pt x="5073298" y="3940447"/>
                    </a:cubicBezTo>
                    <a:cubicBezTo>
                      <a:pt x="5057586" y="3972870"/>
                      <a:pt x="5027997" y="3996396"/>
                      <a:pt x="4992866" y="4004387"/>
                    </a:cubicBezTo>
                    <a:lnTo>
                      <a:pt x="4992853" y="4002319"/>
                    </a:lnTo>
                    <a:cubicBezTo>
                      <a:pt x="4912332" y="4011243"/>
                      <a:pt x="4834434" y="3970455"/>
                      <a:pt x="4795892" y="3899193"/>
                    </a:cubicBezTo>
                    <a:cubicBezTo>
                      <a:pt x="4781608" y="3865760"/>
                      <a:pt x="4783892" y="3827553"/>
                      <a:pt x="4802074" y="3796070"/>
                    </a:cubicBezTo>
                    <a:cubicBezTo>
                      <a:pt x="4817879" y="3763295"/>
                      <a:pt x="4847955" y="3739693"/>
                      <a:pt x="4883544" y="3732138"/>
                    </a:cubicBezTo>
                    <a:close/>
                    <a:moveTo>
                      <a:pt x="484020" y="3640799"/>
                    </a:moveTo>
                    <a:lnTo>
                      <a:pt x="496393" y="3667609"/>
                    </a:lnTo>
                    <a:lnTo>
                      <a:pt x="508770" y="3693397"/>
                    </a:lnTo>
                    <a:lnTo>
                      <a:pt x="368516" y="3877985"/>
                    </a:lnTo>
                    <a:lnTo>
                      <a:pt x="554147" y="3791358"/>
                    </a:lnTo>
                    <a:lnTo>
                      <a:pt x="564464" y="3815083"/>
                    </a:lnTo>
                    <a:lnTo>
                      <a:pt x="575799" y="3838803"/>
                    </a:lnTo>
                    <a:lnTo>
                      <a:pt x="311796" y="3961527"/>
                    </a:lnTo>
                    <a:lnTo>
                      <a:pt x="300448" y="3936777"/>
                    </a:lnTo>
                    <a:lnTo>
                      <a:pt x="289114" y="3910985"/>
                    </a:lnTo>
                    <a:lnTo>
                      <a:pt x="432461" y="3722274"/>
                    </a:lnTo>
                    <a:lnTo>
                      <a:pt x="241669" y="3810956"/>
                    </a:lnTo>
                    <a:lnTo>
                      <a:pt x="231364" y="3787235"/>
                    </a:lnTo>
                    <a:lnTo>
                      <a:pt x="220016" y="3763511"/>
                    </a:lnTo>
                    <a:close/>
                    <a:moveTo>
                      <a:pt x="5190696" y="3522202"/>
                    </a:moveTo>
                    <a:lnTo>
                      <a:pt x="5214407" y="3530452"/>
                    </a:lnTo>
                    <a:lnTo>
                      <a:pt x="5238128" y="3540770"/>
                    </a:lnTo>
                    <a:lnTo>
                      <a:pt x="5171098" y="3717108"/>
                    </a:lnTo>
                    <a:lnTo>
                      <a:pt x="4898845" y="3612952"/>
                    </a:lnTo>
                    <a:lnTo>
                      <a:pt x="4909150" y="3586134"/>
                    </a:lnTo>
                    <a:lnTo>
                      <a:pt x="4919468" y="3560359"/>
                    </a:lnTo>
                    <a:lnTo>
                      <a:pt x="5142225" y="3645956"/>
                    </a:lnTo>
                    <a:close/>
                    <a:moveTo>
                      <a:pt x="432461" y="3510855"/>
                    </a:moveTo>
                    <a:lnTo>
                      <a:pt x="442766" y="3537673"/>
                    </a:lnTo>
                    <a:lnTo>
                      <a:pt x="453083" y="3563452"/>
                    </a:lnTo>
                    <a:lnTo>
                      <a:pt x="180834" y="3667609"/>
                    </a:lnTo>
                    <a:lnTo>
                      <a:pt x="170517" y="3641829"/>
                    </a:lnTo>
                    <a:lnTo>
                      <a:pt x="161237" y="3616037"/>
                    </a:lnTo>
                    <a:close/>
                    <a:moveTo>
                      <a:pt x="175851" y="3314478"/>
                    </a:moveTo>
                    <a:lnTo>
                      <a:pt x="189254" y="3366046"/>
                    </a:lnTo>
                    <a:lnTo>
                      <a:pt x="172754" y="3371198"/>
                    </a:lnTo>
                    <a:cubicBezTo>
                      <a:pt x="159428" y="3373266"/>
                      <a:pt x="146945" y="3378982"/>
                      <a:pt x="136656" y="3387698"/>
                    </a:cubicBezTo>
                    <a:cubicBezTo>
                      <a:pt x="129428" y="3395016"/>
                      <a:pt x="127012" y="3405842"/>
                      <a:pt x="130474" y="3415546"/>
                    </a:cubicBezTo>
                    <a:cubicBezTo>
                      <a:pt x="132250" y="3424402"/>
                      <a:pt x="137936" y="3431978"/>
                      <a:pt x="145936" y="3436169"/>
                    </a:cubicBezTo>
                    <a:cubicBezTo>
                      <a:pt x="155932" y="3439796"/>
                      <a:pt x="166885" y="3439796"/>
                      <a:pt x="176881" y="3436169"/>
                    </a:cubicBezTo>
                    <a:lnTo>
                      <a:pt x="383130" y="3378410"/>
                    </a:lnTo>
                    <a:lnTo>
                      <a:pt x="390342" y="3405228"/>
                    </a:lnTo>
                    <a:lnTo>
                      <a:pt x="397562" y="3432046"/>
                    </a:lnTo>
                    <a:lnTo>
                      <a:pt x="191313" y="3485668"/>
                    </a:lnTo>
                    <a:cubicBezTo>
                      <a:pt x="168911" y="3495177"/>
                      <a:pt x="143597" y="3495177"/>
                      <a:pt x="121186" y="3485668"/>
                    </a:cubicBezTo>
                    <a:cubicBezTo>
                      <a:pt x="101059" y="3472969"/>
                      <a:pt x="87203" y="3452376"/>
                      <a:pt x="83034" y="3428948"/>
                    </a:cubicBezTo>
                    <a:cubicBezTo>
                      <a:pt x="74220" y="3405864"/>
                      <a:pt x="76491" y="3380012"/>
                      <a:pt x="89224" y="3358821"/>
                    </a:cubicBezTo>
                    <a:cubicBezTo>
                      <a:pt x="106907" y="3337495"/>
                      <a:pt x="131906" y="3323516"/>
                      <a:pt x="159351" y="3319631"/>
                    </a:cubicBezTo>
                    <a:close/>
                    <a:moveTo>
                      <a:pt x="5138274" y="3210244"/>
                    </a:moveTo>
                    <a:cubicBezTo>
                      <a:pt x="5125043" y="3210244"/>
                      <a:pt x="5111813" y="3212330"/>
                      <a:pt x="5099086" y="3216504"/>
                    </a:cubicBezTo>
                    <a:cubicBezTo>
                      <a:pt x="5079077" y="3223868"/>
                      <a:pt x="5064268" y="3241017"/>
                      <a:pt x="5059891" y="3261881"/>
                    </a:cubicBezTo>
                    <a:cubicBezTo>
                      <a:pt x="5054264" y="3282483"/>
                      <a:pt x="5059298" y="3304538"/>
                      <a:pt x="5073306" y="3320669"/>
                    </a:cubicBezTo>
                    <a:cubicBezTo>
                      <a:pt x="5092234" y="3339495"/>
                      <a:pt x="5116247" y="3352402"/>
                      <a:pt x="5142395" y="3357783"/>
                    </a:cubicBezTo>
                    <a:cubicBezTo>
                      <a:pt x="5167221" y="3365686"/>
                      <a:pt x="5193886" y="3365686"/>
                      <a:pt x="5218712" y="3357783"/>
                    </a:cubicBezTo>
                    <a:cubicBezTo>
                      <a:pt x="5238386" y="3349957"/>
                      <a:pt x="5253013" y="3333021"/>
                      <a:pt x="5257895" y="3312406"/>
                    </a:cubicBezTo>
                    <a:cubicBezTo>
                      <a:pt x="5263526" y="3291805"/>
                      <a:pt x="5258500" y="3269762"/>
                      <a:pt x="5244492" y="3253631"/>
                    </a:cubicBezTo>
                    <a:lnTo>
                      <a:pt x="5244492" y="3252601"/>
                    </a:lnTo>
                    <a:cubicBezTo>
                      <a:pt x="5226539" y="3233775"/>
                      <a:pt x="5203068" y="3221127"/>
                      <a:pt x="5177463" y="3216504"/>
                    </a:cubicBezTo>
                    <a:cubicBezTo>
                      <a:pt x="5164736" y="3212330"/>
                      <a:pt x="5151505" y="3210244"/>
                      <a:pt x="5138274" y="3210244"/>
                    </a:cubicBezTo>
                    <a:close/>
                    <a:moveTo>
                      <a:pt x="5126906" y="3154598"/>
                    </a:moveTo>
                    <a:cubicBezTo>
                      <a:pt x="5146974" y="3153550"/>
                      <a:pt x="5167221" y="3155951"/>
                      <a:pt x="5186742" y="3161852"/>
                    </a:cubicBezTo>
                    <a:cubicBezTo>
                      <a:pt x="5227289" y="3169148"/>
                      <a:pt x="5263869" y="3190737"/>
                      <a:pt x="5289865" y="3222699"/>
                    </a:cubicBezTo>
                    <a:cubicBezTo>
                      <a:pt x="5328322" y="3283283"/>
                      <a:pt x="5310382" y="3363576"/>
                      <a:pt x="5249797" y="3402033"/>
                    </a:cubicBezTo>
                    <a:cubicBezTo>
                      <a:pt x="5248051" y="3403135"/>
                      <a:pt x="5246289" y="3404207"/>
                      <a:pt x="5244492" y="3405228"/>
                    </a:cubicBezTo>
                    <a:lnTo>
                      <a:pt x="5240365" y="3407296"/>
                    </a:lnTo>
                    <a:cubicBezTo>
                      <a:pt x="5163484" y="3435283"/>
                      <a:pt x="5077302" y="3413639"/>
                      <a:pt x="5022768" y="3352631"/>
                    </a:cubicBezTo>
                    <a:cubicBezTo>
                      <a:pt x="5000455" y="3323203"/>
                      <a:pt x="4993544" y="3284877"/>
                      <a:pt x="5004209" y="3249504"/>
                    </a:cubicBezTo>
                    <a:cubicBezTo>
                      <a:pt x="5012188" y="3214123"/>
                      <a:pt x="5035675" y="3184199"/>
                      <a:pt x="5068141" y="3168042"/>
                    </a:cubicBezTo>
                    <a:cubicBezTo>
                      <a:pt x="5086948" y="3160144"/>
                      <a:pt x="5106838" y="3155646"/>
                      <a:pt x="5126906" y="3154598"/>
                    </a:cubicBezTo>
                    <a:close/>
                    <a:moveTo>
                      <a:pt x="332419" y="3145784"/>
                    </a:moveTo>
                    <a:lnTo>
                      <a:pt x="337575" y="3173631"/>
                    </a:lnTo>
                    <a:lnTo>
                      <a:pt x="342736" y="3201479"/>
                    </a:lnTo>
                    <a:lnTo>
                      <a:pt x="57080" y="3256135"/>
                    </a:lnTo>
                    <a:lnTo>
                      <a:pt x="51915" y="3229313"/>
                    </a:lnTo>
                    <a:lnTo>
                      <a:pt x="46763" y="3201479"/>
                    </a:lnTo>
                    <a:close/>
                    <a:moveTo>
                      <a:pt x="298393" y="2871475"/>
                    </a:moveTo>
                    <a:lnTo>
                      <a:pt x="322114" y="3066382"/>
                    </a:lnTo>
                    <a:lnTo>
                      <a:pt x="296334" y="3069479"/>
                    </a:lnTo>
                    <a:lnTo>
                      <a:pt x="270554" y="3072576"/>
                    </a:lnTo>
                    <a:lnTo>
                      <a:pt x="253016" y="2933352"/>
                    </a:lnTo>
                    <a:lnTo>
                      <a:pt x="192169" y="2940573"/>
                    </a:lnTo>
                    <a:lnTo>
                      <a:pt x="207639" y="3070509"/>
                    </a:lnTo>
                    <a:lnTo>
                      <a:pt x="183932" y="3073606"/>
                    </a:lnTo>
                    <a:lnTo>
                      <a:pt x="158139" y="3076699"/>
                    </a:lnTo>
                    <a:lnTo>
                      <a:pt x="142669" y="2946755"/>
                    </a:lnTo>
                    <a:lnTo>
                      <a:pt x="67390" y="2956047"/>
                    </a:lnTo>
                    <a:lnTo>
                      <a:pt x="84919" y="3102479"/>
                    </a:lnTo>
                    <a:lnTo>
                      <a:pt x="60178" y="3105576"/>
                    </a:lnTo>
                    <a:lnTo>
                      <a:pt x="34390" y="3108674"/>
                    </a:lnTo>
                    <a:lnTo>
                      <a:pt x="8610" y="2906535"/>
                    </a:lnTo>
                    <a:close/>
                    <a:moveTo>
                      <a:pt x="5165090" y="2814306"/>
                    </a:moveTo>
                    <a:lnTo>
                      <a:pt x="5159933" y="2870001"/>
                    </a:lnTo>
                    <a:cubicBezTo>
                      <a:pt x="5146649" y="2871128"/>
                      <a:pt x="5134200" y="2876984"/>
                      <a:pt x="5124865" y="2886501"/>
                    </a:cubicBezTo>
                    <a:cubicBezTo>
                      <a:pt x="5114755" y="2896785"/>
                      <a:pt x="5108552" y="2910285"/>
                      <a:pt x="5107340" y="2924653"/>
                    </a:cubicBezTo>
                    <a:cubicBezTo>
                      <a:pt x="5104459" y="2946827"/>
                      <a:pt x="5112988" y="2968945"/>
                      <a:pt x="5130022" y="2983433"/>
                    </a:cubicBezTo>
                    <a:cubicBezTo>
                      <a:pt x="5150581" y="3000594"/>
                      <a:pt x="5176467" y="3010068"/>
                      <a:pt x="5203242" y="3010250"/>
                    </a:cubicBezTo>
                    <a:cubicBezTo>
                      <a:pt x="5229683" y="3014538"/>
                      <a:pt x="5256801" y="3010195"/>
                      <a:pt x="5280589" y="2997878"/>
                    </a:cubicBezTo>
                    <a:cubicBezTo>
                      <a:pt x="5298852" y="2985000"/>
                      <a:pt x="5310255" y="2964496"/>
                      <a:pt x="5311521" y="2942183"/>
                    </a:cubicBezTo>
                    <a:lnTo>
                      <a:pt x="5311534" y="2942183"/>
                    </a:lnTo>
                    <a:cubicBezTo>
                      <a:pt x="5313394" y="2921937"/>
                      <a:pt x="5304852" y="2902124"/>
                      <a:pt x="5288839" y="2889598"/>
                    </a:cubicBezTo>
                    <a:cubicBezTo>
                      <a:pt x="5278695" y="2881683"/>
                      <a:pt x="5267140" y="2875725"/>
                      <a:pt x="5254810" y="2872056"/>
                    </a:cubicBezTo>
                    <a:lnTo>
                      <a:pt x="5254810" y="2933933"/>
                    </a:lnTo>
                    <a:lnTo>
                      <a:pt x="5204272" y="2933933"/>
                    </a:lnTo>
                    <a:lnTo>
                      <a:pt x="5214590" y="2822556"/>
                    </a:lnTo>
                    <a:lnTo>
                      <a:pt x="5370309" y="2835971"/>
                    </a:lnTo>
                    <a:lnTo>
                      <a:pt x="5370309" y="2873098"/>
                    </a:lnTo>
                    <a:lnTo>
                      <a:pt x="5337310" y="2873098"/>
                    </a:lnTo>
                    <a:cubicBezTo>
                      <a:pt x="5362157" y="2891471"/>
                      <a:pt x="5375161" y="2921827"/>
                      <a:pt x="5371339" y="2952501"/>
                    </a:cubicBezTo>
                    <a:lnTo>
                      <a:pt x="5362059" y="2957653"/>
                    </a:lnTo>
                    <a:cubicBezTo>
                      <a:pt x="5360623" y="2993416"/>
                      <a:pt x="5342237" y="3026339"/>
                      <a:pt x="5312560" y="3046335"/>
                    </a:cubicBezTo>
                    <a:cubicBezTo>
                      <a:pt x="5278996" y="3068064"/>
                      <a:pt x="5238678" y="3076856"/>
                      <a:pt x="5199115" y="3071085"/>
                    </a:cubicBezTo>
                    <a:cubicBezTo>
                      <a:pt x="5158463" y="3069356"/>
                      <a:pt x="5119734" y="3053276"/>
                      <a:pt x="5089810" y="3025712"/>
                    </a:cubicBezTo>
                    <a:cubicBezTo>
                      <a:pt x="5062840" y="2998653"/>
                      <a:pt x="5050552" y="2960276"/>
                      <a:pt x="5056806" y="2922585"/>
                    </a:cubicBezTo>
                    <a:cubicBezTo>
                      <a:pt x="5058268" y="2893700"/>
                      <a:pt x="5069963" y="2866285"/>
                      <a:pt x="5089810" y="2845251"/>
                    </a:cubicBezTo>
                    <a:cubicBezTo>
                      <a:pt x="5109603" y="2825048"/>
                      <a:pt x="5136819" y="2813861"/>
                      <a:pt x="5165090" y="2814306"/>
                    </a:cubicBezTo>
                    <a:close/>
                    <a:moveTo>
                      <a:pt x="176868" y="2618374"/>
                    </a:moveTo>
                    <a:lnTo>
                      <a:pt x="176868" y="2682319"/>
                    </a:lnTo>
                    <a:cubicBezTo>
                      <a:pt x="175377" y="2693167"/>
                      <a:pt x="177940" y="2704188"/>
                      <a:pt x="184089" y="2713251"/>
                    </a:cubicBezTo>
                    <a:cubicBezTo>
                      <a:pt x="190466" y="2720819"/>
                      <a:pt x="199983" y="2725010"/>
                      <a:pt x="209868" y="2724599"/>
                    </a:cubicBezTo>
                    <a:cubicBezTo>
                      <a:pt x="218703" y="2725281"/>
                      <a:pt x="227266" y="2721391"/>
                      <a:pt x="232550" y="2714281"/>
                    </a:cubicBezTo>
                    <a:cubicBezTo>
                      <a:pt x="238097" y="2704167"/>
                      <a:pt x="240944" y="2692811"/>
                      <a:pt x="240800" y="2681281"/>
                    </a:cubicBezTo>
                    <a:lnTo>
                      <a:pt x="240813" y="2619413"/>
                    </a:lnTo>
                    <a:close/>
                    <a:moveTo>
                      <a:pt x="50021" y="2618374"/>
                    </a:moveTo>
                    <a:lnTo>
                      <a:pt x="50021" y="2686442"/>
                    </a:lnTo>
                    <a:cubicBezTo>
                      <a:pt x="49352" y="2698171"/>
                      <a:pt x="52619" y="2709785"/>
                      <a:pt x="59309" y="2719446"/>
                    </a:cubicBezTo>
                    <a:cubicBezTo>
                      <a:pt x="67886" y="2726883"/>
                      <a:pt x="78885" y="2730921"/>
                      <a:pt x="90241" y="2730781"/>
                    </a:cubicBezTo>
                    <a:cubicBezTo>
                      <a:pt x="100758" y="2731374"/>
                      <a:pt x="110979" y="2727217"/>
                      <a:pt x="118089" y="2719446"/>
                    </a:cubicBezTo>
                    <a:cubicBezTo>
                      <a:pt x="124932" y="2709861"/>
                      <a:pt x="128212" y="2698192"/>
                      <a:pt x="127368" y="2686442"/>
                    </a:cubicBezTo>
                    <a:lnTo>
                      <a:pt x="127368" y="2619413"/>
                    </a:lnTo>
                    <a:close/>
                    <a:moveTo>
                      <a:pt x="521" y="2563722"/>
                    </a:moveTo>
                    <a:lnTo>
                      <a:pt x="291342" y="2568875"/>
                    </a:lnTo>
                    <a:lnTo>
                      <a:pt x="291342" y="2595692"/>
                    </a:lnTo>
                    <a:lnTo>
                      <a:pt x="291342" y="2698819"/>
                    </a:lnTo>
                    <a:cubicBezTo>
                      <a:pt x="292465" y="2720667"/>
                      <a:pt x="285071" y="2742116"/>
                      <a:pt x="270715" y="2758628"/>
                    </a:cubicBezTo>
                    <a:cubicBezTo>
                      <a:pt x="256694" y="2773632"/>
                      <a:pt x="236491" y="2781255"/>
                      <a:pt x="216050" y="2779251"/>
                    </a:cubicBezTo>
                    <a:cubicBezTo>
                      <a:pt x="194898" y="2780421"/>
                      <a:pt x="174487" y="2771175"/>
                      <a:pt x="161398" y="2754501"/>
                    </a:cubicBezTo>
                    <a:cubicBezTo>
                      <a:pt x="159296" y="2751645"/>
                      <a:pt x="157563" y="2748527"/>
                      <a:pt x="156245" y="2745222"/>
                    </a:cubicBezTo>
                    <a:cubicBezTo>
                      <a:pt x="153419" y="2751090"/>
                      <a:pt x="149966" y="2756624"/>
                      <a:pt x="145928" y="2761721"/>
                    </a:cubicBezTo>
                    <a:cubicBezTo>
                      <a:pt x="132512" y="2778569"/>
                      <a:pt x="111733" y="2787806"/>
                      <a:pt x="90241" y="2786476"/>
                    </a:cubicBezTo>
                    <a:cubicBezTo>
                      <a:pt x="64780" y="2787611"/>
                      <a:pt x="40030" y="2777865"/>
                      <a:pt x="22174" y="2759654"/>
                    </a:cubicBezTo>
                    <a:cubicBezTo>
                      <a:pt x="5598" y="2738650"/>
                      <a:pt x="-2165" y="2712027"/>
                      <a:pt x="521" y="2685404"/>
                    </a:cubicBezTo>
                    <a:lnTo>
                      <a:pt x="521" y="2590540"/>
                    </a:lnTo>
                    <a:close/>
                    <a:moveTo>
                      <a:pt x="5076221" y="2512595"/>
                    </a:moveTo>
                    <a:lnTo>
                      <a:pt x="5259793" y="2594069"/>
                    </a:lnTo>
                    <a:lnTo>
                      <a:pt x="5370131" y="2589942"/>
                    </a:lnTo>
                    <a:lnTo>
                      <a:pt x="5371170" y="2618819"/>
                    </a:lnTo>
                    <a:lnTo>
                      <a:pt x="5372199" y="2646654"/>
                    </a:lnTo>
                    <a:lnTo>
                      <a:pt x="5262878" y="2649751"/>
                    </a:lnTo>
                    <a:lnTo>
                      <a:pt x="5084471" y="2749781"/>
                    </a:lnTo>
                    <a:lnTo>
                      <a:pt x="5083442" y="2716781"/>
                    </a:lnTo>
                    <a:lnTo>
                      <a:pt x="5082416" y="2683781"/>
                    </a:lnTo>
                    <a:lnTo>
                      <a:pt x="5206166" y="2622942"/>
                    </a:lnTo>
                    <a:lnTo>
                      <a:pt x="5207196" y="2622942"/>
                    </a:lnTo>
                    <a:lnTo>
                      <a:pt x="5078289" y="2575502"/>
                    </a:lnTo>
                    <a:lnTo>
                      <a:pt x="5077251" y="2543527"/>
                    </a:lnTo>
                    <a:close/>
                    <a:moveTo>
                      <a:pt x="605887" y="985886"/>
                    </a:moveTo>
                    <a:cubicBezTo>
                      <a:pt x="604415" y="988441"/>
                      <a:pt x="604415" y="991581"/>
                      <a:pt x="605887" y="994136"/>
                    </a:cubicBezTo>
                    <a:lnTo>
                      <a:pt x="605887" y="998261"/>
                    </a:lnTo>
                    <a:lnTo>
                      <a:pt x="601762" y="998261"/>
                    </a:lnTo>
                    <a:close/>
                    <a:moveTo>
                      <a:pt x="667763" y="958039"/>
                    </a:moveTo>
                    <a:cubicBezTo>
                      <a:pt x="671888" y="958039"/>
                      <a:pt x="685292" y="958039"/>
                      <a:pt x="690446" y="958039"/>
                    </a:cubicBezTo>
                    <a:lnTo>
                      <a:pt x="699735" y="967329"/>
                    </a:lnTo>
                    <a:cubicBezTo>
                      <a:pt x="704705" y="971638"/>
                      <a:pt x="709198" y="976478"/>
                      <a:pt x="713139" y="981761"/>
                    </a:cubicBezTo>
                    <a:cubicBezTo>
                      <a:pt x="713139" y="981761"/>
                      <a:pt x="713139" y="994136"/>
                      <a:pt x="721389" y="1003414"/>
                    </a:cubicBezTo>
                    <a:lnTo>
                      <a:pt x="735821" y="1020943"/>
                    </a:lnTo>
                    <a:lnTo>
                      <a:pt x="763668" y="1049818"/>
                    </a:lnTo>
                    <a:cubicBezTo>
                      <a:pt x="769276" y="1055621"/>
                      <a:pt x="774452" y="1061825"/>
                      <a:pt x="779140" y="1068386"/>
                    </a:cubicBezTo>
                    <a:lnTo>
                      <a:pt x="793572" y="1083858"/>
                    </a:lnTo>
                    <a:cubicBezTo>
                      <a:pt x="799765" y="1090040"/>
                      <a:pt x="804919" y="1083858"/>
                      <a:pt x="806987" y="1090040"/>
                    </a:cubicBezTo>
                    <a:lnTo>
                      <a:pt x="813169" y="1090040"/>
                    </a:lnTo>
                    <a:cubicBezTo>
                      <a:pt x="813169" y="1090040"/>
                      <a:pt x="822447" y="1090040"/>
                      <a:pt x="824515" y="1097261"/>
                    </a:cubicBezTo>
                    <a:cubicBezTo>
                      <a:pt x="826572" y="1104483"/>
                      <a:pt x="831737" y="1110665"/>
                      <a:pt x="838948" y="1120983"/>
                    </a:cubicBezTo>
                    <a:cubicBezTo>
                      <a:pt x="842672" y="1126039"/>
                      <a:pt x="844491" y="1132243"/>
                      <a:pt x="844112" y="1138512"/>
                    </a:cubicBezTo>
                    <a:cubicBezTo>
                      <a:pt x="843527" y="1149837"/>
                      <a:pt x="841091" y="1160989"/>
                      <a:pt x="836890" y="1171512"/>
                    </a:cubicBezTo>
                    <a:cubicBezTo>
                      <a:pt x="831737" y="1182859"/>
                      <a:pt x="836890" y="1198320"/>
                      <a:pt x="836890" y="1206570"/>
                    </a:cubicBezTo>
                    <a:cubicBezTo>
                      <a:pt x="834877" y="1215848"/>
                      <a:pt x="831758" y="1224856"/>
                      <a:pt x="827612" y="1233388"/>
                    </a:cubicBezTo>
                    <a:cubicBezTo>
                      <a:pt x="823389" y="1246099"/>
                      <a:pt x="820618" y="1259243"/>
                      <a:pt x="819362" y="1272570"/>
                    </a:cubicBezTo>
                    <a:cubicBezTo>
                      <a:pt x="819362" y="1279792"/>
                      <a:pt x="813169" y="1287014"/>
                      <a:pt x="811112" y="1294235"/>
                    </a:cubicBezTo>
                    <a:cubicBezTo>
                      <a:pt x="812238" y="1307271"/>
                      <a:pt x="812238" y="1320382"/>
                      <a:pt x="811112" y="1333418"/>
                    </a:cubicBezTo>
                    <a:cubicBezTo>
                      <a:pt x="811112" y="1340639"/>
                      <a:pt x="791515" y="1333418"/>
                      <a:pt x="782236" y="1333418"/>
                    </a:cubicBezTo>
                    <a:lnTo>
                      <a:pt x="765736" y="1333418"/>
                    </a:lnTo>
                    <a:cubicBezTo>
                      <a:pt x="765736" y="1333418"/>
                      <a:pt x="755418" y="1327235"/>
                      <a:pt x="751293" y="1325168"/>
                    </a:cubicBezTo>
                    <a:lnTo>
                      <a:pt x="736861" y="1317946"/>
                    </a:lnTo>
                    <a:cubicBezTo>
                      <a:pt x="733937" y="1313962"/>
                      <a:pt x="733937" y="1308537"/>
                      <a:pt x="736861" y="1304542"/>
                    </a:cubicBezTo>
                    <a:cubicBezTo>
                      <a:pt x="736861" y="1304542"/>
                      <a:pt x="743043" y="1298360"/>
                      <a:pt x="744071" y="1294235"/>
                    </a:cubicBezTo>
                    <a:cubicBezTo>
                      <a:pt x="746388" y="1287165"/>
                      <a:pt x="748121" y="1279922"/>
                      <a:pt x="749225" y="1272570"/>
                    </a:cubicBezTo>
                    <a:cubicBezTo>
                      <a:pt x="750589" y="1265219"/>
                      <a:pt x="753393" y="1258214"/>
                      <a:pt x="757475" y="1251945"/>
                    </a:cubicBezTo>
                    <a:cubicBezTo>
                      <a:pt x="761633" y="1238736"/>
                      <a:pt x="765076" y="1225311"/>
                      <a:pt x="767793" y="1211723"/>
                    </a:cubicBezTo>
                    <a:cubicBezTo>
                      <a:pt x="767793" y="1205541"/>
                      <a:pt x="772958" y="1194195"/>
                      <a:pt x="767793" y="1188012"/>
                    </a:cubicBezTo>
                    <a:cubicBezTo>
                      <a:pt x="758807" y="1179048"/>
                      <a:pt x="749149" y="1170776"/>
                      <a:pt x="738918" y="1163262"/>
                    </a:cubicBezTo>
                    <a:cubicBezTo>
                      <a:pt x="735540" y="1162342"/>
                      <a:pt x="731978" y="1162342"/>
                      <a:pt x="728610" y="1163262"/>
                    </a:cubicBezTo>
                    <a:cubicBezTo>
                      <a:pt x="726510" y="1168643"/>
                      <a:pt x="723349" y="1173559"/>
                      <a:pt x="719321" y="1177705"/>
                    </a:cubicBezTo>
                    <a:cubicBezTo>
                      <a:pt x="719321" y="1177694"/>
                      <a:pt x="719321" y="1189041"/>
                      <a:pt x="712110" y="1193166"/>
                    </a:cubicBezTo>
                    <a:cubicBezTo>
                      <a:pt x="704889" y="1197291"/>
                      <a:pt x="712110" y="1202456"/>
                      <a:pt x="704889" y="1203484"/>
                    </a:cubicBezTo>
                    <a:cubicBezTo>
                      <a:pt x="701890" y="1204588"/>
                      <a:pt x="698609" y="1204588"/>
                      <a:pt x="695610" y="1203484"/>
                    </a:cubicBezTo>
                    <a:cubicBezTo>
                      <a:pt x="687360" y="1203484"/>
                      <a:pt x="684263" y="1196263"/>
                      <a:pt x="678070" y="1192138"/>
                    </a:cubicBezTo>
                    <a:cubicBezTo>
                      <a:pt x="671888" y="1188012"/>
                      <a:pt x="670860" y="1192138"/>
                      <a:pt x="665695" y="1185945"/>
                    </a:cubicBezTo>
                    <a:cubicBezTo>
                      <a:pt x="660336" y="1178377"/>
                      <a:pt x="654100" y="1171458"/>
                      <a:pt x="647138" y="1165319"/>
                    </a:cubicBezTo>
                    <a:cubicBezTo>
                      <a:pt x="637859" y="1158109"/>
                      <a:pt x="647138" y="1147791"/>
                      <a:pt x="647138" y="1142637"/>
                    </a:cubicBezTo>
                    <a:cubicBezTo>
                      <a:pt x="647138" y="1137483"/>
                      <a:pt x="652292" y="1127165"/>
                      <a:pt x="657445" y="1120983"/>
                    </a:cubicBezTo>
                    <a:cubicBezTo>
                      <a:pt x="661473" y="1117389"/>
                      <a:pt x="664959" y="1113220"/>
                      <a:pt x="667763" y="1108608"/>
                    </a:cubicBezTo>
                    <a:cubicBezTo>
                      <a:pt x="671574" y="1101105"/>
                      <a:pt x="674346" y="1093126"/>
                      <a:pt x="676013" y="1084886"/>
                    </a:cubicBezTo>
                    <a:cubicBezTo>
                      <a:pt x="676013" y="1077665"/>
                      <a:pt x="676013" y="1070454"/>
                      <a:pt x="667763" y="1063233"/>
                    </a:cubicBezTo>
                    <a:cubicBezTo>
                      <a:pt x="659513" y="1056011"/>
                      <a:pt x="652292" y="1039511"/>
                      <a:pt x="639916" y="1027136"/>
                    </a:cubicBezTo>
                    <a:cubicBezTo>
                      <a:pt x="632511" y="1019806"/>
                      <a:pt x="622496" y="1015724"/>
                      <a:pt x="612080" y="1015789"/>
                    </a:cubicBezTo>
                    <a:cubicBezTo>
                      <a:pt x="609255" y="1015269"/>
                      <a:pt x="606916" y="1013310"/>
                      <a:pt x="605887" y="1010636"/>
                    </a:cubicBezTo>
                    <a:lnTo>
                      <a:pt x="605887" y="998261"/>
                    </a:lnTo>
                    <a:lnTo>
                      <a:pt x="607303" y="998261"/>
                    </a:lnTo>
                    <a:cubicBezTo>
                      <a:pt x="610267" y="998261"/>
                      <a:pt x="613618" y="998261"/>
                      <a:pt x="615166" y="998261"/>
                    </a:cubicBezTo>
                    <a:cubicBezTo>
                      <a:pt x="620569" y="994093"/>
                      <a:pt x="625733" y="989610"/>
                      <a:pt x="630638" y="984858"/>
                    </a:cubicBezTo>
                    <a:cubicBezTo>
                      <a:pt x="635358" y="980289"/>
                      <a:pt x="639830" y="975460"/>
                      <a:pt x="644041" y="970415"/>
                    </a:cubicBezTo>
                    <a:cubicBezTo>
                      <a:pt x="647051" y="966961"/>
                      <a:pt x="650992" y="964460"/>
                      <a:pt x="655388" y="963193"/>
                    </a:cubicBezTo>
                    <a:cubicBezTo>
                      <a:pt x="655388" y="963193"/>
                      <a:pt x="663638" y="958039"/>
                      <a:pt x="667763" y="958039"/>
                    </a:cubicBezTo>
                    <a:close/>
                    <a:moveTo>
                      <a:pt x="4670338" y="809159"/>
                    </a:moveTo>
                    <a:cubicBezTo>
                      <a:pt x="4673689" y="808515"/>
                      <a:pt x="4677814" y="809029"/>
                      <a:pt x="4680391" y="812634"/>
                    </a:cubicBezTo>
                    <a:cubicBezTo>
                      <a:pt x="4685545" y="819856"/>
                      <a:pt x="4686584" y="818827"/>
                      <a:pt x="4688641" y="820884"/>
                    </a:cubicBezTo>
                    <a:cubicBezTo>
                      <a:pt x="4690709" y="822952"/>
                      <a:pt x="4694834" y="820884"/>
                      <a:pt x="4695863" y="820884"/>
                    </a:cubicBezTo>
                    <a:cubicBezTo>
                      <a:pt x="4697768" y="823689"/>
                      <a:pt x="4697768" y="827370"/>
                      <a:pt x="4695863" y="830174"/>
                    </a:cubicBezTo>
                    <a:cubicBezTo>
                      <a:pt x="4695863" y="835327"/>
                      <a:pt x="4689670" y="836356"/>
                      <a:pt x="4687613" y="841510"/>
                    </a:cubicBezTo>
                    <a:cubicBezTo>
                      <a:pt x="4685545" y="846674"/>
                      <a:pt x="4676266" y="849760"/>
                      <a:pt x="4675238" y="853885"/>
                    </a:cubicBezTo>
                    <a:cubicBezTo>
                      <a:pt x="4674209" y="858021"/>
                      <a:pt x="4675238" y="861106"/>
                      <a:pt x="4668016" y="861106"/>
                    </a:cubicBezTo>
                    <a:cubicBezTo>
                      <a:pt x="4660794" y="861106"/>
                      <a:pt x="4660794" y="867299"/>
                      <a:pt x="4658737" y="868328"/>
                    </a:cubicBezTo>
                    <a:cubicBezTo>
                      <a:pt x="4655197" y="872020"/>
                      <a:pt x="4651408" y="875463"/>
                      <a:pt x="4647391" y="878635"/>
                    </a:cubicBezTo>
                    <a:lnTo>
                      <a:pt x="4627794" y="899260"/>
                    </a:lnTo>
                    <a:cubicBezTo>
                      <a:pt x="4627794" y="899260"/>
                      <a:pt x="4627794" y="909579"/>
                      <a:pt x="4616459" y="914732"/>
                    </a:cubicBezTo>
                    <a:lnTo>
                      <a:pt x="4606141" y="924011"/>
                    </a:lnTo>
                    <a:cubicBezTo>
                      <a:pt x="4599958" y="929164"/>
                      <a:pt x="4591708" y="924011"/>
                      <a:pt x="4589640" y="932261"/>
                    </a:cubicBezTo>
                    <a:cubicBezTo>
                      <a:pt x="4588092" y="935888"/>
                      <a:pt x="4588092" y="939981"/>
                      <a:pt x="4589640" y="943608"/>
                    </a:cubicBezTo>
                    <a:cubicBezTo>
                      <a:pt x="4589640" y="943608"/>
                      <a:pt x="4600987" y="949800"/>
                      <a:pt x="4604083" y="951858"/>
                    </a:cubicBezTo>
                    <a:cubicBezTo>
                      <a:pt x="4606985" y="955799"/>
                      <a:pt x="4610460" y="959274"/>
                      <a:pt x="4614391" y="962176"/>
                    </a:cubicBezTo>
                    <a:lnTo>
                      <a:pt x="4632959" y="975579"/>
                    </a:lnTo>
                    <a:lnTo>
                      <a:pt x="4644294" y="981762"/>
                    </a:lnTo>
                    <a:lnTo>
                      <a:pt x="4655641" y="981762"/>
                    </a:lnTo>
                    <a:cubicBezTo>
                      <a:pt x="4657601" y="982693"/>
                      <a:pt x="4659874" y="982693"/>
                      <a:pt x="4661834" y="981762"/>
                    </a:cubicBezTo>
                    <a:cubicBezTo>
                      <a:pt x="4661834" y="975579"/>
                      <a:pt x="4661834" y="973511"/>
                      <a:pt x="4653584" y="970426"/>
                    </a:cubicBezTo>
                    <a:cubicBezTo>
                      <a:pt x="4645334" y="967329"/>
                      <a:pt x="4641209" y="970426"/>
                      <a:pt x="4641209" y="965261"/>
                    </a:cubicBezTo>
                    <a:cubicBezTo>
                      <a:pt x="4641209" y="960108"/>
                      <a:pt x="4641209" y="957011"/>
                      <a:pt x="4647391" y="954954"/>
                    </a:cubicBezTo>
                    <a:cubicBezTo>
                      <a:pt x="4653584" y="952886"/>
                      <a:pt x="4654612" y="945675"/>
                      <a:pt x="4647391" y="942579"/>
                    </a:cubicBezTo>
                    <a:cubicBezTo>
                      <a:pt x="4640180" y="939482"/>
                      <a:pt x="4637084" y="942579"/>
                      <a:pt x="4633987" y="948761"/>
                    </a:cubicBezTo>
                    <a:cubicBezTo>
                      <a:pt x="4631724" y="951327"/>
                      <a:pt x="4627816" y="951576"/>
                      <a:pt x="4625250" y="949313"/>
                    </a:cubicBezTo>
                    <a:cubicBezTo>
                      <a:pt x="4625055" y="949140"/>
                      <a:pt x="4624871" y="948956"/>
                      <a:pt x="4624709" y="948761"/>
                    </a:cubicBezTo>
                    <a:cubicBezTo>
                      <a:pt x="4624709" y="948761"/>
                      <a:pt x="4616459" y="948761"/>
                      <a:pt x="4615419" y="948761"/>
                    </a:cubicBezTo>
                    <a:cubicBezTo>
                      <a:pt x="4613503" y="942503"/>
                      <a:pt x="4616036" y="935726"/>
                      <a:pt x="4621612" y="932261"/>
                    </a:cubicBezTo>
                    <a:cubicBezTo>
                      <a:pt x="4629375" y="924509"/>
                      <a:pt x="4637647" y="917266"/>
                      <a:pt x="4646362" y="910607"/>
                    </a:cubicBezTo>
                    <a:cubicBezTo>
                      <a:pt x="4651516" y="910607"/>
                      <a:pt x="4655641" y="896175"/>
                      <a:pt x="4659766" y="893078"/>
                    </a:cubicBezTo>
                    <a:cubicBezTo>
                      <a:pt x="4667854" y="886062"/>
                      <a:pt x="4675443" y="878484"/>
                      <a:pt x="4682459" y="870385"/>
                    </a:cubicBezTo>
                    <a:cubicBezTo>
                      <a:pt x="4684689" y="867776"/>
                      <a:pt x="4686757" y="865015"/>
                      <a:pt x="4688641" y="862146"/>
                    </a:cubicBezTo>
                    <a:cubicBezTo>
                      <a:pt x="4693199" y="858129"/>
                      <a:pt x="4699067" y="855920"/>
                      <a:pt x="4705141" y="855953"/>
                    </a:cubicBezTo>
                    <a:cubicBezTo>
                      <a:pt x="4708855" y="854946"/>
                      <a:pt x="4712774" y="854946"/>
                      <a:pt x="4716488" y="855953"/>
                    </a:cubicBezTo>
                    <a:cubicBezTo>
                      <a:pt x="4716488" y="855953"/>
                      <a:pt x="4716488" y="866260"/>
                      <a:pt x="4707209" y="871424"/>
                    </a:cubicBezTo>
                    <a:cubicBezTo>
                      <a:pt x="4704134" y="873990"/>
                      <a:pt x="4702261" y="877726"/>
                      <a:pt x="4702056" y="881732"/>
                    </a:cubicBezTo>
                    <a:cubicBezTo>
                      <a:pt x="4695440" y="891747"/>
                      <a:pt x="4687840" y="901079"/>
                      <a:pt x="4679363" y="909579"/>
                    </a:cubicBezTo>
                    <a:cubicBezTo>
                      <a:pt x="4674209" y="909579"/>
                      <a:pt x="4679363" y="914732"/>
                      <a:pt x="4679363" y="918857"/>
                    </a:cubicBezTo>
                    <a:cubicBezTo>
                      <a:pt x="4679363" y="922982"/>
                      <a:pt x="4690709" y="927107"/>
                      <a:pt x="4691738" y="932261"/>
                    </a:cubicBezTo>
                    <a:cubicBezTo>
                      <a:pt x="4692766" y="937425"/>
                      <a:pt x="4691738" y="941550"/>
                      <a:pt x="4691738" y="943608"/>
                    </a:cubicBezTo>
                    <a:cubicBezTo>
                      <a:pt x="4691738" y="945675"/>
                      <a:pt x="4710306" y="943608"/>
                      <a:pt x="4714420" y="943608"/>
                    </a:cubicBezTo>
                    <a:cubicBezTo>
                      <a:pt x="4718545" y="943608"/>
                      <a:pt x="4725766" y="926079"/>
                      <a:pt x="4723709" y="922982"/>
                    </a:cubicBezTo>
                    <a:cubicBezTo>
                      <a:pt x="4721641" y="919886"/>
                      <a:pt x="4714420" y="922982"/>
                      <a:pt x="4709266" y="915761"/>
                    </a:cubicBezTo>
                    <a:cubicBezTo>
                      <a:pt x="4704113" y="908550"/>
                      <a:pt x="4701016" y="915761"/>
                      <a:pt x="4698959" y="915761"/>
                    </a:cubicBezTo>
                    <a:cubicBezTo>
                      <a:pt x="4696891" y="915761"/>
                      <a:pt x="4707209" y="902357"/>
                      <a:pt x="4714420" y="901328"/>
                    </a:cubicBezTo>
                    <a:cubicBezTo>
                      <a:pt x="4720862" y="900083"/>
                      <a:pt x="4726892" y="897247"/>
                      <a:pt x="4731959" y="893078"/>
                    </a:cubicBezTo>
                    <a:cubicBezTo>
                      <a:pt x="4737113" y="887925"/>
                      <a:pt x="4738142" y="877606"/>
                      <a:pt x="4740209" y="875549"/>
                    </a:cubicBezTo>
                    <a:cubicBezTo>
                      <a:pt x="4745872" y="873492"/>
                      <a:pt x="4752076" y="873492"/>
                      <a:pt x="4757738" y="875549"/>
                    </a:cubicBezTo>
                    <a:cubicBezTo>
                      <a:pt x="4757738" y="875549"/>
                      <a:pt x="4757738" y="888953"/>
                      <a:pt x="4757738" y="893078"/>
                    </a:cubicBezTo>
                    <a:cubicBezTo>
                      <a:pt x="4766183" y="895309"/>
                      <a:pt x="4775072" y="895309"/>
                      <a:pt x="4783517" y="893078"/>
                    </a:cubicBezTo>
                    <a:cubicBezTo>
                      <a:pt x="4788670" y="893078"/>
                      <a:pt x="4800017" y="883800"/>
                      <a:pt x="4807239" y="886885"/>
                    </a:cubicBezTo>
                    <a:cubicBezTo>
                      <a:pt x="4814460" y="889982"/>
                      <a:pt x="4807239" y="893078"/>
                      <a:pt x="4814460" y="893078"/>
                    </a:cubicBezTo>
                    <a:lnTo>
                      <a:pt x="4822710" y="899260"/>
                    </a:lnTo>
                    <a:lnTo>
                      <a:pt x="4815489" y="903386"/>
                    </a:lnTo>
                    <a:cubicBezTo>
                      <a:pt x="4818000" y="910748"/>
                      <a:pt x="4818000" y="918716"/>
                      <a:pt x="4815489" y="926079"/>
                    </a:cubicBezTo>
                    <a:cubicBezTo>
                      <a:pt x="4815489" y="933300"/>
                      <a:pt x="4802085" y="936386"/>
                      <a:pt x="4793835" y="935357"/>
                    </a:cubicBezTo>
                    <a:cubicBezTo>
                      <a:pt x="4786018" y="933625"/>
                      <a:pt x="4777919" y="933625"/>
                      <a:pt x="4770113" y="935357"/>
                    </a:cubicBezTo>
                    <a:cubicBezTo>
                      <a:pt x="4770113" y="935357"/>
                      <a:pt x="4756710" y="943608"/>
                      <a:pt x="4756710" y="946704"/>
                    </a:cubicBezTo>
                    <a:cubicBezTo>
                      <a:pt x="4758442" y="952063"/>
                      <a:pt x="4758442" y="957845"/>
                      <a:pt x="4756710" y="963204"/>
                    </a:cubicBezTo>
                    <a:cubicBezTo>
                      <a:pt x="4751556" y="968358"/>
                      <a:pt x="4741238" y="963204"/>
                      <a:pt x="4713391" y="976608"/>
                    </a:cubicBezTo>
                    <a:lnTo>
                      <a:pt x="4686584" y="976608"/>
                    </a:lnTo>
                    <a:cubicBezTo>
                      <a:pt x="4681430" y="976608"/>
                      <a:pt x="4686584" y="991051"/>
                      <a:pt x="4692766" y="997233"/>
                    </a:cubicBezTo>
                    <a:cubicBezTo>
                      <a:pt x="4698959" y="1003415"/>
                      <a:pt x="4679363" y="1004455"/>
                      <a:pt x="4687613" y="1013733"/>
                    </a:cubicBezTo>
                    <a:cubicBezTo>
                      <a:pt x="4695863" y="1023012"/>
                      <a:pt x="4707209" y="1021983"/>
                      <a:pt x="4711334" y="1013733"/>
                    </a:cubicBezTo>
                    <a:cubicBezTo>
                      <a:pt x="4715459" y="1005483"/>
                      <a:pt x="4705141" y="1003415"/>
                      <a:pt x="4705141" y="999301"/>
                    </a:cubicBezTo>
                    <a:cubicBezTo>
                      <a:pt x="4705141" y="995176"/>
                      <a:pt x="4712363" y="984858"/>
                      <a:pt x="4714420" y="985887"/>
                    </a:cubicBezTo>
                    <a:cubicBezTo>
                      <a:pt x="4718426" y="987305"/>
                      <a:pt x="4722800" y="987305"/>
                      <a:pt x="4726795" y="985887"/>
                    </a:cubicBezTo>
                    <a:cubicBezTo>
                      <a:pt x="4726806" y="985887"/>
                      <a:pt x="4735045" y="985887"/>
                      <a:pt x="4739181" y="985887"/>
                    </a:cubicBezTo>
                    <a:cubicBezTo>
                      <a:pt x="4743306" y="985887"/>
                      <a:pt x="4739181" y="976608"/>
                      <a:pt x="4749488" y="974551"/>
                    </a:cubicBezTo>
                    <a:cubicBezTo>
                      <a:pt x="4759795" y="972483"/>
                      <a:pt x="4760835" y="974551"/>
                      <a:pt x="4763920" y="979704"/>
                    </a:cubicBezTo>
                    <a:cubicBezTo>
                      <a:pt x="4767017" y="984858"/>
                      <a:pt x="4774238" y="979704"/>
                      <a:pt x="4778363" y="979704"/>
                    </a:cubicBezTo>
                    <a:lnTo>
                      <a:pt x="4789710" y="973511"/>
                    </a:lnTo>
                    <a:cubicBezTo>
                      <a:pt x="4797960" y="966301"/>
                      <a:pt x="4789710" y="953926"/>
                      <a:pt x="4800017" y="949800"/>
                    </a:cubicBezTo>
                    <a:cubicBezTo>
                      <a:pt x="4810335" y="945675"/>
                      <a:pt x="4847460" y="967329"/>
                      <a:pt x="4852614" y="968358"/>
                    </a:cubicBezTo>
                    <a:cubicBezTo>
                      <a:pt x="4857767" y="969386"/>
                      <a:pt x="4857767" y="968358"/>
                      <a:pt x="4860864" y="968358"/>
                    </a:cubicBezTo>
                    <a:cubicBezTo>
                      <a:pt x="4866050" y="969159"/>
                      <a:pt x="4870392" y="972710"/>
                      <a:pt x="4872210" y="977637"/>
                    </a:cubicBezTo>
                    <a:cubicBezTo>
                      <a:pt x="4872633" y="983819"/>
                      <a:pt x="4872633" y="990023"/>
                      <a:pt x="4872210" y="996205"/>
                    </a:cubicBezTo>
                    <a:cubicBezTo>
                      <a:pt x="4872286" y="1000535"/>
                      <a:pt x="4869883" y="1004541"/>
                      <a:pt x="4866017" y="1006512"/>
                    </a:cubicBezTo>
                    <a:cubicBezTo>
                      <a:pt x="4866017" y="1006512"/>
                      <a:pt x="4850546" y="1013733"/>
                      <a:pt x="4850546" y="1019926"/>
                    </a:cubicBezTo>
                    <a:cubicBezTo>
                      <a:pt x="4850546" y="1026108"/>
                      <a:pt x="4833017" y="1019926"/>
                      <a:pt x="4822710" y="1019926"/>
                    </a:cubicBezTo>
                    <a:cubicBezTo>
                      <a:pt x="4807747" y="1020966"/>
                      <a:pt x="4793413" y="1026347"/>
                      <a:pt x="4781460" y="1035387"/>
                    </a:cubicBezTo>
                    <a:lnTo>
                      <a:pt x="4767017" y="1041580"/>
                    </a:lnTo>
                    <a:lnTo>
                      <a:pt x="4752585" y="1049830"/>
                    </a:lnTo>
                    <a:cubicBezTo>
                      <a:pt x="4745515" y="1052450"/>
                      <a:pt x="4739159" y="1056695"/>
                      <a:pt x="4734016" y="1062205"/>
                    </a:cubicBezTo>
                    <a:cubicBezTo>
                      <a:pt x="4734016" y="1062205"/>
                      <a:pt x="4734016" y="1068388"/>
                      <a:pt x="4739181" y="1071484"/>
                    </a:cubicBezTo>
                    <a:cubicBezTo>
                      <a:pt x="4745363" y="1075382"/>
                      <a:pt x="4752487" y="1077526"/>
                      <a:pt x="4759806" y="1077677"/>
                    </a:cubicBezTo>
                    <a:lnTo>
                      <a:pt x="4769085" y="1086956"/>
                    </a:lnTo>
                    <a:cubicBezTo>
                      <a:pt x="4769085" y="1086956"/>
                      <a:pt x="4769085" y="1097263"/>
                      <a:pt x="4769085" y="1100359"/>
                    </a:cubicBezTo>
                    <a:cubicBezTo>
                      <a:pt x="4769085" y="1103456"/>
                      <a:pt x="4774238" y="1100359"/>
                      <a:pt x="4775267" y="1111706"/>
                    </a:cubicBezTo>
                    <a:cubicBezTo>
                      <a:pt x="4776295" y="1123053"/>
                      <a:pt x="4781460" y="1118928"/>
                      <a:pt x="4775267" y="1125110"/>
                    </a:cubicBezTo>
                    <a:cubicBezTo>
                      <a:pt x="4772300" y="1135623"/>
                      <a:pt x="4766183" y="1144988"/>
                      <a:pt x="4757738" y="1151928"/>
                    </a:cubicBezTo>
                    <a:cubicBezTo>
                      <a:pt x="4750073" y="1157980"/>
                      <a:pt x="4741325" y="1162528"/>
                      <a:pt x="4731959" y="1165332"/>
                    </a:cubicBezTo>
                    <a:cubicBezTo>
                      <a:pt x="4717700" y="1160850"/>
                      <a:pt x="4704892" y="1152664"/>
                      <a:pt x="4694834" y="1141610"/>
                    </a:cubicBezTo>
                    <a:cubicBezTo>
                      <a:pt x="4691175" y="1138113"/>
                      <a:pt x="4686465" y="1135937"/>
                      <a:pt x="4681430" y="1135428"/>
                    </a:cubicBezTo>
                    <a:cubicBezTo>
                      <a:pt x="4681430" y="1135417"/>
                      <a:pt x="4672141" y="1127178"/>
                      <a:pt x="4671112" y="1123053"/>
                    </a:cubicBezTo>
                    <a:cubicBezTo>
                      <a:pt x="4667767" y="1116697"/>
                      <a:pt x="4662787" y="1111349"/>
                      <a:pt x="4656669" y="1107581"/>
                    </a:cubicBezTo>
                    <a:cubicBezTo>
                      <a:pt x="4643385" y="1099515"/>
                      <a:pt x="4627740" y="1096234"/>
                      <a:pt x="4612333" y="1098302"/>
                    </a:cubicBezTo>
                    <a:cubicBezTo>
                      <a:pt x="4605892" y="1099829"/>
                      <a:pt x="4599179" y="1099829"/>
                      <a:pt x="4592737" y="1098302"/>
                    </a:cubicBezTo>
                    <a:cubicBezTo>
                      <a:pt x="4584519" y="1097198"/>
                      <a:pt x="4576193" y="1097198"/>
                      <a:pt x="4567987" y="1098302"/>
                    </a:cubicBezTo>
                    <a:cubicBezTo>
                      <a:pt x="4561003" y="1099937"/>
                      <a:pt x="4554810" y="1103943"/>
                      <a:pt x="4550458" y="1109638"/>
                    </a:cubicBezTo>
                    <a:cubicBezTo>
                      <a:pt x="4550458" y="1109638"/>
                      <a:pt x="4550458" y="1115831"/>
                      <a:pt x="4550458" y="1118928"/>
                    </a:cubicBezTo>
                    <a:cubicBezTo>
                      <a:pt x="4556922" y="1120996"/>
                      <a:pt x="4563147" y="1123767"/>
                      <a:pt x="4569015" y="1127178"/>
                    </a:cubicBezTo>
                    <a:cubicBezTo>
                      <a:pt x="4569015" y="1127178"/>
                      <a:pt x="4579333" y="1127178"/>
                      <a:pt x="4581390" y="1127178"/>
                    </a:cubicBezTo>
                    <a:cubicBezTo>
                      <a:pt x="4583458" y="1127178"/>
                      <a:pt x="4581390" y="1139553"/>
                      <a:pt x="4587583" y="1149860"/>
                    </a:cubicBezTo>
                    <a:cubicBezTo>
                      <a:pt x="4593765" y="1160178"/>
                      <a:pt x="4587583" y="1161207"/>
                      <a:pt x="4595833" y="1170485"/>
                    </a:cubicBezTo>
                    <a:cubicBezTo>
                      <a:pt x="4604083" y="1179764"/>
                      <a:pt x="4600987" y="1178736"/>
                      <a:pt x="4595833" y="1181832"/>
                    </a:cubicBezTo>
                    <a:cubicBezTo>
                      <a:pt x="4590680" y="1184929"/>
                      <a:pt x="4583458" y="1192139"/>
                      <a:pt x="4577265" y="1192139"/>
                    </a:cubicBezTo>
                    <a:cubicBezTo>
                      <a:pt x="4571874" y="1193688"/>
                      <a:pt x="4566157" y="1193688"/>
                      <a:pt x="4560765" y="1192139"/>
                    </a:cubicBezTo>
                    <a:cubicBezTo>
                      <a:pt x="4555308" y="1187191"/>
                      <a:pt x="4549451" y="1182698"/>
                      <a:pt x="4543237" y="1178736"/>
                    </a:cubicBezTo>
                    <a:lnTo>
                      <a:pt x="4529833" y="1171514"/>
                    </a:lnTo>
                    <a:cubicBezTo>
                      <a:pt x="4524668" y="1171514"/>
                      <a:pt x="4503015" y="1151928"/>
                      <a:pt x="4495793" y="1157082"/>
                    </a:cubicBezTo>
                    <a:cubicBezTo>
                      <a:pt x="4490975" y="1163210"/>
                      <a:pt x="4485811" y="1169067"/>
                      <a:pt x="4480332" y="1174611"/>
                    </a:cubicBezTo>
                    <a:cubicBezTo>
                      <a:pt x="4480332" y="1174611"/>
                      <a:pt x="4470015" y="1182861"/>
                      <a:pt x="4463832" y="1185957"/>
                    </a:cubicBezTo>
                    <a:cubicBezTo>
                      <a:pt x="4456394" y="1189075"/>
                      <a:pt x="4449454" y="1193244"/>
                      <a:pt x="4443207" y="1198332"/>
                    </a:cubicBezTo>
                    <a:cubicBezTo>
                      <a:pt x="4443207" y="1203486"/>
                      <a:pt x="4427736" y="1198332"/>
                      <a:pt x="4426707" y="1198332"/>
                    </a:cubicBezTo>
                    <a:cubicBezTo>
                      <a:pt x="4425668" y="1198332"/>
                      <a:pt x="4401957" y="1214833"/>
                      <a:pt x="4390610" y="1208640"/>
                    </a:cubicBezTo>
                    <a:cubicBezTo>
                      <a:pt x="4379264" y="1202457"/>
                      <a:pt x="4373082" y="1200389"/>
                      <a:pt x="4367928" y="1196264"/>
                    </a:cubicBezTo>
                    <a:cubicBezTo>
                      <a:pt x="4362439" y="1191966"/>
                      <a:pt x="4356571" y="1188166"/>
                      <a:pt x="4350389" y="1184929"/>
                    </a:cubicBezTo>
                    <a:cubicBezTo>
                      <a:pt x="4341532" y="1179905"/>
                      <a:pt x="4334354" y="1172369"/>
                      <a:pt x="4329763" y="1163275"/>
                    </a:cubicBezTo>
                    <a:cubicBezTo>
                      <a:pt x="4329763" y="1163264"/>
                      <a:pt x="4338014" y="1153985"/>
                      <a:pt x="4342139" y="1149860"/>
                    </a:cubicBezTo>
                    <a:cubicBezTo>
                      <a:pt x="4346264" y="1145735"/>
                      <a:pt x="4342139" y="1114803"/>
                      <a:pt x="4342139" y="1110678"/>
                    </a:cubicBezTo>
                    <a:cubicBezTo>
                      <a:pt x="4342139" y="1106542"/>
                      <a:pt x="4351417" y="1110678"/>
                      <a:pt x="4358639" y="1116860"/>
                    </a:cubicBezTo>
                    <a:cubicBezTo>
                      <a:pt x="4368188" y="1124655"/>
                      <a:pt x="4378170" y="1131877"/>
                      <a:pt x="4388553" y="1138514"/>
                    </a:cubicBezTo>
                    <a:cubicBezTo>
                      <a:pt x="4402985" y="1146764"/>
                      <a:pt x="4429804" y="1130263"/>
                      <a:pt x="4445264" y="1126138"/>
                    </a:cubicBezTo>
                    <a:cubicBezTo>
                      <a:pt x="4460736" y="1122013"/>
                      <a:pt x="4454543" y="1119956"/>
                      <a:pt x="4445264" y="1112735"/>
                    </a:cubicBezTo>
                    <a:cubicBezTo>
                      <a:pt x="4438249" y="1106217"/>
                      <a:pt x="4430659" y="1100349"/>
                      <a:pt x="4422582" y="1095206"/>
                    </a:cubicBezTo>
                    <a:lnTo>
                      <a:pt x="4399889" y="1078706"/>
                    </a:lnTo>
                    <a:cubicBezTo>
                      <a:pt x="4399889" y="1073552"/>
                      <a:pt x="4380292" y="1069427"/>
                      <a:pt x="4378235" y="1067359"/>
                    </a:cubicBezTo>
                    <a:cubicBezTo>
                      <a:pt x="4376167" y="1065302"/>
                      <a:pt x="4366889" y="1060137"/>
                      <a:pt x="4367928" y="1048802"/>
                    </a:cubicBezTo>
                    <a:cubicBezTo>
                      <a:pt x="4368957" y="1037455"/>
                      <a:pt x="4367928" y="1041580"/>
                      <a:pt x="4367928" y="1038484"/>
                    </a:cubicBezTo>
                    <a:cubicBezTo>
                      <a:pt x="4367928" y="1035387"/>
                      <a:pt x="4375139" y="1029205"/>
                      <a:pt x="4378235" y="1026108"/>
                    </a:cubicBezTo>
                    <a:cubicBezTo>
                      <a:pt x="4383497" y="1021767"/>
                      <a:pt x="4389419" y="1018291"/>
                      <a:pt x="4395764" y="1015790"/>
                    </a:cubicBezTo>
                    <a:cubicBezTo>
                      <a:pt x="4405984" y="1013939"/>
                      <a:pt x="4416508" y="1016570"/>
                      <a:pt x="4424639" y="1023012"/>
                    </a:cubicBezTo>
                    <a:cubicBezTo>
                      <a:pt x="4424639" y="1023012"/>
                      <a:pt x="4431861" y="1037455"/>
                      <a:pt x="4433929" y="1039512"/>
                    </a:cubicBezTo>
                    <a:cubicBezTo>
                      <a:pt x="4435986" y="1041580"/>
                      <a:pt x="4448361" y="1039512"/>
                      <a:pt x="4454543" y="1045705"/>
                    </a:cubicBezTo>
                    <a:cubicBezTo>
                      <a:pt x="4461418" y="1048867"/>
                      <a:pt x="4467979" y="1052667"/>
                      <a:pt x="4474140" y="1057041"/>
                    </a:cubicBezTo>
                    <a:cubicBezTo>
                      <a:pt x="4478427" y="1059986"/>
                      <a:pt x="4483396" y="1061762"/>
                      <a:pt x="4488583" y="1062205"/>
                    </a:cubicBezTo>
                    <a:cubicBezTo>
                      <a:pt x="4491062" y="1063927"/>
                      <a:pt x="4494353" y="1063927"/>
                      <a:pt x="4496833" y="1062205"/>
                    </a:cubicBezTo>
                    <a:cubicBezTo>
                      <a:pt x="4496833" y="1062205"/>
                      <a:pt x="4507140" y="1053955"/>
                      <a:pt x="4510236" y="1052927"/>
                    </a:cubicBezTo>
                    <a:lnTo>
                      <a:pt x="4526736" y="1045705"/>
                    </a:lnTo>
                    <a:cubicBezTo>
                      <a:pt x="4526736" y="1045705"/>
                      <a:pt x="4526736" y="1038484"/>
                      <a:pt x="4518486" y="1035387"/>
                    </a:cubicBezTo>
                    <a:cubicBezTo>
                      <a:pt x="4513084" y="1033947"/>
                      <a:pt x="4507389" y="1033947"/>
                      <a:pt x="4501986" y="1035387"/>
                    </a:cubicBezTo>
                    <a:cubicBezTo>
                      <a:pt x="4496172" y="1034922"/>
                      <a:pt x="4490531" y="1033157"/>
                      <a:pt x="4485486" y="1030234"/>
                    </a:cubicBezTo>
                    <a:cubicBezTo>
                      <a:pt x="4481394" y="1027852"/>
                      <a:pt x="4478145" y="1024246"/>
                      <a:pt x="4476207" y="1019926"/>
                    </a:cubicBezTo>
                    <a:cubicBezTo>
                      <a:pt x="4476207" y="1013733"/>
                      <a:pt x="4476207" y="1011676"/>
                      <a:pt x="4476207" y="1007551"/>
                    </a:cubicBezTo>
                    <a:cubicBezTo>
                      <a:pt x="4480549" y="1002744"/>
                      <a:pt x="4486341" y="999485"/>
                      <a:pt x="4492708" y="998262"/>
                    </a:cubicBezTo>
                    <a:cubicBezTo>
                      <a:pt x="4492708" y="998262"/>
                      <a:pt x="4510236" y="983830"/>
                      <a:pt x="4526736" y="984858"/>
                    </a:cubicBezTo>
                    <a:cubicBezTo>
                      <a:pt x="4543237" y="985887"/>
                      <a:pt x="4536015" y="997233"/>
                      <a:pt x="4541169" y="999301"/>
                    </a:cubicBezTo>
                    <a:lnTo>
                      <a:pt x="4550458" y="999301"/>
                    </a:lnTo>
                    <a:lnTo>
                      <a:pt x="4563862" y="1011676"/>
                    </a:lnTo>
                    <a:cubicBezTo>
                      <a:pt x="4569762" y="1015910"/>
                      <a:pt x="4575966" y="1019699"/>
                      <a:pt x="4582419" y="1023012"/>
                    </a:cubicBezTo>
                    <a:cubicBezTo>
                      <a:pt x="4582419" y="1023012"/>
                      <a:pt x="4589640" y="1031262"/>
                      <a:pt x="4594805" y="1032291"/>
                    </a:cubicBezTo>
                    <a:lnTo>
                      <a:pt x="4607180" y="1039512"/>
                    </a:lnTo>
                    <a:cubicBezTo>
                      <a:pt x="4607180" y="1039512"/>
                      <a:pt x="4613362" y="1039512"/>
                      <a:pt x="4616459" y="1039512"/>
                    </a:cubicBezTo>
                    <a:cubicBezTo>
                      <a:pt x="4619555" y="1039512"/>
                      <a:pt x="4626766" y="1049830"/>
                      <a:pt x="4628834" y="1052927"/>
                    </a:cubicBezTo>
                    <a:cubicBezTo>
                      <a:pt x="4632818" y="1056121"/>
                      <a:pt x="4636607" y="1059564"/>
                      <a:pt x="4640169" y="1063234"/>
                    </a:cubicBezTo>
                    <a:cubicBezTo>
                      <a:pt x="4641534" y="1068193"/>
                      <a:pt x="4644002" y="1072773"/>
                      <a:pt x="4647391" y="1076638"/>
                    </a:cubicBezTo>
                    <a:cubicBezTo>
                      <a:pt x="4647391" y="1076638"/>
                      <a:pt x="4662862" y="1081802"/>
                      <a:pt x="4665959" y="1083859"/>
                    </a:cubicBezTo>
                    <a:cubicBezTo>
                      <a:pt x="4669055" y="1085927"/>
                      <a:pt x="4683488" y="1083859"/>
                      <a:pt x="4685545" y="1078706"/>
                    </a:cubicBezTo>
                    <a:cubicBezTo>
                      <a:pt x="4680553" y="1072946"/>
                      <a:pt x="4674631" y="1068063"/>
                      <a:pt x="4668016" y="1064263"/>
                    </a:cubicBezTo>
                    <a:cubicBezTo>
                      <a:pt x="4662862" y="1064273"/>
                      <a:pt x="4652555" y="1049830"/>
                      <a:pt x="4649459" y="1048802"/>
                    </a:cubicBezTo>
                    <a:cubicBezTo>
                      <a:pt x="4638101" y="1042814"/>
                      <a:pt x="4628227" y="1034359"/>
                      <a:pt x="4620584" y="1024051"/>
                    </a:cubicBezTo>
                    <a:cubicBezTo>
                      <a:pt x="4616383" y="1019352"/>
                      <a:pt x="4611067" y="1015801"/>
                      <a:pt x="4605112" y="1013733"/>
                    </a:cubicBezTo>
                    <a:cubicBezTo>
                      <a:pt x="4599493" y="1010637"/>
                      <a:pt x="4594285" y="1006826"/>
                      <a:pt x="4589640" y="1002387"/>
                    </a:cubicBezTo>
                    <a:lnTo>
                      <a:pt x="4565930" y="982801"/>
                    </a:lnTo>
                    <a:cubicBezTo>
                      <a:pt x="4551746" y="971790"/>
                      <a:pt x="4536134" y="962760"/>
                      <a:pt x="4519515" y="955983"/>
                    </a:cubicBezTo>
                    <a:lnTo>
                      <a:pt x="4496833" y="955983"/>
                    </a:lnTo>
                    <a:cubicBezTo>
                      <a:pt x="4479293" y="955983"/>
                      <a:pt x="4463832" y="955983"/>
                      <a:pt x="4453514" y="947732"/>
                    </a:cubicBezTo>
                    <a:cubicBezTo>
                      <a:pt x="4448458" y="945394"/>
                      <a:pt x="4446174" y="939461"/>
                      <a:pt x="4448361" y="934329"/>
                    </a:cubicBezTo>
                    <a:cubicBezTo>
                      <a:pt x="4451652" y="923296"/>
                      <a:pt x="4457282" y="913097"/>
                      <a:pt x="4464861" y="904425"/>
                    </a:cubicBezTo>
                    <a:cubicBezTo>
                      <a:pt x="4472082" y="897203"/>
                      <a:pt x="4478265" y="904425"/>
                      <a:pt x="4488583" y="882760"/>
                    </a:cubicBezTo>
                    <a:cubicBezTo>
                      <a:pt x="4492729" y="880367"/>
                      <a:pt x="4497840" y="880367"/>
                      <a:pt x="4501986" y="882760"/>
                    </a:cubicBezTo>
                    <a:cubicBezTo>
                      <a:pt x="4505375" y="883637"/>
                      <a:pt x="4508915" y="883637"/>
                      <a:pt x="4512304" y="882760"/>
                    </a:cubicBezTo>
                    <a:cubicBezTo>
                      <a:pt x="4525708" y="882760"/>
                      <a:pt x="4539111" y="876578"/>
                      <a:pt x="4555612" y="873482"/>
                    </a:cubicBezTo>
                    <a:cubicBezTo>
                      <a:pt x="4555612" y="873482"/>
                      <a:pt x="4555612" y="873482"/>
                      <a:pt x="4560765" y="873482"/>
                    </a:cubicBezTo>
                    <a:cubicBezTo>
                      <a:pt x="4555373" y="881981"/>
                      <a:pt x="4549159" y="889928"/>
                      <a:pt x="4542208" y="897203"/>
                    </a:cubicBezTo>
                    <a:cubicBezTo>
                      <a:pt x="4538787" y="900224"/>
                      <a:pt x="4538462" y="905432"/>
                      <a:pt x="4541472" y="908853"/>
                    </a:cubicBezTo>
                    <a:cubicBezTo>
                      <a:pt x="4541699" y="909102"/>
                      <a:pt x="4541948" y="909351"/>
                      <a:pt x="4542208" y="909579"/>
                    </a:cubicBezTo>
                    <a:cubicBezTo>
                      <a:pt x="4548390" y="913097"/>
                      <a:pt x="4554962" y="915858"/>
                      <a:pt x="4561805" y="917829"/>
                    </a:cubicBezTo>
                    <a:cubicBezTo>
                      <a:pt x="4564674" y="919485"/>
                      <a:pt x="4568214" y="919485"/>
                      <a:pt x="4571083" y="917829"/>
                    </a:cubicBezTo>
                    <a:cubicBezTo>
                      <a:pt x="4571083" y="917829"/>
                      <a:pt x="4571083" y="907511"/>
                      <a:pt x="4577265" y="904425"/>
                    </a:cubicBezTo>
                    <a:cubicBezTo>
                      <a:pt x="4580286" y="898470"/>
                      <a:pt x="4584498" y="893197"/>
                      <a:pt x="4589640" y="888953"/>
                    </a:cubicBezTo>
                    <a:cubicBezTo>
                      <a:pt x="4599320" y="879620"/>
                      <a:pt x="4609659" y="871002"/>
                      <a:pt x="4620584" y="863174"/>
                    </a:cubicBezTo>
                    <a:cubicBezTo>
                      <a:pt x="4628834" y="858021"/>
                      <a:pt x="4631919" y="847703"/>
                      <a:pt x="4649459" y="832231"/>
                    </a:cubicBezTo>
                    <a:cubicBezTo>
                      <a:pt x="4666987" y="816759"/>
                      <a:pt x="4665959" y="814702"/>
                      <a:pt x="4664930" y="812634"/>
                    </a:cubicBezTo>
                    <a:cubicBezTo>
                      <a:pt x="4664411" y="811606"/>
                      <a:pt x="4666987" y="809803"/>
                      <a:pt x="4670338" y="809159"/>
                    </a:cubicBezTo>
                    <a:close/>
                    <a:moveTo>
                      <a:pt x="770888" y="804383"/>
                    </a:moveTo>
                    <a:cubicBezTo>
                      <a:pt x="770888" y="804383"/>
                      <a:pt x="778109" y="804383"/>
                      <a:pt x="782234" y="804383"/>
                    </a:cubicBezTo>
                    <a:cubicBezTo>
                      <a:pt x="790419" y="807242"/>
                      <a:pt x="798085" y="811420"/>
                      <a:pt x="804917" y="816759"/>
                    </a:cubicBezTo>
                    <a:cubicBezTo>
                      <a:pt x="818320" y="830162"/>
                      <a:pt x="812138" y="842537"/>
                      <a:pt x="817292" y="853884"/>
                    </a:cubicBezTo>
                    <a:cubicBezTo>
                      <a:pt x="820172" y="859070"/>
                      <a:pt x="823636" y="863920"/>
                      <a:pt x="827610" y="868327"/>
                    </a:cubicBezTo>
                    <a:cubicBezTo>
                      <a:pt x="835860" y="873481"/>
                      <a:pt x="844110" y="868316"/>
                      <a:pt x="842042" y="861105"/>
                    </a:cubicBezTo>
                    <a:cubicBezTo>
                      <a:pt x="843265" y="855324"/>
                      <a:pt x="843265" y="849358"/>
                      <a:pt x="842042" y="843576"/>
                    </a:cubicBezTo>
                    <a:cubicBezTo>
                      <a:pt x="842042" y="843576"/>
                      <a:pt x="855446" y="843576"/>
                      <a:pt x="864735" y="832230"/>
                    </a:cubicBezTo>
                    <a:cubicBezTo>
                      <a:pt x="874014" y="820884"/>
                      <a:pt x="884321" y="832230"/>
                      <a:pt x="893610" y="839441"/>
                    </a:cubicBezTo>
                    <a:cubicBezTo>
                      <a:pt x="899143" y="842278"/>
                      <a:pt x="904340" y="845731"/>
                      <a:pt x="909071" y="849759"/>
                    </a:cubicBezTo>
                    <a:cubicBezTo>
                      <a:pt x="909071" y="849759"/>
                      <a:pt x="909071" y="858009"/>
                      <a:pt x="909071" y="862134"/>
                    </a:cubicBezTo>
                    <a:lnTo>
                      <a:pt x="899793" y="877606"/>
                    </a:lnTo>
                    <a:cubicBezTo>
                      <a:pt x="899793" y="883788"/>
                      <a:pt x="899793" y="889981"/>
                      <a:pt x="899793" y="895134"/>
                    </a:cubicBezTo>
                    <a:cubicBezTo>
                      <a:pt x="899208" y="903027"/>
                      <a:pt x="899208" y="910963"/>
                      <a:pt x="899793" y="918856"/>
                    </a:cubicBezTo>
                    <a:cubicBezTo>
                      <a:pt x="898212" y="930820"/>
                      <a:pt x="894357" y="942372"/>
                      <a:pt x="888457" y="952885"/>
                    </a:cubicBezTo>
                    <a:cubicBezTo>
                      <a:pt x="892549" y="964935"/>
                      <a:pt x="898840" y="976119"/>
                      <a:pt x="907014" y="985885"/>
                    </a:cubicBezTo>
                    <a:cubicBezTo>
                      <a:pt x="910836" y="990368"/>
                      <a:pt x="915372" y="994201"/>
                      <a:pt x="920418" y="997232"/>
                    </a:cubicBezTo>
                    <a:cubicBezTo>
                      <a:pt x="929696" y="1002386"/>
                      <a:pt x="935889" y="1010636"/>
                      <a:pt x="949293" y="1010636"/>
                    </a:cubicBezTo>
                    <a:cubicBezTo>
                      <a:pt x="958604" y="1010733"/>
                      <a:pt x="967558" y="1007009"/>
                      <a:pt x="974043" y="1000318"/>
                    </a:cubicBezTo>
                    <a:cubicBezTo>
                      <a:pt x="978266" y="995846"/>
                      <a:pt x="983138" y="992024"/>
                      <a:pt x="988486" y="988982"/>
                    </a:cubicBezTo>
                    <a:cubicBezTo>
                      <a:pt x="988486" y="988982"/>
                      <a:pt x="997765" y="981760"/>
                      <a:pt x="998794" y="981760"/>
                    </a:cubicBezTo>
                    <a:cubicBezTo>
                      <a:pt x="1003287" y="980537"/>
                      <a:pt x="1007498" y="978436"/>
                      <a:pt x="1011169" y="975578"/>
                    </a:cubicBezTo>
                    <a:cubicBezTo>
                      <a:pt x="1015489" y="970598"/>
                      <a:pt x="1020328" y="966105"/>
                      <a:pt x="1025612" y="962164"/>
                    </a:cubicBezTo>
                    <a:cubicBezTo>
                      <a:pt x="1035302" y="959479"/>
                      <a:pt x="1045631" y="963203"/>
                      <a:pt x="1051391" y="971442"/>
                    </a:cubicBezTo>
                    <a:cubicBezTo>
                      <a:pt x="1057021" y="979919"/>
                      <a:pt x="1061860" y="988895"/>
                      <a:pt x="1065834" y="998260"/>
                    </a:cubicBezTo>
                    <a:cubicBezTo>
                      <a:pt x="1070446" y="1003349"/>
                      <a:pt x="1073012" y="1009964"/>
                      <a:pt x="1073044" y="1016828"/>
                    </a:cubicBezTo>
                    <a:cubicBezTo>
                      <a:pt x="1073044" y="1021981"/>
                      <a:pt x="1063766" y="1028164"/>
                      <a:pt x="1061698" y="1034357"/>
                    </a:cubicBezTo>
                    <a:cubicBezTo>
                      <a:pt x="1059424" y="1041123"/>
                      <a:pt x="1055927" y="1047403"/>
                      <a:pt x="1051391" y="1052914"/>
                    </a:cubicBezTo>
                    <a:cubicBezTo>
                      <a:pt x="1046551" y="1055686"/>
                      <a:pt x="1041343" y="1057775"/>
                      <a:pt x="1035919" y="1059107"/>
                    </a:cubicBezTo>
                    <a:cubicBezTo>
                      <a:pt x="1029509" y="1063189"/>
                      <a:pt x="1023901" y="1068429"/>
                      <a:pt x="1019419" y="1074568"/>
                    </a:cubicBezTo>
                    <a:lnTo>
                      <a:pt x="1003947" y="1090039"/>
                    </a:lnTo>
                    <a:lnTo>
                      <a:pt x="987447" y="1100357"/>
                    </a:lnTo>
                    <a:cubicBezTo>
                      <a:pt x="981265" y="1105511"/>
                      <a:pt x="973015" y="1115829"/>
                      <a:pt x="967861" y="1118915"/>
                    </a:cubicBezTo>
                    <a:cubicBezTo>
                      <a:pt x="962989" y="1121405"/>
                      <a:pt x="957770" y="1123137"/>
                      <a:pt x="952390" y="1124079"/>
                    </a:cubicBezTo>
                    <a:cubicBezTo>
                      <a:pt x="944508" y="1124989"/>
                      <a:pt x="936550" y="1124989"/>
                      <a:pt x="928668" y="1124079"/>
                    </a:cubicBezTo>
                    <a:cubicBezTo>
                      <a:pt x="922107" y="1119380"/>
                      <a:pt x="915903" y="1114216"/>
                      <a:pt x="910111" y="1108607"/>
                    </a:cubicBezTo>
                    <a:lnTo>
                      <a:pt x="885360" y="1093136"/>
                    </a:lnTo>
                    <a:lnTo>
                      <a:pt x="870917" y="1081789"/>
                    </a:lnTo>
                    <a:cubicBezTo>
                      <a:pt x="866543" y="1077783"/>
                      <a:pt x="861693" y="1074319"/>
                      <a:pt x="856485" y="1071482"/>
                    </a:cubicBezTo>
                    <a:cubicBezTo>
                      <a:pt x="848885" y="1067357"/>
                      <a:pt x="841944" y="1062149"/>
                      <a:pt x="835849" y="1056010"/>
                    </a:cubicBezTo>
                    <a:cubicBezTo>
                      <a:pt x="825542" y="1046732"/>
                      <a:pt x="826570" y="1041578"/>
                      <a:pt x="809042" y="1020953"/>
                    </a:cubicBezTo>
                    <a:lnTo>
                      <a:pt x="803888" y="1007539"/>
                    </a:lnTo>
                    <a:cubicBezTo>
                      <a:pt x="794609" y="998260"/>
                      <a:pt x="797695" y="997232"/>
                      <a:pt x="790484" y="988982"/>
                    </a:cubicBezTo>
                    <a:lnTo>
                      <a:pt x="778109" y="970414"/>
                    </a:lnTo>
                    <a:lnTo>
                      <a:pt x="753359" y="944635"/>
                    </a:lnTo>
                    <a:cubicBezTo>
                      <a:pt x="748422" y="939406"/>
                      <a:pt x="744264" y="933505"/>
                      <a:pt x="740984" y="927106"/>
                    </a:cubicBezTo>
                    <a:cubicBezTo>
                      <a:pt x="735202" y="916994"/>
                      <a:pt x="728652" y="907336"/>
                      <a:pt x="721387" y="898231"/>
                    </a:cubicBezTo>
                    <a:cubicBezTo>
                      <a:pt x="715367" y="893272"/>
                      <a:pt x="709846" y="887750"/>
                      <a:pt x="704887" y="881731"/>
                    </a:cubicBezTo>
                    <a:cubicBezTo>
                      <a:pt x="700686" y="877032"/>
                      <a:pt x="700686" y="869930"/>
                      <a:pt x="704887" y="865230"/>
                    </a:cubicBezTo>
                    <a:cubicBezTo>
                      <a:pt x="704887" y="865230"/>
                      <a:pt x="715194" y="859037"/>
                      <a:pt x="719319" y="854912"/>
                    </a:cubicBezTo>
                    <a:cubicBezTo>
                      <a:pt x="723444" y="850787"/>
                      <a:pt x="725512" y="843576"/>
                      <a:pt x="727580" y="841508"/>
                    </a:cubicBezTo>
                    <a:cubicBezTo>
                      <a:pt x="729637" y="839441"/>
                      <a:pt x="735819" y="841508"/>
                      <a:pt x="738916" y="833259"/>
                    </a:cubicBezTo>
                    <a:cubicBezTo>
                      <a:pt x="741742" y="828278"/>
                      <a:pt x="744838" y="823460"/>
                      <a:pt x="748194" y="818815"/>
                    </a:cubicBezTo>
                    <a:lnTo>
                      <a:pt x="748194" y="810576"/>
                    </a:lnTo>
                    <a:cubicBezTo>
                      <a:pt x="753359" y="805412"/>
                      <a:pt x="757484" y="810576"/>
                      <a:pt x="761609" y="810576"/>
                    </a:cubicBezTo>
                    <a:cubicBezTo>
                      <a:pt x="764922" y="808877"/>
                      <a:pt x="768040" y="806798"/>
                      <a:pt x="770888" y="804383"/>
                    </a:cubicBezTo>
                    <a:close/>
                    <a:moveTo>
                      <a:pt x="1449455" y="662074"/>
                    </a:moveTo>
                    <a:cubicBezTo>
                      <a:pt x="1449455" y="662074"/>
                      <a:pt x="1455637" y="662074"/>
                      <a:pt x="1457705" y="662074"/>
                    </a:cubicBezTo>
                    <a:cubicBezTo>
                      <a:pt x="1459762" y="662074"/>
                      <a:pt x="1457705" y="673421"/>
                      <a:pt x="1457705" y="673421"/>
                    </a:cubicBezTo>
                    <a:cubicBezTo>
                      <a:pt x="1457705" y="673421"/>
                      <a:pt x="1463888" y="682699"/>
                      <a:pt x="1462859" y="685795"/>
                    </a:cubicBezTo>
                    <a:cubicBezTo>
                      <a:pt x="1461830" y="688892"/>
                      <a:pt x="1462859" y="693017"/>
                      <a:pt x="1462859" y="698171"/>
                    </a:cubicBezTo>
                    <a:cubicBezTo>
                      <a:pt x="1462859" y="703324"/>
                      <a:pt x="1457705" y="706421"/>
                      <a:pt x="1457705" y="709517"/>
                    </a:cubicBezTo>
                    <a:cubicBezTo>
                      <a:pt x="1457705" y="712603"/>
                      <a:pt x="1462859" y="721892"/>
                      <a:pt x="1457705" y="729114"/>
                    </a:cubicBezTo>
                    <a:cubicBezTo>
                      <a:pt x="1456146" y="734127"/>
                      <a:pt x="1454078" y="738966"/>
                      <a:pt x="1451512" y="743546"/>
                    </a:cubicBezTo>
                    <a:cubicBezTo>
                      <a:pt x="1451512" y="748699"/>
                      <a:pt x="1441205" y="749728"/>
                      <a:pt x="1439137" y="752825"/>
                    </a:cubicBezTo>
                    <a:cubicBezTo>
                      <a:pt x="1437080" y="755921"/>
                      <a:pt x="1430887" y="767268"/>
                      <a:pt x="1425733" y="770353"/>
                    </a:cubicBezTo>
                    <a:cubicBezTo>
                      <a:pt x="1418197" y="778906"/>
                      <a:pt x="1405161" y="779718"/>
                      <a:pt x="1396619" y="772182"/>
                    </a:cubicBezTo>
                    <a:cubicBezTo>
                      <a:pt x="1395980" y="771609"/>
                      <a:pt x="1395363" y="771002"/>
                      <a:pt x="1394800" y="770353"/>
                    </a:cubicBezTo>
                    <a:cubicBezTo>
                      <a:pt x="1393544" y="765394"/>
                      <a:pt x="1391812" y="760555"/>
                      <a:pt x="1389646" y="755921"/>
                    </a:cubicBezTo>
                    <a:cubicBezTo>
                      <a:pt x="1386301" y="753463"/>
                      <a:pt x="1383193" y="750702"/>
                      <a:pt x="1380357" y="747671"/>
                    </a:cubicBezTo>
                    <a:cubicBezTo>
                      <a:pt x="1380357" y="747671"/>
                      <a:pt x="1380357" y="736324"/>
                      <a:pt x="1380357" y="732199"/>
                    </a:cubicBezTo>
                    <a:cubicBezTo>
                      <a:pt x="1375712" y="720626"/>
                      <a:pt x="1375712" y="707688"/>
                      <a:pt x="1380357" y="696103"/>
                    </a:cubicBezTo>
                    <a:cubicBezTo>
                      <a:pt x="1382089" y="691306"/>
                      <a:pt x="1384525" y="686792"/>
                      <a:pt x="1387578" y="682699"/>
                    </a:cubicBezTo>
                    <a:lnTo>
                      <a:pt x="1392732" y="676517"/>
                    </a:lnTo>
                    <a:cubicBezTo>
                      <a:pt x="1404079" y="670325"/>
                      <a:pt x="1415415" y="687853"/>
                      <a:pt x="1418511" y="685795"/>
                    </a:cubicBezTo>
                    <a:cubicBezTo>
                      <a:pt x="1423730" y="682136"/>
                      <a:pt x="1428266" y="677600"/>
                      <a:pt x="1431926" y="672392"/>
                    </a:cubicBezTo>
                    <a:close/>
                    <a:moveTo>
                      <a:pt x="1646166" y="509318"/>
                    </a:moveTo>
                    <a:cubicBezTo>
                      <a:pt x="1653642" y="510735"/>
                      <a:pt x="1661375" y="513570"/>
                      <a:pt x="1664986" y="516660"/>
                    </a:cubicBezTo>
                    <a:lnTo>
                      <a:pt x="1677361" y="521825"/>
                    </a:lnTo>
                    <a:cubicBezTo>
                      <a:pt x="1680035" y="525614"/>
                      <a:pt x="1682114" y="529794"/>
                      <a:pt x="1683554" y="534200"/>
                    </a:cubicBezTo>
                    <a:cubicBezTo>
                      <a:pt x="1683554" y="542450"/>
                      <a:pt x="1683554" y="544507"/>
                      <a:pt x="1683554" y="550701"/>
                    </a:cubicBezTo>
                    <a:cubicBezTo>
                      <a:pt x="1683099" y="556536"/>
                      <a:pt x="1683099" y="562393"/>
                      <a:pt x="1683554" y="568229"/>
                    </a:cubicBezTo>
                    <a:cubicBezTo>
                      <a:pt x="1683814" y="572701"/>
                      <a:pt x="1683814" y="577172"/>
                      <a:pt x="1683554" y="581633"/>
                    </a:cubicBezTo>
                    <a:cubicBezTo>
                      <a:pt x="1683554" y="586797"/>
                      <a:pt x="1678400" y="589883"/>
                      <a:pt x="1674265" y="595036"/>
                    </a:cubicBezTo>
                    <a:cubicBezTo>
                      <a:pt x="1670139" y="600201"/>
                      <a:pt x="1664986" y="595036"/>
                      <a:pt x="1662929" y="602258"/>
                    </a:cubicBezTo>
                    <a:cubicBezTo>
                      <a:pt x="1660861" y="609480"/>
                      <a:pt x="1656735" y="613605"/>
                      <a:pt x="1654678" y="614633"/>
                    </a:cubicBezTo>
                    <a:cubicBezTo>
                      <a:pt x="1650044" y="617914"/>
                      <a:pt x="1643840" y="617914"/>
                      <a:pt x="1639206" y="614633"/>
                    </a:cubicBezTo>
                    <a:cubicBezTo>
                      <a:pt x="1639206" y="614633"/>
                      <a:pt x="1639206" y="605355"/>
                      <a:pt x="1630956" y="602258"/>
                    </a:cubicBezTo>
                    <a:cubicBezTo>
                      <a:pt x="1622706" y="599173"/>
                      <a:pt x="1612388" y="592980"/>
                      <a:pt x="1610331" y="589883"/>
                    </a:cubicBezTo>
                    <a:cubicBezTo>
                      <a:pt x="1608263" y="586797"/>
                      <a:pt x="1596927" y="583701"/>
                      <a:pt x="1593830" y="579576"/>
                    </a:cubicBezTo>
                    <a:cubicBezTo>
                      <a:pt x="1590235" y="573675"/>
                      <a:pt x="1585288" y="568727"/>
                      <a:pt x="1579387" y="565133"/>
                    </a:cubicBezTo>
                    <a:cubicBezTo>
                      <a:pt x="1575662" y="562534"/>
                      <a:pt x="1573367" y="558333"/>
                      <a:pt x="1573204" y="553797"/>
                    </a:cubicBezTo>
                    <a:cubicBezTo>
                      <a:pt x="1573204" y="553797"/>
                      <a:pt x="1565983" y="542450"/>
                      <a:pt x="1568051" y="536257"/>
                    </a:cubicBezTo>
                    <a:lnTo>
                      <a:pt x="1564954" y="523882"/>
                    </a:lnTo>
                    <a:cubicBezTo>
                      <a:pt x="1564954" y="523882"/>
                      <a:pt x="1573204" y="523882"/>
                      <a:pt x="1578358" y="523882"/>
                    </a:cubicBezTo>
                    <a:lnTo>
                      <a:pt x="1593830" y="523882"/>
                    </a:lnTo>
                    <a:lnTo>
                      <a:pt x="1606205" y="517700"/>
                    </a:lnTo>
                    <a:cubicBezTo>
                      <a:pt x="1606205" y="517700"/>
                      <a:pt x="1617552" y="517700"/>
                      <a:pt x="1619609" y="517700"/>
                    </a:cubicBezTo>
                    <a:lnTo>
                      <a:pt x="1628888" y="510479"/>
                    </a:lnTo>
                    <a:cubicBezTo>
                      <a:pt x="1631470" y="507902"/>
                      <a:pt x="1638689" y="507902"/>
                      <a:pt x="1646166" y="509318"/>
                    </a:cubicBezTo>
                    <a:close/>
                    <a:moveTo>
                      <a:pt x="1473177" y="465101"/>
                    </a:moveTo>
                    <a:cubicBezTo>
                      <a:pt x="1469572" y="466757"/>
                      <a:pt x="1466388" y="469225"/>
                      <a:pt x="1463898" y="472322"/>
                    </a:cubicBezTo>
                    <a:lnTo>
                      <a:pt x="1460802" y="476447"/>
                    </a:lnTo>
                    <a:cubicBezTo>
                      <a:pt x="1457705" y="481601"/>
                      <a:pt x="1451523" y="486753"/>
                      <a:pt x="1451512" y="486753"/>
                    </a:cubicBezTo>
                    <a:cubicBezTo>
                      <a:pt x="1450667" y="490564"/>
                      <a:pt x="1448903" y="494105"/>
                      <a:pt x="1446358" y="497071"/>
                    </a:cubicBezTo>
                    <a:cubicBezTo>
                      <a:pt x="1440750" y="504304"/>
                      <a:pt x="1435574" y="511883"/>
                      <a:pt x="1430897" y="519754"/>
                    </a:cubicBezTo>
                    <a:cubicBezTo>
                      <a:pt x="1427800" y="524074"/>
                      <a:pt x="1427800" y="529877"/>
                      <a:pt x="1430897" y="534197"/>
                    </a:cubicBezTo>
                    <a:cubicBezTo>
                      <a:pt x="1434903" y="538128"/>
                      <a:pt x="1441324" y="538128"/>
                      <a:pt x="1445330" y="534197"/>
                    </a:cubicBezTo>
                    <a:cubicBezTo>
                      <a:pt x="1450851" y="530050"/>
                      <a:pt x="1455421" y="524777"/>
                      <a:pt x="1458734" y="518725"/>
                    </a:cubicBezTo>
                    <a:cubicBezTo>
                      <a:pt x="1461841" y="512002"/>
                      <a:pt x="1464602" y="505116"/>
                      <a:pt x="1466984" y="498100"/>
                    </a:cubicBezTo>
                    <a:cubicBezTo>
                      <a:pt x="1469875" y="491864"/>
                      <a:pt x="1471954" y="485282"/>
                      <a:pt x="1473177" y="478503"/>
                    </a:cubicBezTo>
                    <a:cubicBezTo>
                      <a:pt x="1473177" y="472322"/>
                      <a:pt x="1473177" y="465101"/>
                      <a:pt x="1473177" y="465101"/>
                    </a:cubicBezTo>
                    <a:close/>
                    <a:moveTo>
                      <a:pt x="1498954" y="383631"/>
                    </a:moveTo>
                    <a:cubicBezTo>
                      <a:pt x="1508569" y="383078"/>
                      <a:pt x="1518205" y="383078"/>
                      <a:pt x="1527830" y="383631"/>
                    </a:cubicBezTo>
                    <a:cubicBezTo>
                      <a:pt x="1532983" y="383631"/>
                      <a:pt x="1540205" y="396005"/>
                      <a:pt x="1543291" y="398073"/>
                    </a:cubicBezTo>
                    <a:cubicBezTo>
                      <a:pt x="1547654" y="400866"/>
                      <a:pt x="1550642" y="405349"/>
                      <a:pt x="1551541" y="410449"/>
                    </a:cubicBezTo>
                    <a:cubicBezTo>
                      <a:pt x="1551552" y="423852"/>
                      <a:pt x="1545359" y="432102"/>
                      <a:pt x="1545359" y="438295"/>
                    </a:cubicBezTo>
                    <a:cubicBezTo>
                      <a:pt x="1545922" y="444466"/>
                      <a:pt x="1545922" y="450681"/>
                      <a:pt x="1545359" y="456852"/>
                    </a:cubicBezTo>
                    <a:cubicBezTo>
                      <a:pt x="1545359" y="478506"/>
                      <a:pt x="1545359" y="499132"/>
                      <a:pt x="1545359" y="520796"/>
                    </a:cubicBezTo>
                    <a:cubicBezTo>
                      <a:pt x="1545359" y="526978"/>
                      <a:pt x="1545359" y="535229"/>
                      <a:pt x="1545359" y="543478"/>
                    </a:cubicBezTo>
                    <a:cubicBezTo>
                      <a:pt x="1544276" y="546716"/>
                      <a:pt x="1541504" y="549087"/>
                      <a:pt x="1538137" y="549671"/>
                    </a:cubicBezTo>
                    <a:cubicBezTo>
                      <a:pt x="1538137" y="549671"/>
                      <a:pt x="1531955" y="557922"/>
                      <a:pt x="1538137" y="564104"/>
                    </a:cubicBezTo>
                    <a:cubicBezTo>
                      <a:pt x="1541234" y="570307"/>
                      <a:pt x="1545846" y="575623"/>
                      <a:pt x="1551552" y="579576"/>
                    </a:cubicBezTo>
                    <a:cubicBezTo>
                      <a:pt x="1568767" y="604067"/>
                      <a:pt x="1583946" y="629942"/>
                      <a:pt x="1596927" y="656923"/>
                    </a:cubicBezTo>
                    <a:cubicBezTo>
                      <a:pt x="1601702" y="666320"/>
                      <a:pt x="1601702" y="677429"/>
                      <a:pt x="1596927" y="686827"/>
                    </a:cubicBezTo>
                    <a:cubicBezTo>
                      <a:pt x="1596927" y="691980"/>
                      <a:pt x="1596927" y="704355"/>
                      <a:pt x="1590734" y="711577"/>
                    </a:cubicBezTo>
                    <a:cubicBezTo>
                      <a:pt x="1584552" y="718798"/>
                      <a:pt x="1583513" y="726010"/>
                      <a:pt x="1580427" y="728078"/>
                    </a:cubicBezTo>
                    <a:cubicBezTo>
                      <a:pt x="1577504" y="729550"/>
                      <a:pt x="1574061" y="729550"/>
                      <a:pt x="1571138" y="728078"/>
                    </a:cubicBezTo>
                    <a:cubicBezTo>
                      <a:pt x="1571138" y="728078"/>
                      <a:pt x="1561859" y="728078"/>
                      <a:pt x="1558762" y="728078"/>
                    </a:cubicBezTo>
                    <a:lnTo>
                      <a:pt x="1547427" y="728078"/>
                    </a:lnTo>
                    <a:cubicBezTo>
                      <a:pt x="1541623" y="729138"/>
                      <a:pt x="1535690" y="729138"/>
                      <a:pt x="1529887" y="728078"/>
                    </a:cubicBezTo>
                    <a:cubicBezTo>
                      <a:pt x="1524733" y="728078"/>
                      <a:pt x="1520608" y="721885"/>
                      <a:pt x="1514415" y="718798"/>
                    </a:cubicBezTo>
                    <a:cubicBezTo>
                      <a:pt x="1503697" y="715043"/>
                      <a:pt x="1492653" y="712282"/>
                      <a:pt x="1481415" y="710548"/>
                    </a:cubicBezTo>
                    <a:cubicBezTo>
                      <a:pt x="1481425" y="705384"/>
                      <a:pt x="1489676" y="698173"/>
                      <a:pt x="1490704" y="697135"/>
                    </a:cubicBezTo>
                    <a:cubicBezTo>
                      <a:pt x="1495371" y="693551"/>
                      <a:pt x="1500600" y="690769"/>
                      <a:pt x="1506176" y="688884"/>
                    </a:cubicBezTo>
                    <a:cubicBezTo>
                      <a:pt x="1516483" y="682702"/>
                      <a:pt x="1518551" y="676509"/>
                      <a:pt x="1506176" y="661048"/>
                    </a:cubicBezTo>
                    <a:cubicBezTo>
                      <a:pt x="1504151" y="656706"/>
                      <a:pt x="1501737" y="652560"/>
                      <a:pt x="1498954" y="648674"/>
                    </a:cubicBezTo>
                    <a:cubicBezTo>
                      <a:pt x="1498954" y="648662"/>
                      <a:pt x="1491733" y="637327"/>
                      <a:pt x="1488636" y="631133"/>
                    </a:cubicBezTo>
                    <a:cubicBezTo>
                      <a:pt x="1485540" y="624952"/>
                      <a:pt x="1481425" y="616702"/>
                      <a:pt x="1477300" y="606383"/>
                    </a:cubicBezTo>
                    <a:cubicBezTo>
                      <a:pt x="1473175" y="596076"/>
                      <a:pt x="1471107" y="600202"/>
                      <a:pt x="1469050" y="601230"/>
                    </a:cubicBezTo>
                    <a:cubicBezTo>
                      <a:pt x="1466982" y="602258"/>
                      <a:pt x="1458732" y="601230"/>
                      <a:pt x="1454607" y="601230"/>
                    </a:cubicBezTo>
                    <a:cubicBezTo>
                      <a:pt x="1450482" y="601230"/>
                      <a:pt x="1448425" y="607411"/>
                      <a:pt x="1445328" y="608451"/>
                    </a:cubicBezTo>
                    <a:cubicBezTo>
                      <a:pt x="1440283" y="612025"/>
                      <a:pt x="1434718" y="614806"/>
                      <a:pt x="1428828" y="616702"/>
                    </a:cubicBezTo>
                    <a:cubicBezTo>
                      <a:pt x="1426143" y="617568"/>
                      <a:pt x="1423263" y="617568"/>
                      <a:pt x="1420578" y="616702"/>
                    </a:cubicBezTo>
                    <a:cubicBezTo>
                      <a:pt x="1415424" y="616702"/>
                      <a:pt x="1414385" y="616702"/>
                      <a:pt x="1410260" y="607411"/>
                    </a:cubicBezTo>
                    <a:lnTo>
                      <a:pt x="1404078" y="607411"/>
                    </a:lnTo>
                    <a:lnTo>
                      <a:pt x="1394799" y="596076"/>
                    </a:lnTo>
                    <a:lnTo>
                      <a:pt x="1380356" y="580605"/>
                    </a:lnTo>
                    <a:cubicBezTo>
                      <a:pt x="1373968" y="574217"/>
                      <a:pt x="1368100" y="567319"/>
                      <a:pt x="1362827" y="559979"/>
                    </a:cubicBezTo>
                    <a:lnTo>
                      <a:pt x="1347355" y="537296"/>
                    </a:lnTo>
                    <a:cubicBezTo>
                      <a:pt x="1338076" y="520796"/>
                      <a:pt x="1347355" y="511507"/>
                      <a:pt x="1347355" y="502228"/>
                    </a:cubicBezTo>
                    <a:lnTo>
                      <a:pt x="1357673" y="488825"/>
                    </a:lnTo>
                    <a:cubicBezTo>
                      <a:pt x="1357673" y="488825"/>
                      <a:pt x="1365924" y="488825"/>
                      <a:pt x="1373134" y="488825"/>
                    </a:cubicBezTo>
                    <a:cubicBezTo>
                      <a:pt x="1380356" y="488825"/>
                      <a:pt x="1381384" y="488825"/>
                      <a:pt x="1383452" y="488825"/>
                    </a:cubicBezTo>
                    <a:cubicBezTo>
                      <a:pt x="1391573" y="482903"/>
                      <a:pt x="1398556" y="475561"/>
                      <a:pt x="1404078" y="467171"/>
                    </a:cubicBezTo>
                    <a:cubicBezTo>
                      <a:pt x="1404078" y="462007"/>
                      <a:pt x="1414385" y="457881"/>
                      <a:pt x="1418510" y="450670"/>
                    </a:cubicBezTo>
                    <a:cubicBezTo>
                      <a:pt x="1421477" y="446167"/>
                      <a:pt x="1424930" y="442009"/>
                      <a:pt x="1428828" y="438295"/>
                    </a:cubicBezTo>
                    <a:lnTo>
                      <a:pt x="1438107" y="429006"/>
                    </a:lnTo>
                    <a:cubicBezTo>
                      <a:pt x="1442665" y="425098"/>
                      <a:pt x="1446195" y="420149"/>
                      <a:pt x="1448425" y="414573"/>
                    </a:cubicBezTo>
                    <a:lnTo>
                      <a:pt x="1448425" y="404255"/>
                    </a:lnTo>
                    <a:cubicBezTo>
                      <a:pt x="1449908" y="401364"/>
                      <a:pt x="1451630" y="398605"/>
                      <a:pt x="1453579" y="396005"/>
                    </a:cubicBezTo>
                    <a:cubicBezTo>
                      <a:pt x="1453579" y="396005"/>
                      <a:pt x="1453579" y="396005"/>
                      <a:pt x="1459761" y="388795"/>
                    </a:cubicBezTo>
                    <a:lnTo>
                      <a:pt x="1469050" y="391881"/>
                    </a:lnTo>
                    <a:cubicBezTo>
                      <a:pt x="1474171" y="391090"/>
                      <a:pt x="1479390" y="391090"/>
                      <a:pt x="1484511" y="391881"/>
                    </a:cubicBezTo>
                    <a:cubicBezTo>
                      <a:pt x="1484511" y="391881"/>
                      <a:pt x="1494829" y="383631"/>
                      <a:pt x="1498954" y="383631"/>
                    </a:cubicBezTo>
                    <a:close/>
                    <a:moveTo>
                      <a:pt x="4049260" y="354753"/>
                    </a:moveTo>
                    <a:cubicBezTo>
                      <a:pt x="4049260" y="354753"/>
                      <a:pt x="4069885" y="364031"/>
                      <a:pt x="4069885" y="368156"/>
                    </a:cubicBezTo>
                    <a:cubicBezTo>
                      <a:pt x="4070318" y="376558"/>
                      <a:pt x="4073588" y="384548"/>
                      <a:pt x="4079164" y="390849"/>
                    </a:cubicBezTo>
                    <a:cubicBezTo>
                      <a:pt x="4079164" y="398060"/>
                      <a:pt x="4079164" y="399100"/>
                      <a:pt x="4079164" y="405282"/>
                    </a:cubicBezTo>
                    <a:cubicBezTo>
                      <a:pt x="4079164" y="411475"/>
                      <a:pt x="4079164" y="415600"/>
                      <a:pt x="4074010" y="418685"/>
                    </a:cubicBezTo>
                    <a:lnTo>
                      <a:pt x="4053385" y="435196"/>
                    </a:lnTo>
                    <a:cubicBezTo>
                      <a:pt x="4053385" y="435196"/>
                      <a:pt x="4043067" y="445504"/>
                      <a:pt x="4045135" y="447561"/>
                    </a:cubicBezTo>
                    <a:cubicBezTo>
                      <a:pt x="4048545" y="448167"/>
                      <a:pt x="4052031" y="448167"/>
                      <a:pt x="4055442" y="447561"/>
                    </a:cubicBezTo>
                    <a:lnTo>
                      <a:pt x="4068856" y="447561"/>
                    </a:lnTo>
                    <a:lnTo>
                      <a:pt x="4084317" y="447561"/>
                    </a:lnTo>
                    <a:cubicBezTo>
                      <a:pt x="4091539" y="447561"/>
                      <a:pt x="4102885" y="447561"/>
                      <a:pt x="4105971" y="447561"/>
                    </a:cubicBezTo>
                    <a:cubicBezTo>
                      <a:pt x="4109068" y="447561"/>
                      <a:pt x="4128664" y="454782"/>
                      <a:pt x="4128664" y="460975"/>
                    </a:cubicBezTo>
                    <a:cubicBezTo>
                      <a:pt x="4128664" y="467157"/>
                      <a:pt x="4135886" y="471282"/>
                      <a:pt x="4145164" y="478504"/>
                    </a:cubicBezTo>
                    <a:cubicBezTo>
                      <a:pt x="4154443" y="485725"/>
                      <a:pt x="4145164" y="501186"/>
                      <a:pt x="4145164" y="512533"/>
                    </a:cubicBezTo>
                    <a:cubicBezTo>
                      <a:pt x="4145164" y="523879"/>
                      <a:pt x="4145164" y="519754"/>
                      <a:pt x="4135886" y="512533"/>
                    </a:cubicBezTo>
                    <a:cubicBezTo>
                      <a:pt x="4126607" y="505311"/>
                      <a:pt x="4127636" y="512533"/>
                      <a:pt x="4120414" y="512533"/>
                    </a:cubicBezTo>
                    <a:cubicBezTo>
                      <a:pt x="4109804" y="513886"/>
                      <a:pt x="4099063" y="513886"/>
                      <a:pt x="4088442" y="512533"/>
                    </a:cubicBezTo>
                    <a:cubicBezTo>
                      <a:pt x="4082271" y="513042"/>
                      <a:pt x="4076067" y="513042"/>
                      <a:pt x="4069885" y="512533"/>
                    </a:cubicBezTo>
                    <a:lnTo>
                      <a:pt x="4052356" y="504283"/>
                    </a:lnTo>
                    <a:cubicBezTo>
                      <a:pt x="4041887" y="501565"/>
                      <a:pt x="4031179" y="499833"/>
                      <a:pt x="4020384" y="499129"/>
                    </a:cubicBezTo>
                    <a:cubicBezTo>
                      <a:pt x="4014830" y="501056"/>
                      <a:pt x="4009612" y="503839"/>
                      <a:pt x="4004913" y="507379"/>
                    </a:cubicBezTo>
                    <a:cubicBezTo>
                      <a:pt x="3997691" y="507379"/>
                      <a:pt x="3995634" y="524908"/>
                      <a:pt x="3995634" y="529033"/>
                    </a:cubicBezTo>
                    <a:cubicBezTo>
                      <a:pt x="3998341" y="552755"/>
                      <a:pt x="4004242" y="576000"/>
                      <a:pt x="4013163" y="598130"/>
                    </a:cubicBezTo>
                    <a:cubicBezTo>
                      <a:pt x="4013163" y="608437"/>
                      <a:pt x="4013163" y="638352"/>
                      <a:pt x="4024509" y="651756"/>
                    </a:cubicBezTo>
                    <a:cubicBezTo>
                      <a:pt x="4032337" y="664856"/>
                      <a:pt x="4038898" y="678661"/>
                      <a:pt x="4044106" y="693006"/>
                    </a:cubicBezTo>
                    <a:cubicBezTo>
                      <a:pt x="4044095" y="700228"/>
                      <a:pt x="4055442" y="706410"/>
                      <a:pt x="4058538" y="711564"/>
                    </a:cubicBezTo>
                    <a:cubicBezTo>
                      <a:pt x="4061635" y="716728"/>
                      <a:pt x="4064731" y="726007"/>
                      <a:pt x="4067817" y="729103"/>
                    </a:cubicBezTo>
                    <a:cubicBezTo>
                      <a:pt x="4076641" y="738945"/>
                      <a:pt x="4084902" y="749273"/>
                      <a:pt x="4092567" y="760036"/>
                    </a:cubicBezTo>
                    <a:cubicBezTo>
                      <a:pt x="4092567" y="760036"/>
                      <a:pt x="4100817" y="767257"/>
                      <a:pt x="4100817" y="771382"/>
                    </a:cubicBezTo>
                    <a:cubicBezTo>
                      <a:pt x="4100817" y="775507"/>
                      <a:pt x="4094635" y="771382"/>
                      <a:pt x="4092567" y="777564"/>
                    </a:cubicBezTo>
                    <a:cubicBezTo>
                      <a:pt x="4090510" y="783757"/>
                      <a:pt x="4092567" y="786854"/>
                      <a:pt x="4084317" y="788911"/>
                    </a:cubicBezTo>
                    <a:cubicBezTo>
                      <a:pt x="4076359" y="792018"/>
                      <a:pt x="4067525" y="792018"/>
                      <a:pt x="4059567" y="788911"/>
                    </a:cubicBezTo>
                    <a:cubicBezTo>
                      <a:pt x="4059567" y="788911"/>
                      <a:pt x="4052356" y="788911"/>
                      <a:pt x="4049260" y="788911"/>
                    </a:cubicBezTo>
                    <a:cubicBezTo>
                      <a:pt x="4046196" y="789496"/>
                      <a:pt x="4043045" y="789496"/>
                      <a:pt x="4039981" y="788911"/>
                    </a:cubicBezTo>
                    <a:lnTo>
                      <a:pt x="4023481" y="777564"/>
                    </a:lnTo>
                    <a:cubicBezTo>
                      <a:pt x="4017234" y="775280"/>
                      <a:pt x="4011344" y="772162"/>
                      <a:pt x="4005941" y="768286"/>
                    </a:cubicBezTo>
                    <a:cubicBezTo>
                      <a:pt x="4005941" y="768286"/>
                      <a:pt x="3994606" y="761075"/>
                      <a:pt x="3991509" y="755910"/>
                    </a:cubicBezTo>
                    <a:cubicBezTo>
                      <a:pt x="3988413" y="750757"/>
                      <a:pt x="3976037" y="744575"/>
                      <a:pt x="3969855" y="738382"/>
                    </a:cubicBezTo>
                    <a:cubicBezTo>
                      <a:pt x="3964734" y="733975"/>
                      <a:pt x="3961735" y="727598"/>
                      <a:pt x="3961605" y="720853"/>
                    </a:cubicBezTo>
                    <a:cubicBezTo>
                      <a:pt x="3961605" y="705381"/>
                      <a:pt x="3972941" y="705381"/>
                      <a:pt x="3961605" y="671352"/>
                    </a:cubicBezTo>
                    <a:cubicBezTo>
                      <a:pt x="3958595" y="656715"/>
                      <a:pt x="3956527" y="641903"/>
                      <a:pt x="3955412" y="627006"/>
                    </a:cubicBezTo>
                    <a:cubicBezTo>
                      <a:pt x="3954373" y="618192"/>
                      <a:pt x="3952294" y="609542"/>
                      <a:pt x="3949230" y="601227"/>
                    </a:cubicBezTo>
                    <a:cubicBezTo>
                      <a:pt x="3940969" y="582658"/>
                      <a:pt x="3936855" y="558937"/>
                      <a:pt x="3933758" y="553783"/>
                    </a:cubicBezTo>
                    <a:cubicBezTo>
                      <a:pt x="3930662" y="548630"/>
                      <a:pt x="3906940" y="570283"/>
                      <a:pt x="3890440" y="575437"/>
                    </a:cubicBezTo>
                    <a:cubicBezTo>
                      <a:pt x="3873940" y="580602"/>
                      <a:pt x="3860536" y="580602"/>
                      <a:pt x="3837843" y="587812"/>
                    </a:cubicBezTo>
                    <a:cubicBezTo>
                      <a:pt x="3822469" y="590227"/>
                      <a:pt x="3806813" y="590227"/>
                      <a:pt x="3791439" y="587812"/>
                    </a:cubicBezTo>
                    <a:lnTo>
                      <a:pt x="3758439" y="587812"/>
                    </a:lnTo>
                    <a:cubicBezTo>
                      <a:pt x="3749160" y="587812"/>
                      <a:pt x="3738853" y="580602"/>
                      <a:pt x="3731631" y="579562"/>
                    </a:cubicBezTo>
                    <a:lnTo>
                      <a:pt x="3718228" y="579562"/>
                    </a:lnTo>
                    <a:cubicBezTo>
                      <a:pt x="3718228" y="579562"/>
                      <a:pt x="3718228" y="571312"/>
                      <a:pt x="3718228" y="567198"/>
                    </a:cubicBezTo>
                    <a:cubicBezTo>
                      <a:pt x="3718228" y="563062"/>
                      <a:pt x="3718228" y="553783"/>
                      <a:pt x="3718228" y="549658"/>
                    </a:cubicBezTo>
                    <a:cubicBezTo>
                      <a:pt x="3718228" y="545533"/>
                      <a:pt x="3711006" y="542437"/>
                      <a:pt x="3709977" y="539351"/>
                    </a:cubicBezTo>
                    <a:cubicBezTo>
                      <a:pt x="3708938" y="536254"/>
                      <a:pt x="3709977" y="533158"/>
                      <a:pt x="3721313" y="539351"/>
                    </a:cubicBezTo>
                    <a:cubicBezTo>
                      <a:pt x="3728805" y="540899"/>
                      <a:pt x="3736525" y="540899"/>
                      <a:pt x="3744006" y="539351"/>
                    </a:cubicBezTo>
                    <a:cubicBezTo>
                      <a:pt x="3749127" y="540174"/>
                      <a:pt x="3754346" y="540174"/>
                      <a:pt x="3759478" y="539351"/>
                    </a:cubicBezTo>
                    <a:cubicBezTo>
                      <a:pt x="3759478" y="539351"/>
                      <a:pt x="3766689" y="539351"/>
                      <a:pt x="3769785" y="539351"/>
                    </a:cubicBezTo>
                    <a:cubicBezTo>
                      <a:pt x="3797329" y="534544"/>
                      <a:pt x="3824537" y="527994"/>
                      <a:pt x="3851258" y="519754"/>
                    </a:cubicBezTo>
                    <a:cubicBezTo>
                      <a:pt x="3866762" y="514871"/>
                      <a:pt x="3880902" y="506394"/>
                      <a:pt x="3892508" y="495004"/>
                    </a:cubicBezTo>
                    <a:cubicBezTo>
                      <a:pt x="3897911" y="492027"/>
                      <a:pt x="3902512" y="487772"/>
                      <a:pt x="3905912" y="482629"/>
                    </a:cubicBezTo>
                    <a:cubicBezTo>
                      <a:pt x="3905912" y="482629"/>
                      <a:pt x="3897662" y="482629"/>
                      <a:pt x="3894565" y="477476"/>
                    </a:cubicBezTo>
                    <a:lnTo>
                      <a:pt x="3886315" y="477476"/>
                    </a:lnTo>
                    <a:lnTo>
                      <a:pt x="3873940" y="477476"/>
                    </a:lnTo>
                    <a:cubicBezTo>
                      <a:pt x="3869717" y="477151"/>
                      <a:pt x="3865895" y="474866"/>
                      <a:pt x="3863633" y="471282"/>
                    </a:cubicBezTo>
                    <a:cubicBezTo>
                      <a:pt x="3863633" y="466129"/>
                      <a:pt x="3863633" y="459936"/>
                      <a:pt x="3852286" y="454782"/>
                    </a:cubicBezTo>
                    <a:cubicBezTo>
                      <a:pt x="3843830" y="445536"/>
                      <a:pt x="3841795" y="432089"/>
                      <a:pt x="3847132" y="420753"/>
                    </a:cubicBezTo>
                    <a:cubicBezTo>
                      <a:pt x="3849049" y="414712"/>
                      <a:pt x="3854257" y="410305"/>
                      <a:pt x="3860536" y="409418"/>
                    </a:cubicBezTo>
                    <a:cubicBezTo>
                      <a:pt x="3864975" y="410143"/>
                      <a:pt x="3869501" y="410143"/>
                      <a:pt x="3873951" y="409418"/>
                    </a:cubicBezTo>
                    <a:cubicBezTo>
                      <a:pt x="3873940" y="409407"/>
                      <a:pt x="3882190" y="409407"/>
                      <a:pt x="3887354" y="409407"/>
                    </a:cubicBezTo>
                    <a:cubicBezTo>
                      <a:pt x="3891750" y="408357"/>
                      <a:pt x="3896352" y="408357"/>
                      <a:pt x="3900758" y="409407"/>
                    </a:cubicBezTo>
                    <a:cubicBezTo>
                      <a:pt x="3900758" y="409407"/>
                      <a:pt x="3915190" y="418685"/>
                      <a:pt x="3923440" y="422821"/>
                    </a:cubicBezTo>
                    <a:cubicBezTo>
                      <a:pt x="3937829" y="428700"/>
                      <a:pt x="3953290" y="431515"/>
                      <a:pt x="3968816" y="431061"/>
                    </a:cubicBezTo>
                    <a:cubicBezTo>
                      <a:pt x="3974836" y="418826"/>
                      <a:pt x="3984114" y="408476"/>
                      <a:pt x="3995634" y="401157"/>
                    </a:cubicBezTo>
                    <a:cubicBezTo>
                      <a:pt x="4001275" y="394660"/>
                      <a:pt x="4006450" y="387775"/>
                      <a:pt x="4011106" y="380532"/>
                    </a:cubicBezTo>
                    <a:cubicBezTo>
                      <a:pt x="4015664" y="374804"/>
                      <a:pt x="4018847" y="368102"/>
                      <a:pt x="4020384" y="360935"/>
                    </a:cubicBezTo>
                    <a:cubicBezTo>
                      <a:pt x="4020384" y="355781"/>
                      <a:pt x="4026567" y="360946"/>
                      <a:pt x="4030692" y="360946"/>
                    </a:cubicBezTo>
                    <a:cubicBezTo>
                      <a:pt x="4034817" y="360946"/>
                      <a:pt x="4041010" y="369185"/>
                      <a:pt x="4045135" y="371253"/>
                    </a:cubicBezTo>
                    <a:cubicBezTo>
                      <a:pt x="4049260" y="373310"/>
                      <a:pt x="4055442" y="371253"/>
                      <a:pt x="4058538" y="371253"/>
                    </a:cubicBezTo>
                    <a:close/>
                    <a:moveTo>
                      <a:pt x="1383200" y="242484"/>
                    </a:moveTo>
                    <a:cubicBezTo>
                      <a:pt x="1385778" y="241841"/>
                      <a:pt x="1388098" y="241841"/>
                      <a:pt x="1389646" y="244417"/>
                    </a:cubicBezTo>
                    <a:cubicBezTo>
                      <a:pt x="1392742" y="249571"/>
                      <a:pt x="1399953" y="254724"/>
                      <a:pt x="1403049" y="256792"/>
                    </a:cubicBezTo>
                    <a:cubicBezTo>
                      <a:pt x="1406146" y="258850"/>
                      <a:pt x="1416453" y="256792"/>
                      <a:pt x="1425742" y="272253"/>
                    </a:cubicBezTo>
                    <a:cubicBezTo>
                      <a:pt x="1435021" y="287725"/>
                      <a:pt x="1431925" y="288753"/>
                      <a:pt x="1425742" y="302168"/>
                    </a:cubicBezTo>
                    <a:cubicBezTo>
                      <a:pt x="1419549" y="315572"/>
                      <a:pt x="1425742" y="311447"/>
                      <a:pt x="1432953" y="308350"/>
                    </a:cubicBezTo>
                    <a:lnTo>
                      <a:pt x="1470078" y="272253"/>
                    </a:lnTo>
                    <a:cubicBezTo>
                      <a:pt x="1476488" y="264566"/>
                      <a:pt x="1483753" y="257647"/>
                      <a:pt x="1491732" y="251628"/>
                    </a:cubicBezTo>
                    <a:cubicBezTo>
                      <a:pt x="1491732" y="251628"/>
                      <a:pt x="1499993" y="251628"/>
                      <a:pt x="1505146" y="251628"/>
                    </a:cubicBezTo>
                    <a:cubicBezTo>
                      <a:pt x="1510300" y="251628"/>
                      <a:pt x="1514425" y="246474"/>
                      <a:pt x="1517522" y="251628"/>
                    </a:cubicBezTo>
                    <a:cubicBezTo>
                      <a:pt x="1524115" y="254389"/>
                      <a:pt x="1531542" y="254389"/>
                      <a:pt x="1538147" y="251628"/>
                    </a:cubicBezTo>
                    <a:cubicBezTo>
                      <a:pt x="1538147" y="251628"/>
                      <a:pt x="1546397" y="251628"/>
                      <a:pt x="1547425" y="251628"/>
                    </a:cubicBezTo>
                    <a:lnTo>
                      <a:pt x="1555675" y="266071"/>
                    </a:lnTo>
                    <a:cubicBezTo>
                      <a:pt x="1555675" y="275350"/>
                      <a:pt x="1547425" y="291850"/>
                      <a:pt x="1543300" y="300100"/>
                    </a:cubicBezTo>
                    <a:cubicBezTo>
                      <a:pt x="1539175" y="308350"/>
                      <a:pt x="1536079" y="300100"/>
                      <a:pt x="1528868" y="300100"/>
                    </a:cubicBezTo>
                    <a:lnTo>
                      <a:pt x="1507204" y="314543"/>
                    </a:lnTo>
                    <a:lnTo>
                      <a:pt x="1491732" y="326918"/>
                    </a:lnTo>
                    <a:lnTo>
                      <a:pt x="1478328" y="341350"/>
                    </a:lnTo>
                    <a:lnTo>
                      <a:pt x="1465953" y="356822"/>
                    </a:lnTo>
                    <a:cubicBezTo>
                      <a:pt x="1460616" y="359204"/>
                      <a:pt x="1455440" y="361965"/>
                      <a:pt x="1450493" y="365072"/>
                    </a:cubicBezTo>
                    <a:cubicBezTo>
                      <a:pt x="1445577" y="373040"/>
                      <a:pt x="1440056" y="380631"/>
                      <a:pt x="1433982" y="387754"/>
                    </a:cubicBezTo>
                    <a:cubicBezTo>
                      <a:pt x="1418467" y="401061"/>
                      <a:pt x="1403980" y="415547"/>
                      <a:pt x="1390674" y="431072"/>
                    </a:cubicBezTo>
                    <a:cubicBezTo>
                      <a:pt x="1390674" y="437255"/>
                      <a:pt x="1381396" y="438294"/>
                      <a:pt x="1378299" y="443448"/>
                    </a:cubicBezTo>
                    <a:cubicBezTo>
                      <a:pt x="1375203" y="448601"/>
                      <a:pt x="1369021" y="450669"/>
                      <a:pt x="1366953" y="455823"/>
                    </a:cubicBezTo>
                    <a:cubicBezTo>
                      <a:pt x="1364896" y="460977"/>
                      <a:pt x="1358703" y="463044"/>
                      <a:pt x="1355617" y="466130"/>
                    </a:cubicBezTo>
                    <a:cubicBezTo>
                      <a:pt x="1352521" y="469227"/>
                      <a:pt x="1350453" y="471295"/>
                      <a:pt x="1345299" y="474391"/>
                    </a:cubicBezTo>
                    <a:cubicBezTo>
                      <a:pt x="1340145" y="477477"/>
                      <a:pt x="1340145" y="481602"/>
                      <a:pt x="1336020" y="484698"/>
                    </a:cubicBezTo>
                    <a:cubicBezTo>
                      <a:pt x="1332826" y="487438"/>
                      <a:pt x="1329373" y="489863"/>
                      <a:pt x="1325702" y="491920"/>
                    </a:cubicBezTo>
                    <a:cubicBezTo>
                      <a:pt x="1325702" y="491920"/>
                      <a:pt x="1317452" y="497073"/>
                      <a:pt x="1317452" y="497073"/>
                    </a:cubicBezTo>
                    <a:cubicBezTo>
                      <a:pt x="1317452" y="497073"/>
                      <a:pt x="1311270" y="505323"/>
                      <a:pt x="1306117" y="508420"/>
                    </a:cubicBezTo>
                    <a:cubicBezTo>
                      <a:pt x="1302425" y="511668"/>
                      <a:pt x="1299285" y="515501"/>
                      <a:pt x="1296827" y="519756"/>
                    </a:cubicBezTo>
                    <a:cubicBezTo>
                      <a:pt x="1296827" y="519756"/>
                      <a:pt x="1296827" y="526977"/>
                      <a:pt x="1290645" y="531102"/>
                    </a:cubicBezTo>
                    <a:cubicBezTo>
                      <a:pt x="1284452" y="535227"/>
                      <a:pt x="1290645" y="531102"/>
                      <a:pt x="1279299" y="531102"/>
                    </a:cubicBezTo>
                    <a:cubicBezTo>
                      <a:pt x="1267952" y="531102"/>
                      <a:pt x="1268991" y="538324"/>
                      <a:pt x="1263827" y="539352"/>
                    </a:cubicBezTo>
                    <a:cubicBezTo>
                      <a:pt x="1258673" y="540381"/>
                      <a:pt x="1253520" y="532131"/>
                      <a:pt x="1251452" y="525949"/>
                    </a:cubicBezTo>
                    <a:lnTo>
                      <a:pt x="1242173" y="513574"/>
                    </a:lnTo>
                    <a:cubicBezTo>
                      <a:pt x="1240755" y="509568"/>
                      <a:pt x="1240755" y="505204"/>
                      <a:pt x="1242173" y="501198"/>
                    </a:cubicBezTo>
                    <a:cubicBezTo>
                      <a:pt x="1247316" y="489516"/>
                      <a:pt x="1254278" y="478722"/>
                      <a:pt x="1262798" y="469227"/>
                    </a:cubicBezTo>
                    <a:cubicBezTo>
                      <a:pt x="1262798" y="469227"/>
                      <a:pt x="1270020" y="469227"/>
                      <a:pt x="1273106" y="469227"/>
                    </a:cubicBezTo>
                    <a:cubicBezTo>
                      <a:pt x="1276202" y="469227"/>
                      <a:pt x="1282395" y="456852"/>
                      <a:pt x="1286520" y="453755"/>
                    </a:cubicBezTo>
                    <a:lnTo>
                      <a:pt x="1321577" y="421794"/>
                    </a:lnTo>
                    <a:cubicBezTo>
                      <a:pt x="1326742" y="415601"/>
                      <a:pt x="1334992" y="414573"/>
                      <a:pt x="1337049" y="408380"/>
                    </a:cubicBezTo>
                    <a:cubicBezTo>
                      <a:pt x="1345028" y="398560"/>
                      <a:pt x="1353647" y="389259"/>
                      <a:pt x="1362828" y="380543"/>
                    </a:cubicBezTo>
                    <a:cubicBezTo>
                      <a:pt x="1367375" y="376559"/>
                      <a:pt x="1370309" y="371059"/>
                      <a:pt x="1371078" y="365072"/>
                    </a:cubicBezTo>
                    <a:lnTo>
                      <a:pt x="1363867" y="357851"/>
                    </a:lnTo>
                    <a:cubicBezTo>
                      <a:pt x="1363867" y="357851"/>
                      <a:pt x="1357674" y="357851"/>
                      <a:pt x="1353549" y="357851"/>
                    </a:cubicBezTo>
                    <a:cubicBezTo>
                      <a:pt x="1349424" y="357851"/>
                      <a:pt x="1342203" y="357851"/>
                      <a:pt x="1341174" y="357851"/>
                    </a:cubicBezTo>
                    <a:cubicBezTo>
                      <a:pt x="1340145" y="357851"/>
                      <a:pt x="1341174" y="350629"/>
                      <a:pt x="1341174" y="347543"/>
                    </a:cubicBezTo>
                    <a:cubicBezTo>
                      <a:pt x="1341683" y="344122"/>
                      <a:pt x="1341683" y="340646"/>
                      <a:pt x="1341174" y="337225"/>
                    </a:cubicBezTo>
                    <a:lnTo>
                      <a:pt x="1341174" y="323822"/>
                    </a:lnTo>
                    <a:cubicBezTo>
                      <a:pt x="1341174" y="316600"/>
                      <a:pt x="1318492" y="307321"/>
                      <a:pt x="1313327" y="304225"/>
                    </a:cubicBezTo>
                    <a:cubicBezTo>
                      <a:pt x="1311779" y="300598"/>
                      <a:pt x="1311779" y="296506"/>
                      <a:pt x="1313327" y="292878"/>
                    </a:cubicBezTo>
                    <a:cubicBezTo>
                      <a:pt x="1313327" y="284628"/>
                      <a:pt x="1322617" y="283599"/>
                      <a:pt x="1328799" y="280503"/>
                    </a:cubicBezTo>
                    <a:cubicBezTo>
                      <a:pt x="1334992" y="277418"/>
                      <a:pt x="1328799" y="272253"/>
                      <a:pt x="1336020" y="270196"/>
                    </a:cubicBezTo>
                    <a:cubicBezTo>
                      <a:pt x="1343242" y="268128"/>
                      <a:pt x="1342203" y="270196"/>
                      <a:pt x="1344270" y="264003"/>
                    </a:cubicBezTo>
                    <a:cubicBezTo>
                      <a:pt x="1346328" y="257821"/>
                      <a:pt x="1344270" y="257821"/>
                      <a:pt x="1351492" y="254724"/>
                    </a:cubicBezTo>
                    <a:lnTo>
                      <a:pt x="1339117" y="257821"/>
                    </a:lnTo>
                    <a:lnTo>
                      <a:pt x="1350453" y="252667"/>
                    </a:lnTo>
                    <a:cubicBezTo>
                      <a:pt x="1355325" y="250632"/>
                      <a:pt x="1359850" y="247849"/>
                      <a:pt x="1363867" y="244417"/>
                    </a:cubicBezTo>
                    <a:cubicBezTo>
                      <a:pt x="1363867" y="244417"/>
                      <a:pt x="1370049" y="244417"/>
                      <a:pt x="1375203" y="244417"/>
                    </a:cubicBezTo>
                    <a:cubicBezTo>
                      <a:pt x="1377785" y="244417"/>
                      <a:pt x="1380622" y="243129"/>
                      <a:pt x="1383200" y="242484"/>
                    </a:cubicBezTo>
                    <a:close/>
                    <a:moveTo>
                      <a:pt x="2319836" y="154694"/>
                    </a:moveTo>
                    <a:lnTo>
                      <a:pt x="2301267" y="159847"/>
                    </a:lnTo>
                    <a:cubicBezTo>
                      <a:pt x="2299589" y="163441"/>
                      <a:pt x="2299589" y="167599"/>
                      <a:pt x="2301267" y="171193"/>
                    </a:cubicBezTo>
                    <a:cubicBezTo>
                      <a:pt x="2301267" y="175318"/>
                      <a:pt x="2301267" y="180472"/>
                      <a:pt x="2301267" y="180472"/>
                    </a:cubicBezTo>
                    <a:cubicBezTo>
                      <a:pt x="2307006" y="182052"/>
                      <a:pt x="2313069" y="182052"/>
                      <a:pt x="2318808" y="180472"/>
                    </a:cubicBezTo>
                    <a:cubicBezTo>
                      <a:pt x="2324968" y="175069"/>
                      <a:pt x="2328054" y="166960"/>
                      <a:pt x="2327047" y="158819"/>
                    </a:cubicBezTo>
                    <a:lnTo>
                      <a:pt x="2320865" y="158819"/>
                    </a:lnTo>
                    <a:close/>
                    <a:moveTo>
                      <a:pt x="2375531" y="130974"/>
                    </a:moveTo>
                    <a:cubicBezTo>
                      <a:pt x="2370378" y="133031"/>
                      <a:pt x="2361089" y="133031"/>
                      <a:pt x="2361089" y="138195"/>
                    </a:cubicBezTo>
                    <a:cubicBezTo>
                      <a:pt x="2361089" y="143348"/>
                      <a:pt x="2360061" y="146444"/>
                      <a:pt x="2361089" y="153665"/>
                    </a:cubicBezTo>
                    <a:cubicBezTo>
                      <a:pt x="2362118" y="160876"/>
                      <a:pt x="2371407" y="160876"/>
                      <a:pt x="2371407" y="160876"/>
                    </a:cubicBezTo>
                    <a:cubicBezTo>
                      <a:pt x="2378541" y="158754"/>
                      <a:pt x="2384268" y="153416"/>
                      <a:pt x="2386877" y="146444"/>
                    </a:cubicBezTo>
                    <a:cubicBezTo>
                      <a:pt x="2387212" y="141984"/>
                      <a:pt x="2387212" y="137502"/>
                      <a:pt x="2386877" y="133031"/>
                    </a:cubicBezTo>
                    <a:cubicBezTo>
                      <a:pt x="2384809" y="133031"/>
                      <a:pt x="2376560" y="133031"/>
                      <a:pt x="2376560" y="133031"/>
                    </a:cubicBezTo>
                    <a:close/>
                    <a:moveTo>
                      <a:pt x="2306432" y="95915"/>
                    </a:moveTo>
                    <a:lnTo>
                      <a:pt x="2310546" y="100039"/>
                    </a:lnTo>
                    <a:cubicBezTo>
                      <a:pt x="2307460" y="104164"/>
                      <a:pt x="2296113" y="108289"/>
                      <a:pt x="2296113" y="113442"/>
                    </a:cubicBezTo>
                    <a:cubicBezTo>
                      <a:pt x="2296113" y="118607"/>
                      <a:pt x="2296113" y="128913"/>
                      <a:pt x="2296113" y="128913"/>
                    </a:cubicBezTo>
                    <a:cubicBezTo>
                      <a:pt x="2296113" y="128913"/>
                      <a:pt x="2297142" y="136134"/>
                      <a:pt x="2304364" y="128913"/>
                    </a:cubicBezTo>
                    <a:cubicBezTo>
                      <a:pt x="2311586" y="121692"/>
                      <a:pt x="2320865" y="120664"/>
                      <a:pt x="2320865" y="108289"/>
                    </a:cubicBezTo>
                    <a:cubicBezTo>
                      <a:pt x="2320865" y="95915"/>
                      <a:pt x="2316740" y="95915"/>
                      <a:pt x="2306432" y="95915"/>
                    </a:cubicBezTo>
                    <a:close/>
                    <a:moveTo>
                      <a:pt x="3341817" y="93847"/>
                    </a:moveTo>
                    <a:cubicBezTo>
                      <a:pt x="3346224" y="95276"/>
                      <a:pt x="3349678" y="98730"/>
                      <a:pt x="3351096" y="103125"/>
                    </a:cubicBezTo>
                    <a:cubicBezTo>
                      <a:pt x="3355578" y="109069"/>
                      <a:pt x="3359714" y="115273"/>
                      <a:pt x="3363471" y="121693"/>
                    </a:cubicBezTo>
                    <a:cubicBezTo>
                      <a:pt x="3364532" y="127139"/>
                      <a:pt x="3364532" y="132737"/>
                      <a:pt x="3363471" y="138193"/>
                    </a:cubicBezTo>
                    <a:cubicBezTo>
                      <a:pt x="3363482" y="138193"/>
                      <a:pt x="3368636" y="148501"/>
                      <a:pt x="3363482" y="150569"/>
                    </a:cubicBezTo>
                    <a:cubicBezTo>
                      <a:pt x="3358318" y="152626"/>
                      <a:pt x="3348010" y="160876"/>
                      <a:pt x="3332539" y="167069"/>
                    </a:cubicBezTo>
                    <a:cubicBezTo>
                      <a:pt x="3323542" y="169505"/>
                      <a:pt x="3315129" y="173716"/>
                      <a:pt x="3307789" y="179444"/>
                    </a:cubicBezTo>
                    <a:cubicBezTo>
                      <a:pt x="3302581" y="182995"/>
                      <a:pt x="3296540" y="185128"/>
                      <a:pt x="3290260" y="185626"/>
                    </a:cubicBezTo>
                    <a:cubicBezTo>
                      <a:pt x="3272731" y="185626"/>
                      <a:pt x="3258288" y="185626"/>
                      <a:pt x="3254163" y="200069"/>
                    </a:cubicBezTo>
                    <a:cubicBezTo>
                      <a:pt x="3250038" y="214501"/>
                      <a:pt x="3254163" y="210376"/>
                      <a:pt x="3254163" y="226877"/>
                    </a:cubicBezTo>
                    <a:cubicBezTo>
                      <a:pt x="3252290" y="231229"/>
                      <a:pt x="3249464" y="235094"/>
                      <a:pt x="3245913" y="238223"/>
                    </a:cubicBezTo>
                    <a:cubicBezTo>
                      <a:pt x="3240760" y="238223"/>
                      <a:pt x="3240760" y="244405"/>
                      <a:pt x="3238692" y="247502"/>
                    </a:cubicBezTo>
                    <a:cubicBezTo>
                      <a:pt x="3238378" y="251724"/>
                      <a:pt x="3236082" y="255546"/>
                      <a:pt x="3232510" y="257820"/>
                    </a:cubicBezTo>
                    <a:cubicBezTo>
                      <a:pt x="3232510" y="257820"/>
                      <a:pt x="3232510" y="266070"/>
                      <a:pt x="3227356" y="270195"/>
                    </a:cubicBezTo>
                    <a:cubicBezTo>
                      <a:pt x="3222192" y="274320"/>
                      <a:pt x="3218067" y="297002"/>
                      <a:pt x="3221163" y="302156"/>
                    </a:cubicBezTo>
                    <a:cubicBezTo>
                      <a:pt x="3224259" y="307320"/>
                      <a:pt x="3261385" y="310406"/>
                      <a:pt x="3278913" y="314531"/>
                    </a:cubicBezTo>
                    <a:cubicBezTo>
                      <a:pt x="3296442" y="318656"/>
                      <a:pt x="3289231" y="314531"/>
                      <a:pt x="3294385" y="314531"/>
                    </a:cubicBezTo>
                    <a:lnTo>
                      <a:pt x="3309846" y="314531"/>
                    </a:lnTo>
                    <a:lnTo>
                      <a:pt x="3323260" y="322792"/>
                    </a:lnTo>
                    <a:cubicBezTo>
                      <a:pt x="3328219" y="326332"/>
                      <a:pt x="3332723" y="330490"/>
                      <a:pt x="3336664" y="335156"/>
                    </a:cubicBezTo>
                    <a:cubicBezTo>
                      <a:pt x="3344665" y="339346"/>
                      <a:pt x="3350360" y="346925"/>
                      <a:pt x="3352135" y="355792"/>
                    </a:cubicBezTo>
                    <a:cubicBezTo>
                      <a:pt x="3353142" y="360198"/>
                      <a:pt x="3353142" y="364778"/>
                      <a:pt x="3352135" y="369196"/>
                    </a:cubicBezTo>
                    <a:cubicBezTo>
                      <a:pt x="3352135" y="369196"/>
                      <a:pt x="3352135" y="374349"/>
                      <a:pt x="3352135" y="374349"/>
                    </a:cubicBezTo>
                    <a:cubicBezTo>
                      <a:pt x="3352579" y="377078"/>
                      <a:pt x="3352579" y="379871"/>
                      <a:pt x="3352135" y="382599"/>
                    </a:cubicBezTo>
                    <a:cubicBezTo>
                      <a:pt x="3350078" y="386270"/>
                      <a:pt x="3347653" y="389723"/>
                      <a:pt x="3344914" y="392907"/>
                    </a:cubicBezTo>
                    <a:cubicBezTo>
                      <a:pt x="3344914" y="392907"/>
                      <a:pt x="3335635" y="401157"/>
                      <a:pt x="3332539" y="400128"/>
                    </a:cubicBezTo>
                    <a:lnTo>
                      <a:pt x="3312942" y="400128"/>
                    </a:lnTo>
                    <a:lnTo>
                      <a:pt x="3292317" y="390849"/>
                    </a:lnTo>
                    <a:lnTo>
                      <a:pt x="3270663" y="390849"/>
                    </a:lnTo>
                    <a:lnTo>
                      <a:pt x="3236635" y="378474"/>
                    </a:lnTo>
                    <a:lnTo>
                      <a:pt x="3203634" y="371253"/>
                    </a:lnTo>
                    <a:cubicBezTo>
                      <a:pt x="3193002" y="367572"/>
                      <a:pt x="3181872" y="365482"/>
                      <a:pt x="3170634" y="365070"/>
                    </a:cubicBezTo>
                    <a:lnTo>
                      <a:pt x="3138662" y="365070"/>
                    </a:lnTo>
                    <a:cubicBezTo>
                      <a:pt x="3126287" y="365070"/>
                      <a:pt x="3112884" y="356821"/>
                      <a:pt x="3102566" y="355781"/>
                    </a:cubicBezTo>
                    <a:cubicBezTo>
                      <a:pt x="3080630" y="353432"/>
                      <a:pt x="3058511" y="353432"/>
                      <a:pt x="3036565" y="355781"/>
                    </a:cubicBezTo>
                    <a:cubicBezTo>
                      <a:pt x="3007690" y="355781"/>
                      <a:pt x="2955093" y="367128"/>
                      <a:pt x="2952008" y="366099"/>
                    </a:cubicBezTo>
                    <a:cubicBezTo>
                      <a:pt x="2948911" y="365070"/>
                      <a:pt x="2937564" y="344446"/>
                      <a:pt x="2929314" y="331031"/>
                    </a:cubicBezTo>
                    <a:cubicBezTo>
                      <a:pt x="2928145" y="325596"/>
                      <a:pt x="2928145" y="319977"/>
                      <a:pt x="2929314" y="314531"/>
                    </a:cubicBezTo>
                    <a:cubicBezTo>
                      <a:pt x="2931155" y="307786"/>
                      <a:pt x="2931155" y="300662"/>
                      <a:pt x="2929314" y="293906"/>
                    </a:cubicBezTo>
                    <a:cubicBezTo>
                      <a:pt x="2929314" y="286695"/>
                      <a:pt x="2961286" y="283598"/>
                      <a:pt x="2965411" y="283598"/>
                    </a:cubicBezTo>
                    <a:cubicBezTo>
                      <a:pt x="2969536" y="283598"/>
                      <a:pt x="2977786" y="290820"/>
                      <a:pt x="2983968" y="290820"/>
                    </a:cubicBezTo>
                    <a:lnTo>
                      <a:pt x="3027287" y="290820"/>
                    </a:lnTo>
                    <a:cubicBezTo>
                      <a:pt x="3032440" y="290820"/>
                      <a:pt x="3039662" y="290820"/>
                      <a:pt x="3043787" y="290820"/>
                    </a:cubicBezTo>
                    <a:cubicBezTo>
                      <a:pt x="3060070" y="289348"/>
                      <a:pt x="3076256" y="286933"/>
                      <a:pt x="3092259" y="283598"/>
                    </a:cubicBezTo>
                    <a:cubicBezTo>
                      <a:pt x="3122162" y="283598"/>
                      <a:pt x="3132469" y="246473"/>
                      <a:pt x="3139691" y="234098"/>
                    </a:cubicBezTo>
                    <a:cubicBezTo>
                      <a:pt x="3143448" y="228782"/>
                      <a:pt x="3146241" y="222849"/>
                      <a:pt x="3147941" y="216569"/>
                    </a:cubicBezTo>
                    <a:cubicBezTo>
                      <a:pt x="3147941" y="209348"/>
                      <a:pt x="3147941" y="202126"/>
                      <a:pt x="3147941" y="200069"/>
                    </a:cubicBezTo>
                    <a:cubicBezTo>
                      <a:pt x="3142105" y="199733"/>
                      <a:pt x="3136248" y="199733"/>
                      <a:pt x="3130412" y="200069"/>
                    </a:cubicBezTo>
                    <a:cubicBezTo>
                      <a:pt x="3123277" y="201661"/>
                      <a:pt x="3115883" y="201661"/>
                      <a:pt x="3108759" y="200069"/>
                    </a:cubicBezTo>
                    <a:cubicBezTo>
                      <a:pt x="3102566" y="200069"/>
                      <a:pt x="3108759" y="187694"/>
                      <a:pt x="3108759" y="178405"/>
                    </a:cubicBezTo>
                    <a:cubicBezTo>
                      <a:pt x="3109073" y="168953"/>
                      <a:pt x="3106561" y="159609"/>
                      <a:pt x="3101537" y="151597"/>
                    </a:cubicBezTo>
                    <a:cubicBezTo>
                      <a:pt x="3101537" y="151597"/>
                      <a:pt x="3101537" y="135097"/>
                      <a:pt x="3101537" y="132001"/>
                    </a:cubicBezTo>
                    <a:cubicBezTo>
                      <a:pt x="3102046" y="125829"/>
                      <a:pt x="3102046" y="119615"/>
                      <a:pt x="3101537" y="113443"/>
                    </a:cubicBezTo>
                    <a:cubicBezTo>
                      <a:pt x="3101537" y="104154"/>
                      <a:pt x="3112884" y="106222"/>
                      <a:pt x="3121134" y="104154"/>
                    </a:cubicBezTo>
                    <a:cubicBezTo>
                      <a:pt x="3129384" y="102097"/>
                      <a:pt x="3139691" y="114472"/>
                      <a:pt x="3147941" y="117569"/>
                    </a:cubicBezTo>
                    <a:cubicBezTo>
                      <a:pt x="3171858" y="121076"/>
                      <a:pt x="3195969" y="123144"/>
                      <a:pt x="3220134" y="123750"/>
                    </a:cubicBezTo>
                    <a:lnTo>
                      <a:pt x="3259317" y="123750"/>
                    </a:lnTo>
                    <a:cubicBezTo>
                      <a:pt x="3278480" y="122516"/>
                      <a:pt x="3297481" y="119398"/>
                      <a:pt x="3316039" y="114472"/>
                    </a:cubicBezTo>
                    <a:cubicBezTo>
                      <a:pt x="3321095" y="113064"/>
                      <a:pt x="3326443" y="113064"/>
                      <a:pt x="3331510" y="114472"/>
                    </a:cubicBezTo>
                    <a:lnTo>
                      <a:pt x="3343885" y="114472"/>
                    </a:lnTo>
                    <a:close/>
                    <a:moveTo>
                      <a:pt x="2198081" y="79112"/>
                    </a:moveTo>
                    <a:cubicBezTo>
                      <a:pt x="2202917" y="81869"/>
                      <a:pt x="2209495" y="92309"/>
                      <a:pt x="2212588" y="96946"/>
                    </a:cubicBezTo>
                    <a:lnTo>
                      <a:pt x="2218770" y="79417"/>
                    </a:lnTo>
                    <a:cubicBezTo>
                      <a:pt x="2218770" y="79417"/>
                      <a:pt x="2218770" y="94889"/>
                      <a:pt x="2218770" y="100042"/>
                    </a:cubicBezTo>
                    <a:cubicBezTo>
                      <a:pt x="2216995" y="107848"/>
                      <a:pt x="2216995" y="115957"/>
                      <a:pt x="2218770" y="123764"/>
                    </a:cubicBezTo>
                    <a:cubicBezTo>
                      <a:pt x="2218770" y="128917"/>
                      <a:pt x="2218770" y="134071"/>
                      <a:pt x="2208463" y="142321"/>
                    </a:cubicBezTo>
                    <a:cubicBezTo>
                      <a:pt x="2202108" y="150344"/>
                      <a:pt x="2196575" y="158984"/>
                      <a:pt x="2191952" y="168100"/>
                    </a:cubicBezTo>
                    <a:cubicBezTo>
                      <a:pt x="2188509" y="175992"/>
                      <a:pt x="2188509" y="184968"/>
                      <a:pt x="2191952" y="192850"/>
                    </a:cubicBezTo>
                    <a:cubicBezTo>
                      <a:pt x="2191952" y="192850"/>
                      <a:pt x="2191952" y="207293"/>
                      <a:pt x="2191952" y="210379"/>
                    </a:cubicBezTo>
                    <a:cubicBezTo>
                      <a:pt x="2191952" y="213475"/>
                      <a:pt x="2200213" y="210379"/>
                      <a:pt x="2205367" y="210379"/>
                    </a:cubicBezTo>
                    <a:cubicBezTo>
                      <a:pt x="2210520" y="210379"/>
                      <a:pt x="2205367" y="216572"/>
                      <a:pt x="2211549" y="221725"/>
                    </a:cubicBezTo>
                    <a:cubicBezTo>
                      <a:pt x="2217742" y="226879"/>
                      <a:pt x="2221867" y="234100"/>
                      <a:pt x="2221867" y="240293"/>
                    </a:cubicBezTo>
                    <a:cubicBezTo>
                      <a:pt x="2223339" y="242848"/>
                      <a:pt x="2223339" y="245988"/>
                      <a:pt x="2221867" y="248543"/>
                    </a:cubicBezTo>
                    <a:cubicBezTo>
                      <a:pt x="2206872" y="259954"/>
                      <a:pt x="2194854" y="274809"/>
                      <a:pt x="2186798" y="291851"/>
                    </a:cubicBezTo>
                    <a:cubicBezTo>
                      <a:pt x="2186798" y="291851"/>
                      <a:pt x="2186798" y="305265"/>
                      <a:pt x="2186798" y="306293"/>
                    </a:cubicBezTo>
                    <a:lnTo>
                      <a:pt x="2202270" y="306293"/>
                    </a:lnTo>
                    <a:cubicBezTo>
                      <a:pt x="2207694" y="307224"/>
                      <a:pt x="2212718" y="309736"/>
                      <a:pt x="2216713" y="313515"/>
                    </a:cubicBezTo>
                    <a:cubicBezTo>
                      <a:pt x="2219788" y="317434"/>
                      <a:pt x="2221910" y="322025"/>
                      <a:pt x="2222895" y="326919"/>
                    </a:cubicBezTo>
                    <a:cubicBezTo>
                      <a:pt x="2220611" y="347793"/>
                      <a:pt x="2208810" y="366436"/>
                      <a:pt x="2190923" y="377448"/>
                    </a:cubicBezTo>
                    <a:cubicBezTo>
                      <a:pt x="2175452" y="390851"/>
                      <a:pt x="2147615" y="406323"/>
                      <a:pt x="2134201" y="416630"/>
                    </a:cubicBezTo>
                    <a:cubicBezTo>
                      <a:pt x="2120797" y="426948"/>
                      <a:pt x="2114615" y="444476"/>
                      <a:pt x="2107393" y="447573"/>
                    </a:cubicBezTo>
                    <a:cubicBezTo>
                      <a:pt x="2100172" y="450669"/>
                      <a:pt x="2100172" y="447573"/>
                      <a:pt x="2096047" y="447573"/>
                    </a:cubicBezTo>
                    <a:lnTo>
                      <a:pt x="2078518" y="447573"/>
                    </a:lnTo>
                    <a:cubicBezTo>
                      <a:pt x="2072325" y="447573"/>
                      <a:pt x="2073364" y="438294"/>
                      <a:pt x="2069239" y="434169"/>
                    </a:cubicBezTo>
                    <a:cubicBezTo>
                      <a:pt x="2064085" y="430769"/>
                      <a:pt x="2059841" y="426168"/>
                      <a:pt x="2056864" y="420765"/>
                    </a:cubicBezTo>
                    <a:cubicBezTo>
                      <a:pt x="2052100" y="412494"/>
                      <a:pt x="2048949" y="403388"/>
                      <a:pt x="2047585" y="393948"/>
                    </a:cubicBezTo>
                    <a:cubicBezTo>
                      <a:pt x="2051504" y="381648"/>
                      <a:pt x="2059993" y="371308"/>
                      <a:pt x="2071296" y="365072"/>
                    </a:cubicBezTo>
                    <a:cubicBezTo>
                      <a:pt x="2071296" y="365072"/>
                      <a:pt x="2081614" y="353726"/>
                      <a:pt x="2084700" y="351669"/>
                    </a:cubicBezTo>
                    <a:cubicBezTo>
                      <a:pt x="2088836" y="348020"/>
                      <a:pt x="2092030" y="343419"/>
                      <a:pt x="2093989" y="338265"/>
                    </a:cubicBezTo>
                    <a:cubicBezTo>
                      <a:pt x="2094552" y="334497"/>
                      <a:pt x="2094552" y="330676"/>
                      <a:pt x="2093989" y="326919"/>
                    </a:cubicBezTo>
                    <a:cubicBezTo>
                      <a:pt x="2094455" y="322122"/>
                      <a:pt x="2094455" y="317283"/>
                      <a:pt x="2093989" y="312475"/>
                    </a:cubicBezTo>
                    <a:cubicBezTo>
                      <a:pt x="2092885" y="308546"/>
                      <a:pt x="2090752" y="304983"/>
                      <a:pt x="2087796" y="302169"/>
                    </a:cubicBezTo>
                    <a:cubicBezTo>
                      <a:pt x="2084624" y="299765"/>
                      <a:pt x="2082123" y="296560"/>
                      <a:pt x="2080575" y="292890"/>
                    </a:cubicBezTo>
                    <a:cubicBezTo>
                      <a:pt x="2080586" y="292890"/>
                      <a:pt x="2066142" y="280515"/>
                      <a:pt x="2065114" y="274322"/>
                    </a:cubicBezTo>
                    <a:cubicBezTo>
                      <a:pt x="2064313" y="263744"/>
                      <a:pt x="2071296" y="254130"/>
                      <a:pt x="2081614" y="251639"/>
                    </a:cubicBezTo>
                    <a:lnTo>
                      <a:pt x="2095018" y="251639"/>
                    </a:lnTo>
                    <a:cubicBezTo>
                      <a:pt x="2103268" y="251639"/>
                      <a:pt x="2107393" y="241322"/>
                      <a:pt x="2110490" y="234100"/>
                    </a:cubicBezTo>
                    <a:cubicBezTo>
                      <a:pt x="2113586" y="226879"/>
                      <a:pt x="2110490" y="213475"/>
                      <a:pt x="2110490" y="206264"/>
                    </a:cubicBezTo>
                    <a:cubicBezTo>
                      <a:pt x="2110490" y="199043"/>
                      <a:pt x="2100172" y="195946"/>
                      <a:pt x="2093989" y="194918"/>
                    </a:cubicBezTo>
                    <a:cubicBezTo>
                      <a:pt x="2088154" y="194420"/>
                      <a:pt x="2082285" y="194420"/>
                      <a:pt x="2076461" y="194918"/>
                    </a:cubicBezTo>
                    <a:cubicBezTo>
                      <a:pt x="2076461" y="194918"/>
                      <a:pt x="2066142" y="189764"/>
                      <a:pt x="2065114" y="184599"/>
                    </a:cubicBezTo>
                    <a:cubicBezTo>
                      <a:pt x="2064085" y="179446"/>
                      <a:pt x="2059949" y="184599"/>
                      <a:pt x="2054796" y="184599"/>
                    </a:cubicBezTo>
                    <a:cubicBezTo>
                      <a:pt x="2049642" y="184599"/>
                      <a:pt x="2048614" y="169139"/>
                      <a:pt x="2047585" y="166043"/>
                    </a:cubicBezTo>
                    <a:cubicBezTo>
                      <a:pt x="2046546" y="162946"/>
                      <a:pt x="2047585" y="166043"/>
                      <a:pt x="2055824" y="158821"/>
                    </a:cubicBezTo>
                    <a:cubicBezTo>
                      <a:pt x="2064085" y="151600"/>
                      <a:pt x="2055824" y="151600"/>
                      <a:pt x="2060989" y="147475"/>
                    </a:cubicBezTo>
                    <a:cubicBezTo>
                      <a:pt x="2066142" y="143350"/>
                      <a:pt x="2069239" y="139225"/>
                      <a:pt x="2074393" y="136139"/>
                    </a:cubicBezTo>
                    <a:lnTo>
                      <a:pt x="2093989" y="136139"/>
                    </a:lnTo>
                    <a:cubicBezTo>
                      <a:pt x="2118740" y="121696"/>
                      <a:pt x="2144519" y="86639"/>
                      <a:pt x="2171337" y="84571"/>
                    </a:cubicBezTo>
                    <a:cubicBezTo>
                      <a:pt x="2198145" y="82514"/>
                      <a:pt x="2189895" y="84571"/>
                      <a:pt x="2194020" y="79417"/>
                    </a:cubicBezTo>
                    <a:cubicBezTo>
                      <a:pt x="2195051" y="78129"/>
                      <a:pt x="2196469" y="78194"/>
                      <a:pt x="2198081" y="79112"/>
                    </a:cubicBezTo>
                    <a:close/>
                    <a:moveTo>
                      <a:pt x="2394088" y="55695"/>
                    </a:moveTo>
                    <a:cubicBezTo>
                      <a:pt x="2379656" y="62916"/>
                      <a:pt x="2355934" y="70138"/>
                      <a:pt x="2356963" y="76320"/>
                    </a:cubicBezTo>
                    <a:cubicBezTo>
                      <a:pt x="2357991" y="82513"/>
                      <a:pt x="2359020" y="93860"/>
                      <a:pt x="2365213" y="93860"/>
                    </a:cubicBezTo>
                    <a:cubicBezTo>
                      <a:pt x="2372001" y="95408"/>
                      <a:pt x="2379050" y="95408"/>
                      <a:pt x="2385838" y="93860"/>
                    </a:cubicBezTo>
                    <a:cubicBezTo>
                      <a:pt x="2390992" y="88695"/>
                      <a:pt x="2397185" y="73224"/>
                      <a:pt x="2397185" y="73224"/>
                    </a:cubicBezTo>
                    <a:cubicBezTo>
                      <a:pt x="2397867" y="68092"/>
                      <a:pt x="2397867" y="62895"/>
                      <a:pt x="2397185" y="57763"/>
                    </a:cubicBezTo>
                    <a:close/>
                    <a:moveTo>
                      <a:pt x="2409561" y="1039"/>
                    </a:moveTo>
                    <a:cubicBezTo>
                      <a:pt x="2416782" y="10"/>
                      <a:pt x="2421936" y="6193"/>
                      <a:pt x="2427090" y="1039"/>
                    </a:cubicBezTo>
                    <a:cubicBezTo>
                      <a:pt x="2438393" y="-347"/>
                      <a:pt x="2449815" y="-347"/>
                      <a:pt x="2461119" y="1039"/>
                    </a:cubicBezTo>
                    <a:cubicBezTo>
                      <a:pt x="2461130" y="1039"/>
                      <a:pt x="2461130" y="12386"/>
                      <a:pt x="2469369" y="14443"/>
                    </a:cubicBezTo>
                    <a:cubicBezTo>
                      <a:pt x="2476872" y="19466"/>
                      <a:pt x="2482058" y="27251"/>
                      <a:pt x="2483812" y="36096"/>
                    </a:cubicBezTo>
                    <a:cubicBezTo>
                      <a:pt x="2483812" y="43318"/>
                      <a:pt x="2477630" y="54664"/>
                      <a:pt x="2477630" y="57761"/>
                    </a:cubicBezTo>
                    <a:cubicBezTo>
                      <a:pt x="2479600" y="63791"/>
                      <a:pt x="2479600" y="70288"/>
                      <a:pt x="2477630" y="76318"/>
                    </a:cubicBezTo>
                    <a:cubicBezTo>
                      <a:pt x="2472747" y="86549"/>
                      <a:pt x="2468936" y="97268"/>
                      <a:pt x="2466283" y="108290"/>
                    </a:cubicBezTo>
                    <a:cubicBezTo>
                      <a:pt x="2462169" y="115057"/>
                      <a:pt x="2457697" y="121596"/>
                      <a:pt x="2452879" y="127886"/>
                    </a:cubicBezTo>
                    <a:cubicBezTo>
                      <a:pt x="2445658" y="155722"/>
                      <a:pt x="2435340" y="175319"/>
                      <a:pt x="2429158" y="203165"/>
                    </a:cubicBezTo>
                    <a:cubicBezTo>
                      <a:pt x="2429158" y="203165"/>
                      <a:pt x="2422965" y="216569"/>
                      <a:pt x="2419868" y="215541"/>
                    </a:cubicBezTo>
                    <a:cubicBezTo>
                      <a:pt x="2416782" y="214512"/>
                      <a:pt x="2408532" y="215541"/>
                      <a:pt x="2406464" y="215541"/>
                    </a:cubicBezTo>
                    <a:cubicBezTo>
                      <a:pt x="2404407" y="215541"/>
                      <a:pt x="2396157" y="215541"/>
                      <a:pt x="2392032" y="222762"/>
                    </a:cubicBezTo>
                    <a:cubicBezTo>
                      <a:pt x="2387907" y="229973"/>
                      <a:pt x="2374503" y="222762"/>
                      <a:pt x="2372435" y="232041"/>
                    </a:cubicBezTo>
                    <a:cubicBezTo>
                      <a:pt x="2369859" y="237238"/>
                      <a:pt x="2369859" y="243344"/>
                      <a:pt x="2372435" y="248541"/>
                    </a:cubicBezTo>
                    <a:cubicBezTo>
                      <a:pt x="2377589" y="253694"/>
                      <a:pt x="2386879" y="248541"/>
                      <a:pt x="2387907" y="243387"/>
                    </a:cubicBezTo>
                    <a:cubicBezTo>
                      <a:pt x="2390603" y="238937"/>
                      <a:pt x="2395129" y="235906"/>
                      <a:pt x="2400282" y="235137"/>
                    </a:cubicBezTo>
                    <a:cubicBezTo>
                      <a:pt x="2406432" y="236079"/>
                      <a:pt x="2412690" y="236079"/>
                      <a:pt x="2418840" y="235137"/>
                    </a:cubicBezTo>
                    <a:cubicBezTo>
                      <a:pt x="2422867" y="235484"/>
                      <a:pt x="2426213" y="238407"/>
                      <a:pt x="2427090" y="242348"/>
                    </a:cubicBezTo>
                    <a:cubicBezTo>
                      <a:pt x="2428486" y="250338"/>
                      <a:pt x="2431280" y="258014"/>
                      <a:pt x="2435340" y="265041"/>
                    </a:cubicBezTo>
                    <a:cubicBezTo>
                      <a:pt x="2436444" y="268040"/>
                      <a:pt x="2436444" y="271320"/>
                      <a:pt x="2435340" y="274319"/>
                    </a:cubicBezTo>
                    <a:cubicBezTo>
                      <a:pt x="2430663" y="279625"/>
                      <a:pt x="2425477" y="284453"/>
                      <a:pt x="2419868" y="288763"/>
                    </a:cubicBezTo>
                    <a:cubicBezTo>
                      <a:pt x="2419868" y="288763"/>
                      <a:pt x="2407493" y="288763"/>
                      <a:pt x="2402339" y="298041"/>
                    </a:cubicBezTo>
                    <a:cubicBezTo>
                      <a:pt x="2400791" y="301657"/>
                      <a:pt x="2400791" y="305761"/>
                      <a:pt x="2402339" y="309377"/>
                    </a:cubicBezTo>
                    <a:cubicBezTo>
                      <a:pt x="2402339" y="316609"/>
                      <a:pt x="2408532" y="316609"/>
                      <a:pt x="2412657" y="315570"/>
                    </a:cubicBezTo>
                    <a:cubicBezTo>
                      <a:pt x="2416782" y="314541"/>
                      <a:pt x="2430186" y="308348"/>
                      <a:pt x="2436368" y="307320"/>
                    </a:cubicBezTo>
                    <a:cubicBezTo>
                      <a:pt x="2442886" y="307883"/>
                      <a:pt x="2449447" y="307883"/>
                      <a:pt x="2455965" y="307320"/>
                    </a:cubicBezTo>
                    <a:cubicBezTo>
                      <a:pt x="2455965" y="307320"/>
                      <a:pt x="2471437" y="299070"/>
                      <a:pt x="2477630" y="300098"/>
                    </a:cubicBezTo>
                    <a:cubicBezTo>
                      <a:pt x="2483812" y="301138"/>
                      <a:pt x="2493091" y="291848"/>
                      <a:pt x="2498244" y="300098"/>
                    </a:cubicBezTo>
                    <a:cubicBezTo>
                      <a:pt x="2503409" y="308348"/>
                      <a:pt x="2516812" y="310416"/>
                      <a:pt x="2517841" y="323820"/>
                    </a:cubicBezTo>
                    <a:cubicBezTo>
                      <a:pt x="2518880" y="337223"/>
                      <a:pt x="2511659" y="367138"/>
                      <a:pt x="2494119" y="370224"/>
                    </a:cubicBezTo>
                    <a:cubicBezTo>
                      <a:pt x="2476590" y="373320"/>
                      <a:pt x="2494119" y="370224"/>
                      <a:pt x="2467312" y="370224"/>
                    </a:cubicBezTo>
                    <a:lnTo>
                      <a:pt x="2422965" y="377445"/>
                    </a:lnTo>
                    <a:cubicBezTo>
                      <a:pt x="2414725" y="377997"/>
                      <a:pt x="2406454" y="377997"/>
                      <a:pt x="2398214" y="377445"/>
                    </a:cubicBezTo>
                    <a:cubicBezTo>
                      <a:pt x="2391177" y="378398"/>
                      <a:pt x="2384258" y="380130"/>
                      <a:pt x="2377589" y="382599"/>
                    </a:cubicBezTo>
                    <a:cubicBezTo>
                      <a:pt x="2369934" y="385760"/>
                      <a:pt x="2361987" y="388185"/>
                      <a:pt x="2353878" y="389820"/>
                    </a:cubicBezTo>
                    <a:cubicBezTo>
                      <a:pt x="2343971" y="391260"/>
                      <a:pt x="2334487" y="394779"/>
                      <a:pt x="2326031" y="400138"/>
                    </a:cubicBezTo>
                    <a:cubicBezTo>
                      <a:pt x="2316244" y="403256"/>
                      <a:pt x="2306250" y="405671"/>
                      <a:pt x="2296127" y="407360"/>
                    </a:cubicBezTo>
                    <a:cubicBezTo>
                      <a:pt x="2286578" y="412708"/>
                      <a:pt x="2276563" y="417191"/>
                      <a:pt x="2266212" y="420763"/>
                    </a:cubicBezTo>
                    <a:cubicBezTo>
                      <a:pt x="2261059" y="420763"/>
                      <a:pt x="2246616" y="420763"/>
                      <a:pt x="2245587" y="413542"/>
                    </a:cubicBezTo>
                    <a:cubicBezTo>
                      <a:pt x="2241776" y="405324"/>
                      <a:pt x="2239004" y="396663"/>
                      <a:pt x="2237348" y="387752"/>
                    </a:cubicBezTo>
                    <a:lnTo>
                      <a:pt x="2237337" y="379513"/>
                    </a:lnTo>
                    <a:cubicBezTo>
                      <a:pt x="2237337" y="379513"/>
                      <a:pt x="2237337" y="368167"/>
                      <a:pt x="2237337" y="364042"/>
                    </a:cubicBezTo>
                    <a:cubicBezTo>
                      <a:pt x="2237337" y="359917"/>
                      <a:pt x="2237337" y="357849"/>
                      <a:pt x="2243530" y="357849"/>
                    </a:cubicBezTo>
                    <a:cubicBezTo>
                      <a:pt x="2249712" y="357849"/>
                      <a:pt x="2248684" y="357849"/>
                      <a:pt x="2253837" y="357849"/>
                    </a:cubicBezTo>
                    <a:cubicBezTo>
                      <a:pt x="2262585" y="354362"/>
                      <a:pt x="2270890" y="349869"/>
                      <a:pt x="2278588" y="344445"/>
                    </a:cubicBezTo>
                    <a:lnTo>
                      <a:pt x="2310560" y="324848"/>
                    </a:lnTo>
                    <a:cubicBezTo>
                      <a:pt x="2310560" y="318666"/>
                      <a:pt x="2310560" y="315570"/>
                      <a:pt x="2303338" y="316609"/>
                    </a:cubicBezTo>
                    <a:cubicBezTo>
                      <a:pt x="2296127" y="317638"/>
                      <a:pt x="2293031" y="316609"/>
                      <a:pt x="2289934" y="316609"/>
                    </a:cubicBezTo>
                    <a:cubicBezTo>
                      <a:pt x="2286838" y="316609"/>
                      <a:pt x="2278588" y="316609"/>
                      <a:pt x="2277559" y="316609"/>
                    </a:cubicBezTo>
                    <a:cubicBezTo>
                      <a:pt x="2276531" y="316609"/>
                      <a:pt x="2277559" y="308348"/>
                      <a:pt x="2277559" y="305263"/>
                    </a:cubicBezTo>
                    <a:lnTo>
                      <a:pt x="2277559" y="291848"/>
                    </a:lnTo>
                    <a:cubicBezTo>
                      <a:pt x="2277559" y="291848"/>
                      <a:pt x="2277559" y="281541"/>
                      <a:pt x="2283752" y="280512"/>
                    </a:cubicBezTo>
                    <a:cubicBezTo>
                      <a:pt x="2289934" y="279473"/>
                      <a:pt x="2283752" y="280512"/>
                      <a:pt x="2291991" y="280512"/>
                    </a:cubicBezTo>
                    <a:lnTo>
                      <a:pt x="2300252" y="280512"/>
                    </a:lnTo>
                    <a:lnTo>
                      <a:pt x="2307463" y="280512"/>
                    </a:lnTo>
                    <a:cubicBezTo>
                      <a:pt x="2310289" y="278867"/>
                      <a:pt x="2312465" y="276322"/>
                      <a:pt x="2313656" y="273291"/>
                    </a:cubicBezTo>
                    <a:cubicBezTo>
                      <a:pt x="2314706" y="267845"/>
                      <a:pt x="2314706" y="262237"/>
                      <a:pt x="2313656" y="256791"/>
                    </a:cubicBezTo>
                    <a:cubicBezTo>
                      <a:pt x="2313656" y="256791"/>
                      <a:pt x="2308492" y="256791"/>
                      <a:pt x="2303338" y="256791"/>
                    </a:cubicBezTo>
                    <a:lnTo>
                      <a:pt x="2290963" y="261944"/>
                    </a:lnTo>
                    <a:cubicBezTo>
                      <a:pt x="2287552" y="262518"/>
                      <a:pt x="2284066" y="262518"/>
                      <a:pt x="2280656" y="261944"/>
                    </a:cubicBezTo>
                    <a:cubicBezTo>
                      <a:pt x="2277288" y="262984"/>
                      <a:pt x="2273694" y="262984"/>
                      <a:pt x="2270338" y="261944"/>
                    </a:cubicBezTo>
                    <a:cubicBezTo>
                      <a:pt x="2270338" y="261944"/>
                      <a:pt x="2270338" y="261944"/>
                      <a:pt x="2265184" y="255751"/>
                    </a:cubicBezTo>
                    <a:cubicBezTo>
                      <a:pt x="2262672" y="252774"/>
                      <a:pt x="2260907" y="249245"/>
                      <a:pt x="2260030" y="245444"/>
                    </a:cubicBezTo>
                    <a:cubicBezTo>
                      <a:pt x="2260030" y="235137"/>
                      <a:pt x="2250752" y="233069"/>
                      <a:pt x="2248684" y="231012"/>
                    </a:cubicBezTo>
                    <a:cubicBezTo>
                      <a:pt x="2245576" y="225588"/>
                      <a:pt x="2243476" y="219644"/>
                      <a:pt x="2242502" y="213473"/>
                    </a:cubicBezTo>
                    <a:cubicBezTo>
                      <a:pt x="2242502" y="203165"/>
                      <a:pt x="2249712" y="192847"/>
                      <a:pt x="2247655" y="186665"/>
                    </a:cubicBezTo>
                    <a:cubicBezTo>
                      <a:pt x="2242631" y="173002"/>
                      <a:pt x="2239167" y="158819"/>
                      <a:pt x="2237337" y="144386"/>
                    </a:cubicBezTo>
                    <a:cubicBezTo>
                      <a:pt x="2237337" y="144386"/>
                      <a:pt x="2231154" y="135097"/>
                      <a:pt x="2229086" y="126847"/>
                    </a:cubicBezTo>
                    <a:cubicBezTo>
                      <a:pt x="2227029" y="118597"/>
                      <a:pt x="2229086" y="117568"/>
                      <a:pt x="2229086" y="113443"/>
                    </a:cubicBezTo>
                    <a:cubicBezTo>
                      <a:pt x="2230191" y="105237"/>
                      <a:pt x="2230191" y="96911"/>
                      <a:pt x="2229086" y="88693"/>
                    </a:cubicBezTo>
                    <a:lnTo>
                      <a:pt x="2228058" y="86636"/>
                    </a:lnTo>
                    <a:cubicBezTo>
                      <a:pt x="2228058" y="76318"/>
                      <a:pt x="2228058" y="61886"/>
                      <a:pt x="2236309" y="61886"/>
                    </a:cubicBezTo>
                    <a:cubicBezTo>
                      <a:pt x="2244559" y="61886"/>
                      <a:pt x="2244559" y="69097"/>
                      <a:pt x="2251780" y="68068"/>
                    </a:cubicBezTo>
                    <a:cubicBezTo>
                      <a:pt x="2256533" y="69140"/>
                      <a:pt x="2261459" y="69140"/>
                      <a:pt x="2266223" y="68068"/>
                    </a:cubicBezTo>
                    <a:lnTo>
                      <a:pt x="2283752" y="59818"/>
                    </a:lnTo>
                    <a:cubicBezTo>
                      <a:pt x="2293204" y="53149"/>
                      <a:pt x="2303208" y="47280"/>
                      <a:pt x="2313656" y="42289"/>
                    </a:cubicBezTo>
                    <a:cubicBezTo>
                      <a:pt x="2320867" y="42289"/>
                      <a:pt x="2331185" y="42289"/>
                      <a:pt x="2337367" y="36096"/>
                    </a:cubicBezTo>
                    <a:cubicBezTo>
                      <a:pt x="2343560" y="29914"/>
                      <a:pt x="2402339" y="2068"/>
                      <a:pt x="2409561" y="10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91352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3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59251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 userDrawn="1">
            <p:ph type="title" hasCustomPrompt="1"/>
          </p:nvPr>
        </p:nvSpPr>
        <p:spPr>
          <a:xfrm>
            <a:off x="1606550" y="304843"/>
            <a:ext cx="7880414" cy="52322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单击此处输入标题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1372298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4C384090-74D6-4428-AF76-0E7D4CB18A72}"/>
              </a:ext>
            </a:extLst>
          </p:cNvPr>
          <p:cNvGrpSpPr/>
          <p:nvPr userDrawn="1"/>
        </p:nvGrpSpPr>
        <p:grpSpPr>
          <a:xfrm>
            <a:off x="571944" y="6385053"/>
            <a:ext cx="2494917" cy="307427"/>
            <a:chOff x="650975" y="5882279"/>
            <a:chExt cx="3328166" cy="410101"/>
          </a:xfrm>
          <a:solidFill>
            <a:schemeClr val="bg1"/>
          </a:solidFill>
        </p:grpSpPr>
        <p:grpSp>
          <p:nvGrpSpPr>
            <p:cNvPr id="188" name="组合 187">
              <a:extLst>
                <a:ext uri="{FF2B5EF4-FFF2-40B4-BE49-F238E27FC236}">
                  <a16:creationId xmlns:a16="http://schemas.microsoft.com/office/drawing/2014/main" id="{3446BDF9-6051-4AF8-99A5-FBD19BA9AE78}"/>
                </a:ext>
              </a:extLst>
            </p:cNvPr>
            <p:cNvGrpSpPr/>
            <p:nvPr/>
          </p:nvGrpSpPr>
          <p:grpSpPr>
            <a:xfrm>
              <a:off x="2581367" y="5885220"/>
              <a:ext cx="322098" cy="404221"/>
              <a:chOff x="2450389" y="5885095"/>
              <a:chExt cx="371863" cy="466673"/>
            </a:xfrm>
            <a:grpFill/>
          </p:grpSpPr>
          <p:sp>
            <p:nvSpPr>
              <p:cNvPr id="209" name="任意多边形: 形状 208">
                <a:extLst>
                  <a:ext uri="{FF2B5EF4-FFF2-40B4-BE49-F238E27FC236}">
                    <a16:creationId xmlns:a16="http://schemas.microsoft.com/office/drawing/2014/main" id="{0682AD5D-2E10-43A1-A3F1-E2642DF2D21B}"/>
                  </a:ext>
                </a:extLst>
              </p:cNvPr>
              <p:cNvSpPr/>
              <p:nvPr/>
            </p:nvSpPr>
            <p:spPr>
              <a:xfrm>
                <a:off x="2450389" y="5885095"/>
                <a:ext cx="371863" cy="306919"/>
              </a:xfrm>
              <a:custGeom>
                <a:avLst/>
                <a:gdLst>
                  <a:gd name="connsiteX0" fmla="*/ 97477 w 371863"/>
                  <a:gd name="connsiteY0" fmla="*/ 42876 h 306919"/>
                  <a:gd name="connsiteX1" fmla="*/ 100327 w 371863"/>
                  <a:gd name="connsiteY1" fmla="*/ 31744 h 306919"/>
                  <a:gd name="connsiteX2" fmla="*/ 115644 w 371863"/>
                  <a:gd name="connsiteY2" fmla="*/ 30052 h 306919"/>
                  <a:gd name="connsiteX3" fmla="*/ 130962 w 371863"/>
                  <a:gd name="connsiteY3" fmla="*/ 47863 h 306919"/>
                  <a:gd name="connsiteX4" fmla="*/ 145478 w 371863"/>
                  <a:gd name="connsiteY4" fmla="*/ 37889 h 306919"/>
                  <a:gd name="connsiteX5" fmla="*/ 176915 w 371863"/>
                  <a:gd name="connsiteY5" fmla="*/ 41808 h 306919"/>
                  <a:gd name="connsiteX6" fmla="*/ 203632 w 371863"/>
                  <a:gd name="connsiteY6" fmla="*/ 16783 h 306919"/>
                  <a:gd name="connsiteX7" fmla="*/ 231862 w 371863"/>
                  <a:gd name="connsiteY7" fmla="*/ 664 h 306919"/>
                  <a:gd name="connsiteX8" fmla="*/ 260805 w 371863"/>
                  <a:gd name="connsiteY8" fmla="*/ 664 h 306919"/>
                  <a:gd name="connsiteX9" fmla="*/ 278617 w 371863"/>
                  <a:gd name="connsiteY9" fmla="*/ 10994 h 306919"/>
                  <a:gd name="connsiteX10" fmla="*/ 289303 w 371863"/>
                  <a:gd name="connsiteY10" fmla="*/ 30854 h 306919"/>
                  <a:gd name="connsiteX11" fmla="*/ 288146 w 371863"/>
                  <a:gd name="connsiteY11" fmla="*/ 49110 h 306919"/>
                  <a:gd name="connsiteX12" fmla="*/ 262853 w 371863"/>
                  <a:gd name="connsiteY12" fmla="*/ 84287 h 306919"/>
                  <a:gd name="connsiteX13" fmla="*/ 250029 w 371863"/>
                  <a:gd name="connsiteY13" fmla="*/ 118217 h 306919"/>
                  <a:gd name="connsiteX14" fmla="*/ 257866 w 371863"/>
                  <a:gd name="connsiteY14" fmla="*/ 126054 h 306919"/>
                  <a:gd name="connsiteX15" fmla="*/ 293489 w 371863"/>
                  <a:gd name="connsiteY15" fmla="*/ 131843 h 306919"/>
                  <a:gd name="connsiteX16" fmla="*/ 341490 w 371863"/>
                  <a:gd name="connsiteY16" fmla="*/ 154285 h 306919"/>
                  <a:gd name="connsiteX17" fmla="*/ 368207 w 371863"/>
                  <a:gd name="connsiteY17" fmla="*/ 186167 h 306919"/>
                  <a:gd name="connsiteX18" fmla="*/ 368207 w 371863"/>
                  <a:gd name="connsiteY18" fmla="*/ 201484 h 306919"/>
                  <a:gd name="connsiteX19" fmla="*/ 338017 w 371863"/>
                  <a:gd name="connsiteY19" fmla="*/ 220453 h 306919"/>
                  <a:gd name="connsiteX20" fmla="*/ 303641 w 371863"/>
                  <a:gd name="connsiteY20" fmla="*/ 221700 h 306919"/>
                  <a:gd name="connsiteX21" fmla="*/ 292420 w 371863"/>
                  <a:gd name="connsiteY21" fmla="*/ 215911 h 306919"/>
                  <a:gd name="connsiteX22" fmla="*/ 279596 w 371863"/>
                  <a:gd name="connsiteY22" fmla="*/ 205136 h 306919"/>
                  <a:gd name="connsiteX23" fmla="*/ 294557 w 371863"/>
                  <a:gd name="connsiteY23" fmla="*/ 177439 h 306919"/>
                  <a:gd name="connsiteX24" fmla="*/ 290372 w 371863"/>
                  <a:gd name="connsiteY24" fmla="*/ 163725 h 306919"/>
                  <a:gd name="connsiteX25" fmla="*/ 232842 w 371863"/>
                  <a:gd name="connsiteY25" fmla="*/ 157135 h 306919"/>
                  <a:gd name="connsiteX26" fmla="*/ 207995 w 371863"/>
                  <a:gd name="connsiteY26" fmla="*/ 170404 h 306919"/>
                  <a:gd name="connsiteX27" fmla="*/ 178963 w 371863"/>
                  <a:gd name="connsiteY27" fmla="*/ 167287 h 306919"/>
                  <a:gd name="connsiteX28" fmla="*/ 148773 w 371863"/>
                  <a:gd name="connsiteY28" fmla="*/ 174411 h 306919"/>
                  <a:gd name="connsiteX29" fmla="*/ 99525 w 371863"/>
                  <a:gd name="connsiteY29" fmla="*/ 194004 h 306919"/>
                  <a:gd name="connsiteX30" fmla="*/ 87325 w 371863"/>
                  <a:gd name="connsiteY30" fmla="*/ 201662 h 306919"/>
                  <a:gd name="connsiteX31" fmla="*/ 77974 w 371863"/>
                  <a:gd name="connsiteY31" fmla="*/ 220097 h 306919"/>
                  <a:gd name="connsiteX32" fmla="*/ 72185 w 371863"/>
                  <a:gd name="connsiteY32" fmla="*/ 235771 h 306919"/>
                  <a:gd name="connsiteX33" fmla="*/ 64704 w 371863"/>
                  <a:gd name="connsiteY33" fmla="*/ 249842 h 306919"/>
                  <a:gd name="connsiteX34" fmla="*/ 59450 w 371863"/>
                  <a:gd name="connsiteY34" fmla="*/ 263378 h 306919"/>
                  <a:gd name="connsiteX35" fmla="*/ 55176 w 371863"/>
                  <a:gd name="connsiteY35" fmla="*/ 277182 h 306919"/>
                  <a:gd name="connsiteX36" fmla="*/ 50990 w 371863"/>
                  <a:gd name="connsiteY36" fmla="*/ 289560 h 306919"/>
                  <a:gd name="connsiteX37" fmla="*/ 49387 w 371863"/>
                  <a:gd name="connsiteY37" fmla="*/ 302295 h 306919"/>
                  <a:gd name="connsiteX38" fmla="*/ 43420 w 371863"/>
                  <a:gd name="connsiteY38" fmla="*/ 306481 h 306919"/>
                  <a:gd name="connsiteX39" fmla="*/ 29172 w 371863"/>
                  <a:gd name="connsiteY39" fmla="*/ 303988 h 306919"/>
                  <a:gd name="connsiteX40" fmla="*/ 18841 w 371863"/>
                  <a:gd name="connsiteY40" fmla="*/ 299446 h 306919"/>
                  <a:gd name="connsiteX41" fmla="*/ 8778 w 371863"/>
                  <a:gd name="connsiteY41" fmla="*/ 293835 h 306919"/>
                  <a:gd name="connsiteX42" fmla="*/ 3612 w 371863"/>
                  <a:gd name="connsiteY42" fmla="*/ 288937 h 306919"/>
                  <a:gd name="connsiteX43" fmla="*/ -306 w 371863"/>
                  <a:gd name="connsiteY43" fmla="*/ 280477 h 306919"/>
                  <a:gd name="connsiteX44" fmla="*/ 5393 w 371863"/>
                  <a:gd name="connsiteY44" fmla="*/ 266406 h 306919"/>
                  <a:gd name="connsiteX45" fmla="*/ 10559 w 371863"/>
                  <a:gd name="connsiteY45" fmla="*/ 251801 h 306919"/>
                  <a:gd name="connsiteX46" fmla="*/ 17861 w 371863"/>
                  <a:gd name="connsiteY46" fmla="*/ 235325 h 306919"/>
                  <a:gd name="connsiteX47" fmla="*/ 34693 w 371863"/>
                  <a:gd name="connsiteY47" fmla="*/ 198991 h 306919"/>
                  <a:gd name="connsiteX48" fmla="*/ 44043 w 371863"/>
                  <a:gd name="connsiteY48" fmla="*/ 179399 h 306919"/>
                  <a:gd name="connsiteX49" fmla="*/ 49565 w 371863"/>
                  <a:gd name="connsiteY49" fmla="*/ 168890 h 306919"/>
                  <a:gd name="connsiteX50" fmla="*/ 51257 w 371863"/>
                  <a:gd name="connsiteY50" fmla="*/ 157313 h 306919"/>
                  <a:gd name="connsiteX51" fmla="*/ 60163 w 371863"/>
                  <a:gd name="connsiteY51" fmla="*/ 150545 h 306919"/>
                  <a:gd name="connsiteX52" fmla="*/ 83941 w 371863"/>
                  <a:gd name="connsiteY52" fmla="*/ 150545 h 306919"/>
                  <a:gd name="connsiteX53" fmla="*/ 93647 w 371863"/>
                  <a:gd name="connsiteY53" fmla="*/ 156155 h 306919"/>
                  <a:gd name="connsiteX54" fmla="*/ 100861 w 371863"/>
                  <a:gd name="connsiteY54" fmla="*/ 163547 h 306919"/>
                  <a:gd name="connsiteX55" fmla="*/ 117959 w 371863"/>
                  <a:gd name="connsiteY55" fmla="*/ 159183 h 306919"/>
                  <a:gd name="connsiteX56" fmla="*/ 150554 w 371863"/>
                  <a:gd name="connsiteY56" fmla="*/ 147250 h 306919"/>
                  <a:gd name="connsiteX57" fmla="*/ 167652 w 371863"/>
                  <a:gd name="connsiteY57" fmla="*/ 133624 h 306919"/>
                  <a:gd name="connsiteX58" fmla="*/ 184128 w 371863"/>
                  <a:gd name="connsiteY58" fmla="*/ 115813 h 306919"/>
                  <a:gd name="connsiteX59" fmla="*/ 195706 w 371863"/>
                  <a:gd name="connsiteY59" fmla="*/ 96577 h 306919"/>
                  <a:gd name="connsiteX60" fmla="*/ 204611 w 371863"/>
                  <a:gd name="connsiteY60" fmla="*/ 80458 h 306919"/>
                  <a:gd name="connsiteX61" fmla="*/ 212092 w 371863"/>
                  <a:gd name="connsiteY61" fmla="*/ 59352 h 306919"/>
                  <a:gd name="connsiteX62" fmla="*/ 221621 w 371863"/>
                  <a:gd name="connsiteY62" fmla="*/ 35752 h 306919"/>
                  <a:gd name="connsiteX63" fmla="*/ 216087 w 371863"/>
                  <a:gd name="connsiteY63" fmla="*/ 31179 h 306919"/>
                  <a:gd name="connsiteX64" fmla="*/ 215833 w 371863"/>
                  <a:gd name="connsiteY64" fmla="*/ 31210 h 306919"/>
                  <a:gd name="connsiteX65" fmla="*/ 200069 w 371863"/>
                  <a:gd name="connsiteY65" fmla="*/ 39492 h 306919"/>
                  <a:gd name="connsiteX66" fmla="*/ 200693 w 371863"/>
                  <a:gd name="connsiteY66" fmla="*/ 58639 h 306919"/>
                  <a:gd name="connsiteX67" fmla="*/ 200693 w 371863"/>
                  <a:gd name="connsiteY67" fmla="*/ 76450 h 306919"/>
                  <a:gd name="connsiteX68" fmla="*/ 193479 w 371863"/>
                  <a:gd name="connsiteY68" fmla="*/ 84643 h 306919"/>
                  <a:gd name="connsiteX69" fmla="*/ 172373 w 371863"/>
                  <a:gd name="connsiteY69" fmla="*/ 86336 h 306919"/>
                  <a:gd name="connsiteX70" fmla="*/ 151534 w 371863"/>
                  <a:gd name="connsiteY70" fmla="*/ 77430 h 306919"/>
                  <a:gd name="connsiteX71" fmla="*/ 140402 w 371863"/>
                  <a:gd name="connsiteY71" fmla="*/ 68524 h 306919"/>
                  <a:gd name="connsiteX72" fmla="*/ 138354 w 371863"/>
                  <a:gd name="connsiteY72" fmla="*/ 77964 h 306919"/>
                  <a:gd name="connsiteX73" fmla="*/ 138354 w 371863"/>
                  <a:gd name="connsiteY73" fmla="*/ 115724 h 306919"/>
                  <a:gd name="connsiteX74" fmla="*/ 125174 w 371863"/>
                  <a:gd name="connsiteY74" fmla="*/ 130596 h 306919"/>
                  <a:gd name="connsiteX75" fmla="*/ 102197 w 371863"/>
                  <a:gd name="connsiteY75" fmla="*/ 126589 h 306919"/>
                  <a:gd name="connsiteX76" fmla="*/ 81180 w 371863"/>
                  <a:gd name="connsiteY76" fmla="*/ 90966 h 306919"/>
                  <a:gd name="connsiteX77" fmla="*/ 81180 w 371863"/>
                  <a:gd name="connsiteY77" fmla="*/ 74669 h 306919"/>
                  <a:gd name="connsiteX78" fmla="*/ 88571 w 371863"/>
                  <a:gd name="connsiteY78" fmla="*/ 66387 h 306919"/>
                  <a:gd name="connsiteX79" fmla="*/ 91510 w 371863"/>
                  <a:gd name="connsiteY79" fmla="*/ 56056 h 306919"/>
                  <a:gd name="connsiteX80" fmla="*/ 97477 w 371863"/>
                  <a:gd name="connsiteY80" fmla="*/ 42876 h 306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371863" h="306919">
                    <a:moveTo>
                      <a:pt x="97477" y="42876"/>
                    </a:moveTo>
                    <a:cubicBezTo>
                      <a:pt x="97523" y="38991"/>
                      <a:pt x="98501" y="35174"/>
                      <a:pt x="100327" y="31744"/>
                    </a:cubicBezTo>
                    <a:cubicBezTo>
                      <a:pt x="103266" y="27202"/>
                      <a:pt x="104067" y="23818"/>
                      <a:pt x="115644" y="30052"/>
                    </a:cubicBezTo>
                    <a:cubicBezTo>
                      <a:pt x="127222" y="36286"/>
                      <a:pt x="127667" y="47863"/>
                      <a:pt x="130962" y="47863"/>
                    </a:cubicBezTo>
                    <a:cubicBezTo>
                      <a:pt x="134257" y="47863"/>
                      <a:pt x="138443" y="38958"/>
                      <a:pt x="145478" y="37889"/>
                    </a:cubicBezTo>
                    <a:cubicBezTo>
                      <a:pt x="158925" y="33169"/>
                      <a:pt x="170681" y="45548"/>
                      <a:pt x="176915" y="41808"/>
                    </a:cubicBezTo>
                    <a:cubicBezTo>
                      <a:pt x="183149" y="38067"/>
                      <a:pt x="195973" y="20880"/>
                      <a:pt x="203632" y="16783"/>
                    </a:cubicBezTo>
                    <a:cubicBezTo>
                      <a:pt x="211290" y="12686"/>
                      <a:pt x="221888" y="1020"/>
                      <a:pt x="231862" y="664"/>
                    </a:cubicBezTo>
                    <a:cubicBezTo>
                      <a:pt x="241454" y="-806"/>
                      <a:pt x="251214" y="-806"/>
                      <a:pt x="260805" y="664"/>
                    </a:cubicBezTo>
                    <a:cubicBezTo>
                      <a:pt x="271136" y="3158"/>
                      <a:pt x="276568" y="6453"/>
                      <a:pt x="278617" y="10994"/>
                    </a:cubicBezTo>
                    <a:cubicBezTo>
                      <a:pt x="282652" y="17348"/>
                      <a:pt x="286224" y="23985"/>
                      <a:pt x="289303" y="30854"/>
                    </a:cubicBezTo>
                    <a:cubicBezTo>
                      <a:pt x="291408" y="36845"/>
                      <a:pt x="290990" y="43433"/>
                      <a:pt x="288146" y="49110"/>
                    </a:cubicBezTo>
                    <a:cubicBezTo>
                      <a:pt x="279107" y="60387"/>
                      <a:pt x="270665" y="72128"/>
                      <a:pt x="262853" y="84287"/>
                    </a:cubicBezTo>
                    <a:cubicBezTo>
                      <a:pt x="258312" y="94172"/>
                      <a:pt x="254571" y="111983"/>
                      <a:pt x="250029" y="118217"/>
                    </a:cubicBezTo>
                    <a:cubicBezTo>
                      <a:pt x="245488" y="124451"/>
                      <a:pt x="249139" y="126054"/>
                      <a:pt x="257866" y="126054"/>
                    </a:cubicBezTo>
                    <a:cubicBezTo>
                      <a:pt x="266594" y="126054"/>
                      <a:pt x="286899" y="131843"/>
                      <a:pt x="293489" y="131843"/>
                    </a:cubicBezTo>
                    <a:cubicBezTo>
                      <a:pt x="310932" y="135739"/>
                      <a:pt x="327315" y="143398"/>
                      <a:pt x="341490" y="154285"/>
                    </a:cubicBezTo>
                    <a:cubicBezTo>
                      <a:pt x="351464" y="164170"/>
                      <a:pt x="365980" y="177796"/>
                      <a:pt x="368207" y="186167"/>
                    </a:cubicBezTo>
                    <a:cubicBezTo>
                      <a:pt x="370433" y="194538"/>
                      <a:pt x="374441" y="194004"/>
                      <a:pt x="368207" y="201484"/>
                    </a:cubicBezTo>
                    <a:cubicBezTo>
                      <a:pt x="360204" y="210612"/>
                      <a:pt x="349712" y="217205"/>
                      <a:pt x="338017" y="220453"/>
                    </a:cubicBezTo>
                    <a:cubicBezTo>
                      <a:pt x="328488" y="222145"/>
                      <a:pt x="310231" y="224639"/>
                      <a:pt x="303641" y="221700"/>
                    </a:cubicBezTo>
                    <a:cubicBezTo>
                      <a:pt x="297051" y="218761"/>
                      <a:pt x="295359" y="219652"/>
                      <a:pt x="292420" y="215911"/>
                    </a:cubicBezTo>
                    <a:cubicBezTo>
                      <a:pt x="289482" y="212171"/>
                      <a:pt x="280041" y="210123"/>
                      <a:pt x="279596" y="205136"/>
                    </a:cubicBezTo>
                    <a:cubicBezTo>
                      <a:pt x="279151" y="200149"/>
                      <a:pt x="293311" y="185722"/>
                      <a:pt x="294557" y="177439"/>
                    </a:cubicBezTo>
                    <a:cubicBezTo>
                      <a:pt x="295804" y="169157"/>
                      <a:pt x="299456" y="166664"/>
                      <a:pt x="290372" y="163725"/>
                    </a:cubicBezTo>
                    <a:cubicBezTo>
                      <a:pt x="281288" y="160786"/>
                      <a:pt x="258490" y="148407"/>
                      <a:pt x="232842" y="157135"/>
                    </a:cubicBezTo>
                    <a:cubicBezTo>
                      <a:pt x="207194" y="165862"/>
                      <a:pt x="218326" y="171651"/>
                      <a:pt x="207995" y="170404"/>
                    </a:cubicBezTo>
                    <a:cubicBezTo>
                      <a:pt x="198465" y="168280"/>
                      <a:pt x="188727" y="167234"/>
                      <a:pt x="178963" y="167287"/>
                    </a:cubicBezTo>
                    <a:cubicBezTo>
                      <a:pt x="171571" y="168534"/>
                      <a:pt x="159282" y="171384"/>
                      <a:pt x="148773" y="174411"/>
                    </a:cubicBezTo>
                    <a:cubicBezTo>
                      <a:pt x="132037" y="180107"/>
                      <a:pt x="115600" y="186646"/>
                      <a:pt x="99525" y="194004"/>
                    </a:cubicBezTo>
                    <a:cubicBezTo>
                      <a:pt x="95607" y="196497"/>
                      <a:pt x="91421" y="194449"/>
                      <a:pt x="87325" y="201662"/>
                    </a:cubicBezTo>
                    <a:cubicBezTo>
                      <a:pt x="83228" y="208876"/>
                      <a:pt x="81714" y="212616"/>
                      <a:pt x="77974" y="220097"/>
                    </a:cubicBezTo>
                    <a:cubicBezTo>
                      <a:pt x="74233" y="227578"/>
                      <a:pt x="75480" y="230873"/>
                      <a:pt x="72185" y="235771"/>
                    </a:cubicBezTo>
                    <a:cubicBezTo>
                      <a:pt x="68708" y="239868"/>
                      <a:pt x="66156" y="244668"/>
                      <a:pt x="64704" y="249842"/>
                    </a:cubicBezTo>
                    <a:cubicBezTo>
                      <a:pt x="61854" y="258747"/>
                      <a:pt x="60697" y="258747"/>
                      <a:pt x="59450" y="263378"/>
                    </a:cubicBezTo>
                    <a:cubicBezTo>
                      <a:pt x="58314" y="268064"/>
                      <a:pt x="56886" y="272674"/>
                      <a:pt x="55176" y="277182"/>
                    </a:cubicBezTo>
                    <a:cubicBezTo>
                      <a:pt x="53489" y="281203"/>
                      <a:pt x="52090" y="285340"/>
                      <a:pt x="50990" y="289560"/>
                    </a:cubicBezTo>
                    <a:cubicBezTo>
                      <a:pt x="50166" y="293764"/>
                      <a:pt x="49631" y="298019"/>
                      <a:pt x="49387" y="302295"/>
                    </a:cubicBezTo>
                    <a:cubicBezTo>
                      <a:pt x="49387" y="305234"/>
                      <a:pt x="48585" y="306214"/>
                      <a:pt x="43420" y="306481"/>
                    </a:cubicBezTo>
                    <a:cubicBezTo>
                      <a:pt x="38590" y="306206"/>
                      <a:pt x="33808" y="305369"/>
                      <a:pt x="29172" y="303988"/>
                    </a:cubicBezTo>
                    <a:cubicBezTo>
                      <a:pt x="25876" y="303364"/>
                      <a:pt x="22314" y="300514"/>
                      <a:pt x="18841" y="299446"/>
                    </a:cubicBezTo>
                    <a:cubicBezTo>
                      <a:pt x="15305" y="297921"/>
                      <a:pt x="11933" y="296041"/>
                      <a:pt x="8778" y="293835"/>
                    </a:cubicBezTo>
                    <a:cubicBezTo>
                      <a:pt x="6771" y="292531"/>
                      <a:pt x="5020" y="290871"/>
                      <a:pt x="3612" y="288937"/>
                    </a:cubicBezTo>
                    <a:cubicBezTo>
                      <a:pt x="974" y="286949"/>
                      <a:pt x="-496" y="283775"/>
                      <a:pt x="-306" y="280477"/>
                    </a:cubicBezTo>
                    <a:cubicBezTo>
                      <a:pt x="157" y="275325"/>
                      <a:pt x="2141" y="270428"/>
                      <a:pt x="5393" y="266406"/>
                    </a:cubicBezTo>
                    <a:cubicBezTo>
                      <a:pt x="7895" y="261850"/>
                      <a:pt x="9639" y="256917"/>
                      <a:pt x="10559" y="251801"/>
                    </a:cubicBezTo>
                    <a:cubicBezTo>
                      <a:pt x="12605" y="246145"/>
                      <a:pt x="15046" y="240640"/>
                      <a:pt x="17861" y="235325"/>
                    </a:cubicBezTo>
                    <a:cubicBezTo>
                      <a:pt x="19909" y="231763"/>
                      <a:pt x="31665" y="204779"/>
                      <a:pt x="34693" y="198991"/>
                    </a:cubicBezTo>
                    <a:cubicBezTo>
                      <a:pt x="37721" y="193202"/>
                      <a:pt x="42173" y="182872"/>
                      <a:pt x="44043" y="179399"/>
                    </a:cubicBezTo>
                    <a:cubicBezTo>
                      <a:pt x="45914" y="175926"/>
                      <a:pt x="49565" y="171740"/>
                      <a:pt x="49565" y="168890"/>
                    </a:cubicBezTo>
                    <a:cubicBezTo>
                      <a:pt x="49320" y="164955"/>
                      <a:pt x="49896" y="161013"/>
                      <a:pt x="51257" y="157313"/>
                    </a:cubicBezTo>
                    <a:cubicBezTo>
                      <a:pt x="52956" y="153749"/>
                      <a:pt x="56274" y="151227"/>
                      <a:pt x="60163" y="150545"/>
                    </a:cubicBezTo>
                    <a:cubicBezTo>
                      <a:pt x="68076" y="149924"/>
                      <a:pt x="76027" y="149924"/>
                      <a:pt x="83941" y="150545"/>
                    </a:cubicBezTo>
                    <a:cubicBezTo>
                      <a:pt x="88660" y="151346"/>
                      <a:pt x="92134" y="155532"/>
                      <a:pt x="93647" y="156155"/>
                    </a:cubicBezTo>
                    <a:cubicBezTo>
                      <a:pt x="95162" y="156779"/>
                      <a:pt x="97299" y="163101"/>
                      <a:pt x="100861" y="163547"/>
                    </a:cubicBezTo>
                    <a:cubicBezTo>
                      <a:pt x="106737" y="162901"/>
                      <a:pt x="112493" y="161432"/>
                      <a:pt x="117959" y="159183"/>
                    </a:cubicBezTo>
                    <a:cubicBezTo>
                      <a:pt x="129072" y="155917"/>
                      <a:pt x="139960" y="151931"/>
                      <a:pt x="150554" y="147250"/>
                    </a:cubicBezTo>
                    <a:cubicBezTo>
                      <a:pt x="156517" y="143049"/>
                      <a:pt x="162226" y="138499"/>
                      <a:pt x="167652" y="133624"/>
                    </a:cubicBezTo>
                    <a:cubicBezTo>
                      <a:pt x="170948" y="130774"/>
                      <a:pt x="180655" y="119642"/>
                      <a:pt x="184128" y="115813"/>
                    </a:cubicBezTo>
                    <a:cubicBezTo>
                      <a:pt x="187602" y="111983"/>
                      <a:pt x="192232" y="101742"/>
                      <a:pt x="195706" y="96577"/>
                    </a:cubicBezTo>
                    <a:cubicBezTo>
                      <a:pt x="199179" y="91412"/>
                      <a:pt x="201405" y="85445"/>
                      <a:pt x="204611" y="80458"/>
                    </a:cubicBezTo>
                    <a:cubicBezTo>
                      <a:pt x="207817" y="75471"/>
                      <a:pt x="208708" y="65140"/>
                      <a:pt x="212092" y="59352"/>
                    </a:cubicBezTo>
                    <a:cubicBezTo>
                      <a:pt x="215694" y="51664"/>
                      <a:pt x="218875" y="43785"/>
                      <a:pt x="221621" y="35752"/>
                    </a:cubicBezTo>
                    <a:cubicBezTo>
                      <a:pt x="221355" y="32961"/>
                      <a:pt x="218878" y="30914"/>
                      <a:pt x="216087" y="31179"/>
                    </a:cubicBezTo>
                    <a:cubicBezTo>
                      <a:pt x="216002" y="31188"/>
                      <a:pt x="215917" y="31198"/>
                      <a:pt x="215833" y="31210"/>
                    </a:cubicBezTo>
                    <a:cubicBezTo>
                      <a:pt x="210400" y="31210"/>
                      <a:pt x="201672" y="31210"/>
                      <a:pt x="200069" y="39492"/>
                    </a:cubicBezTo>
                    <a:cubicBezTo>
                      <a:pt x="198993" y="45852"/>
                      <a:pt x="199205" y="52363"/>
                      <a:pt x="200693" y="58639"/>
                    </a:cubicBezTo>
                    <a:cubicBezTo>
                      <a:pt x="201821" y="64523"/>
                      <a:pt x="201821" y="70567"/>
                      <a:pt x="200693" y="76450"/>
                    </a:cubicBezTo>
                    <a:cubicBezTo>
                      <a:pt x="199179" y="79924"/>
                      <a:pt x="199624" y="83397"/>
                      <a:pt x="193479" y="84643"/>
                    </a:cubicBezTo>
                    <a:cubicBezTo>
                      <a:pt x="186712" y="87039"/>
                      <a:pt x="179435" y="87622"/>
                      <a:pt x="172373" y="86336"/>
                    </a:cubicBezTo>
                    <a:cubicBezTo>
                      <a:pt x="165051" y="84337"/>
                      <a:pt x="158039" y="81340"/>
                      <a:pt x="151534" y="77430"/>
                    </a:cubicBezTo>
                    <a:cubicBezTo>
                      <a:pt x="146369" y="72888"/>
                      <a:pt x="143341" y="67901"/>
                      <a:pt x="140402" y="68524"/>
                    </a:cubicBezTo>
                    <a:cubicBezTo>
                      <a:pt x="137463" y="69148"/>
                      <a:pt x="137908" y="73690"/>
                      <a:pt x="138354" y="77964"/>
                    </a:cubicBezTo>
                    <a:cubicBezTo>
                      <a:pt x="139111" y="90539"/>
                      <a:pt x="139111" y="103149"/>
                      <a:pt x="138354" y="115724"/>
                    </a:cubicBezTo>
                    <a:cubicBezTo>
                      <a:pt x="137391" y="122899"/>
                      <a:pt x="132181" y="128778"/>
                      <a:pt x="125174" y="130596"/>
                    </a:cubicBezTo>
                    <a:cubicBezTo>
                      <a:pt x="117324" y="133145"/>
                      <a:pt x="108721" y="131645"/>
                      <a:pt x="102197" y="126589"/>
                    </a:cubicBezTo>
                    <a:cubicBezTo>
                      <a:pt x="96408" y="120978"/>
                      <a:pt x="88126" y="117060"/>
                      <a:pt x="81180" y="90966"/>
                    </a:cubicBezTo>
                    <a:cubicBezTo>
                      <a:pt x="79826" y="85618"/>
                      <a:pt x="79826" y="80017"/>
                      <a:pt x="81180" y="74669"/>
                    </a:cubicBezTo>
                    <a:cubicBezTo>
                      <a:pt x="82159" y="72621"/>
                      <a:pt x="88126" y="69237"/>
                      <a:pt x="88571" y="66387"/>
                    </a:cubicBezTo>
                    <a:cubicBezTo>
                      <a:pt x="88643" y="62748"/>
                      <a:pt x="89656" y="59189"/>
                      <a:pt x="91510" y="56056"/>
                    </a:cubicBezTo>
                    <a:cubicBezTo>
                      <a:pt x="93930" y="51871"/>
                      <a:pt x="95928" y="47456"/>
                      <a:pt x="97477" y="42876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" name="任意多边形: 形状 209">
                <a:extLst>
                  <a:ext uri="{FF2B5EF4-FFF2-40B4-BE49-F238E27FC236}">
                    <a16:creationId xmlns:a16="http://schemas.microsoft.com/office/drawing/2014/main" id="{56BD6A59-EE9B-45E7-BEE7-9497ED5A3954}"/>
                  </a:ext>
                </a:extLst>
              </p:cNvPr>
              <p:cNvSpPr/>
              <p:nvPr/>
            </p:nvSpPr>
            <p:spPr>
              <a:xfrm>
                <a:off x="2536547" y="6071524"/>
                <a:ext cx="228254" cy="280244"/>
              </a:xfrm>
              <a:custGeom>
                <a:avLst/>
                <a:gdLst>
                  <a:gd name="connsiteX0" fmla="*/ 1612 w 228254"/>
                  <a:gd name="connsiteY0" fmla="*/ 55932 h 280244"/>
                  <a:gd name="connsiteX1" fmla="*/ 1064 w 228254"/>
                  <a:gd name="connsiteY1" fmla="*/ 51178 h 280244"/>
                  <a:gd name="connsiteX2" fmla="*/ 3037 w 228254"/>
                  <a:gd name="connsiteY2" fmla="*/ 49965 h 280244"/>
                  <a:gd name="connsiteX3" fmla="*/ 15861 w 228254"/>
                  <a:gd name="connsiteY3" fmla="*/ 45869 h 280244"/>
                  <a:gd name="connsiteX4" fmla="*/ 105719 w 228254"/>
                  <a:gd name="connsiteY4" fmla="*/ 5170 h 280244"/>
                  <a:gd name="connsiteX5" fmla="*/ 162002 w 228254"/>
                  <a:gd name="connsiteY5" fmla="*/ 985 h 280244"/>
                  <a:gd name="connsiteX6" fmla="*/ 176340 w 228254"/>
                  <a:gd name="connsiteY6" fmla="*/ 20310 h 280244"/>
                  <a:gd name="connsiteX7" fmla="*/ 175538 w 228254"/>
                  <a:gd name="connsiteY7" fmla="*/ 35182 h 280244"/>
                  <a:gd name="connsiteX8" fmla="*/ 142766 w 228254"/>
                  <a:gd name="connsiteY8" fmla="*/ 69201 h 280244"/>
                  <a:gd name="connsiteX9" fmla="*/ 139115 w 228254"/>
                  <a:gd name="connsiteY9" fmla="*/ 78107 h 280244"/>
                  <a:gd name="connsiteX10" fmla="*/ 133504 w 228254"/>
                  <a:gd name="connsiteY10" fmla="*/ 82204 h 280244"/>
                  <a:gd name="connsiteX11" fmla="*/ 138759 w 228254"/>
                  <a:gd name="connsiteY11" fmla="*/ 87814 h 280244"/>
                  <a:gd name="connsiteX12" fmla="*/ 182218 w 228254"/>
                  <a:gd name="connsiteY12" fmla="*/ 88972 h 280244"/>
                  <a:gd name="connsiteX13" fmla="*/ 192459 w 228254"/>
                  <a:gd name="connsiteY13" fmla="*/ 84519 h 280244"/>
                  <a:gd name="connsiteX14" fmla="*/ 221758 w 228254"/>
                  <a:gd name="connsiteY14" fmla="*/ 99213 h 280244"/>
                  <a:gd name="connsiteX15" fmla="*/ 225231 w 228254"/>
                  <a:gd name="connsiteY15" fmla="*/ 112482 h 280244"/>
                  <a:gd name="connsiteX16" fmla="*/ 227903 w 228254"/>
                  <a:gd name="connsiteY16" fmla="*/ 117024 h 280244"/>
                  <a:gd name="connsiteX17" fmla="*/ 223984 w 228254"/>
                  <a:gd name="connsiteY17" fmla="*/ 126909 h 280244"/>
                  <a:gd name="connsiteX18" fmla="*/ 161645 w 228254"/>
                  <a:gd name="connsiteY18" fmla="*/ 126909 h 280244"/>
                  <a:gd name="connsiteX19" fmla="*/ 147218 w 228254"/>
                  <a:gd name="connsiteY19" fmla="*/ 134568 h 280244"/>
                  <a:gd name="connsiteX20" fmla="*/ 141697 w 228254"/>
                  <a:gd name="connsiteY20" fmla="*/ 236003 h 280244"/>
                  <a:gd name="connsiteX21" fmla="*/ 130120 w 228254"/>
                  <a:gd name="connsiteY21" fmla="*/ 276523 h 280244"/>
                  <a:gd name="connsiteX22" fmla="*/ 94497 w 228254"/>
                  <a:gd name="connsiteY22" fmla="*/ 276523 h 280244"/>
                  <a:gd name="connsiteX23" fmla="*/ 57183 w 228254"/>
                  <a:gd name="connsiteY23" fmla="*/ 248292 h 280244"/>
                  <a:gd name="connsiteX24" fmla="*/ 53086 w 228254"/>
                  <a:gd name="connsiteY24" fmla="*/ 212670 h 280244"/>
                  <a:gd name="connsiteX25" fmla="*/ 58697 w 228254"/>
                  <a:gd name="connsiteY25" fmla="*/ 194859 h 280244"/>
                  <a:gd name="connsiteX26" fmla="*/ 59499 w 228254"/>
                  <a:gd name="connsiteY26" fmla="*/ 181679 h 280244"/>
                  <a:gd name="connsiteX27" fmla="*/ 65287 w 228254"/>
                  <a:gd name="connsiteY27" fmla="*/ 191564 h 280244"/>
                  <a:gd name="connsiteX28" fmla="*/ 86127 w 228254"/>
                  <a:gd name="connsiteY28" fmla="*/ 217568 h 280244"/>
                  <a:gd name="connsiteX29" fmla="*/ 108390 w 228254"/>
                  <a:gd name="connsiteY29" fmla="*/ 218191 h 280244"/>
                  <a:gd name="connsiteX30" fmla="*/ 118097 w 228254"/>
                  <a:gd name="connsiteY30" fmla="*/ 188269 h 280244"/>
                  <a:gd name="connsiteX31" fmla="*/ 119967 w 228254"/>
                  <a:gd name="connsiteY31" fmla="*/ 137774 h 280244"/>
                  <a:gd name="connsiteX32" fmla="*/ 114001 w 228254"/>
                  <a:gd name="connsiteY32" fmla="*/ 134034 h 280244"/>
                  <a:gd name="connsiteX33" fmla="*/ 94231 w 228254"/>
                  <a:gd name="connsiteY33" fmla="*/ 139199 h 280244"/>
                  <a:gd name="connsiteX34" fmla="*/ 73124 w 228254"/>
                  <a:gd name="connsiteY34" fmla="*/ 148906 h 280244"/>
                  <a:gd name="connsiteX35" fmla="*/ 52107 w 228254"/>
                  <a:gd name="connsiteY35" fmla="*/ 162532 h 280244"/>
                  <a:gd name="connsiteX36" fmla="*/ 28418 w 228254"/>
                  <a:gd name="connsiteY36" fmla="*/ 167697 h 280244"/>
                  <a:gd name="connsiteX37" fmla="*/ 8826 w 228254"/>
                  <a:gd name="connsiteY37" fmla="*/ 154695 h 280244"/>
                  <a:gd name="connsiteX38" fmla="*/ 2592 w 228254"/>
                  <a:gd name="connsiteY38" fmla="*/ 139823 h 280244"/>
                  <a:gd name="connsiteX39" fmla="*/ -258 w 228254"/>
                  <a:gd name="connsiteY39" fmla="*/ 128067 h 280244"/>
                  <a:gd name="connsiteX40" fmla="*/ 4640 w 228254"/>
                  <a:gd name="connsiteY40" fmla="*/ 112571 h 280244"/>
                  <a:gd name="connsiteX41" fmla="*/ 21204 w 228254"/>
                  <a:gd name="connsiteY41" fmla="*/ 111770 h 280244"/>
                  <a:gd name="connsiteX42" fmla="*/ 50058 w 228254"/>
                  <a:gd name="connsiteY42" fmla="*/ 107673 h 280244"/>
                  <a:gd name="connsiteX43" fmla="*/ 86305 w 228254"/>
                  <a:gd name="connsiteY43" fmla="*/ 98144 h 280244"/>
                  <a:gd name="connsiteX44" fmla="*/ 92093 w 228254"/>
                  <a:gd name="connsiteY44" fmla="*/ 92534 h 280244"/>
                  <a:gd name="connsiteX45" fmla="*/ 87551 w 228254"/>
                  <a:gd name="connsiteY45" fmla="*/ 79175 h 280244"/>
                  <a:gd name="connsiteX46" fmla="*/ 92539 w 228254"/>
                  <a:gd name="connsiteY46" fmla="*/ 69468 h 280244"/>
                  <a:gd name="connsiteX47" fmla="*/ 128161 w 228254"/>
                  <a:gd name="connsiteY47" fmla="*/ 36696 h 280244"/>
                  <a:gd name="connsiteX48" fmla="*/ 125934 w 228254"/>
                  <a:gd name="connsiteY48" fmla="*/ 32956 h 280244"/>
                  <a:gd name="connsiteX49" fmla="*/ 94765 w 228254"/>
                  <a:gd name="connsiteY49" fmla="*/ 43286 h 280244"/>
                  <a:gd name="connsiteX50" fmla="*/ 73302 w 228254"/>
                  <a:gd name="connsiteY50" fmla="*/ 52192 h 280244"/>
                  <a:gd name="connsiteX51" fmla="*/ 47120 w 228254"/>
                  <a:gd name="connsiteY51" fmla="*/ 66619 h 280244"/>
                  <a:gd name="connsiteX52" fmla="*/ 29309 w 228254"/>
                  <a:gd name="connsiteY52" fmla="*/ 75524 h 280244"/>
                  <a:gd name="connsiteX53" fmla="*/ 20403 w 228254"/>
                  <a:gd name="connsiteY53" fmla="*/ 77840 h 280244"/>
                  <a:gd name="connsiteX54" fmla="*/ 11497 w 228254"/>
                  <a:gd name="connsiteY54" fmla="*/ 68489 h 280244"/>
                  <a:gd name="connsiteX55" fmla="*/ 6689 w 228254"/>
                  <a:gd name="connsiteY55" fmla="*/ 63769 h 280244"/>
                  <a:gd name="connsiteX56" fmla="*/ 1791 w 228254"/>
                  <a:gd name="connsiteY56" fmla="*/ 56734 h 280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28254" h="280244">
                    <a:moveTo>
                      <a:pt x="1612" y="55932"/>
                    </a:moveTo>
                    <a:cubicBezTo>
                      <a:pt x="148" y="54770"/>
                      <a:pt x="-97" y="52642"/>
                      <a:pt x="1064" y="51178"/>
                    </a:cubicBezTo>
                    <a:cubicBezTo>
                      <a:pt x="1559" y="50554"/>
                      <a:pt x="2257" y="50125"/>
                      <a:pt x="3037" y="49965"/>
                    </a:cubicBezTo>
                    <a:cubicBezTo>
                      <a:pt x="8381" y="47917"/>
                      <a:pt x="9182" y="49965"/>
                      <a:pt x="15861" y="45869"/>
                    </a:cubicBezTo>
                    <a:cubicBezTo>
                      <a:pt x="22540" y="41772"/>
                      <a:pt x="72946" y="8911"/>
                      <a:pt x="105719" y="5170"/>
                    </a:cubicBezTo>
                    <a:cubicBezTo>
                      <a:pt x="138491" y="1430"/>
                      <a:pt x="152028" y="-2666"/>
                      <a:pt x="162002" y="985"/>
                    </a:cubicBezTo>
                    <a:cubicBezTo>
                      <a:pt x="169790" y="4528"/>
                      <a:pt x="175206" y="11829"/>
                      <a:pt x="176340" y="20310"/>
                    </a:cubicBezTo>
                    <a:cubicBezTo>
                      <a:pt x="177825" y="25208"/>
                      <a:pt x="177542" y="30472"/>
                      <a:pt x="175538" y="35182"/>
                    </a:cubicBezTo>
                    <a:cubicBezTo>
                      <a:pt x="173490" y="37676"/>
                      <a:pt x="146061" y="61899"/>
                      <a:pt x="142766" y="69201"/>
                    </a:cubicBezTo>
                    <a:cubicBezTo>
                      <a:pt x="139471" y="76504"/>
                      <a:pt x="140807" y="76771"/>
                      <a:pt x="139115" y="78107"/>
                    </a:cubicBezTo>
                    <a:cubicBezTo>
                      <a:pt x="137422" y="79443"/>
                      <a:pt x="133237" y="79710"/>
                      <a:pt x="133504" y="82204"/>
                    </a:cubicBezTo>
                    <a:cubicBezTo>
                      <a:pt x="133771" y="84697"/>
                      <a:pt x="134483" y="86478"/>
                      <a:pt x="138759" y="87814"/>
                    </a:cubicBezTo>
                    <a:cubicBezTo>
                      <a:pt x="153182" y="89481"/>
                      <a:pt x="167726" y="89869"/>
                      <a:pt x="182218" y="88972"/>
                    </a:cubicBezTo>
                    <a:cubicBezTo>
                      <a:pt x="185869" y="87636"/>
                      <a:pt x="189075" y="83361"/>
                      <a:pt x="192459" y="84519"/>
                    </a:cubicBezTo>
                    <a:cubicBezTo>
                      <a:pt x="195843" y="85677"/>
                      <a:pt x="219176" y="94938"/>
                      <a:pt x="221758" y="99213"/>
                    </a:cubicBezTo>
                    <a:cubicBezTo>
                      <a:pt x="224180" y="103205"/>
                      <a:pt x="225386" y="107816"/>
                      <a:pt x="225231" y="112482"/>
                    </a:cubicBezTo>
                    <a:cubicBezTo>
                      <a:pt x="225231" y="117826"/>
                      <a:pt x="227903" y="115154"/>
                      <a:pt x="227903" y="117024"/>
                    </a:cubicBezTo>
                    <a:cubicBezTo>
                      <a:pt x="227903" y="118894"/>
                      <a:pt x="228526" y="125217"/>
                      <a:pt x="223984" y="126909"/>
                    </a:cubicBezTo>
                    <a:cubicBezTo>
                      <a:pt x="219443" y="128601"/>
                      <a:pt x="163961" y="126909"/>
                      <a:pt x="161645" y="126909"/>
                    </a:cubicBezTo>
                    <a:cubicBezTo>
                      <a:pt x="159330" y="126909"/>
                      <a:pt x="147486" y="128780"/>
                      <a:pt x="147218" y="134568"/>
                    </a:cubicBezTo>
                    <a:cubicBezTo>
                      <a:pt x="146951" y="140357"/>
                      <a:pt x="142944" y="228077"/>
                      <a:pt x="141697" y="236003"/>
                    </a:cubicBezTo>
                    <a:cubicBezTo>
                      <a:pt x="140450" y="243928"/>
                      <a:pt x="141697" y="271180"/>
                      <a:pt x="130120" y="276523"/>
                    </a:cubicBezTo>
                    <a:cubicBezTo>
                      <a:pt x="118543" y="281866"/>
                      <a:pt x="109459" y="279818"/>
                      <a:pt x="94497" y="276523"/>
                    </a:cubicBezTo>
                    <a:cubicBezTo>
                      <a:pt x="78923" y="272197"/>
                      <a:pt x="65581" y="262103"/>
                      <a:pt x="57183" y="248292"/>
                    </a:cubicBezTo>
                    <a:cubicBezTo>
                      <a:pt x="52169" y="237127"/>
                      <a:pt x="50738" y="224682"/>
                      <a:pt x="53086" y="212670"/>
                    </a:cubicBezTo>
                    <a:cubicBezTo>
                      <a:pt x="55936" y="205189"/>
                      <a:pt x="59143" y="201004"/>
                      <a:pt x="58697" y="194859"/>
                    </a:cubicBezTo>
                    <a:cubicBezTo>
                      <a:pt x="58252" y="188714"/>
                      <a:pt x="56649" y="179987"/>
                      <a:pt x="59499" y="181679"/>
                    </a:cubicBezTo>
                    <a:cubicBezTo>
                      <a:pt x="62348" y="183371"/>
                      <a:pt x="63417" y="185597"/>
                      <a:pt x="65287" y="191564"/>
                    </a:cubicBezTo>
                    <a:cubicBezTo>
                      <a:pt x="68905" y="202442"/>
                      <a:pt x="76298" y="211667"/>
                      <a:pt x="86127" y="217568"/>
                    </a:cubicBezTo>
                    <a:cubicBezTo>
                      <a:pt x="97080" y="222288"/>
                      <a:pt x="106164" y="221308"/>
                      <a:pt x="108390" y="218191"/>
                    </a:cubicBezTo>
                    <a:cubicBezTo>
                      <a:pt x="110617" y="215074"/>
                      <a:pt x="116495" y="209731"/>
                      <a:pt x="118097" y="188269"/>
                    </a:cubicBezTo>
                    <a:cubicBezTo>
                      <a:pt x="119700" y="166806"/>
                      <a:pt x="122016" y="140446"/>
                      <a:pt x="119967" y="137774"/>
                    </a:cubicBezTo>
                    <a:cubicBezTo>
                      <a:pt x="117919" y="135103"/>
                      <a:pt x="117919" y="133411"/>
                      <a:pt x="114001" y="134034"/>
                    </a:cubicBezTo>
                    <a:cubicBezTo>
                      <a:pt x="107294" y="135275"/>
                      <a:pt x="100687" y="137001"/>
                      <a:pt x="94231" y="139199"/>
                    </a:cubicBezTo>
                    <a:cubicBezTo>
                      <a:pt x="87036" y="142077"/>
                      <a:pt x="79992" y="145317"/>
                      <a:pt x="73124" y="148906"/>
                    </a:cubicBezTo>
                    <a:cubicBezTo>
                      <a:pt x="67602" y="151934"/>
                      <a:pt x="58875" y="158791"/>
                      <a:pt x="52107" y="162532"/>
                    </a:cubicBezTo>
                    <a:cubicBezTo>
                      <a:pt x="45140" y="167168"/>
                      <a:pt x="36683" y="169012"/>
                      <a:pt x="28418" y="167697"/>
                    </a:cubicBezTo>
                    <a:cubicBezTo>
                      <a:pt x="20649" y="165605"/>
                      <a:pt x="13772" y="161041"/>
                      <a:pt x="8826" y="154695"/>
                    </a:cubicBezTo>
                    <a:cubicBezTo>
                      <a:pt x="5263" y="150331"/>
                      <a:pt x="5531" y="144543"/>
                      <a:pt x="2592" y="139823"/>
                    </a:cubicBezTo>
                    <a:cubicBezTo>
                      <a:pt x="402" y="136313"/>
                      <a:pt x="-597" y="132190"/>
                      <a:pt x="-258" y="128067"/>
                    </a:cubicBezTo>
                    <a:cubicBezTo>
                      <a:pt x="-258" y="124149"/>
                      <a:pt x="365" y="114887"/>
                      <a:pt x="4640" y="112571"/>
                    </a:cubicBezTo>
                    <a:cubicBezTo>
                      <a:pt x="9810" y="110013"/>
                      <a:pt x="15812" y="109723"/>
                      <a:pt x="21204" y="111770"/>
                    </a:cubicBezTo>
                    <a:cubicBezTo>
                      <a:pt x="31015" y="113319"/>
                      <a:pt x="41066" y="111892"/>
                      <a:pt x="50058" y="107673"/>
                    </a:cubicBezTo>
                    <a:cubicBezTo>
                      <a:pt x="61191" y="103310"/>
                      <a:pt x="82475" y="99748"/>
                      <a:pt x="86305" y="98144"/>
                    </a:cubicBezTo>
                    <a:cubicBezTo>
                      <a:pt x="90134" y="96541"/>
                      <a:pt x="94587" y="95028"/>
                      <a:pt x="92093" y="92534"/>
                    </a:cubicBezTo>
                    <a:cubicBezTo>
                      <a:pt x="89600" y="90040"/>
                      <a:pt x="86126" y="82025"/>
                      <a:pt x="87551" y="79175"/>
                    </a:cubicBezTo>
                    <a:cubicBezTo>
                      <a:pt x="88976" y="76326"/>
                      <a:pt x="89065" y="70715"/>
                      <a:pt x="92539" y="69468"/>
                    </a:cubicBezTo>
                    <a:cubicBezTo>
                      <a:pt x="96011" y="68222"/>
                      <a:pt x="125934" y="44533"/>
                      <a:pt x="128161" y="36696"/>
                    </a:cubicBezTo>
                    <a:cubicBezTo>
                      <a:pt x="131278" y="32154"/>
                      <a:pt x="127537" y="32956"/>
                      <a:pt x="125934" y="32956"/>
                    </a:cubicBezTo>
                    <a:cubicBezTo>
                      <a:pt x="115302" y="35618"/>
                      <a:pt x="104883" y="39071"/>
                      <a:pt x="94765" y="43286"/>
                    </a:cubicBezTo>
                    <a:cubicBezTo>
                      <a:pt x="88798" y="46403"/>
                      <a:pt x="81763" y="48006"/>
                      <a:pt x="73302" y="52192"/>
                    </a:cubicBezTo>
                    <a:cubicBezTo>
                      <a:pt x="64842" y="56377"/>
                      <a:pt x="53532" y="62878"/>
                      <a:pt x="47120" y="66619"/>
                    </a:cubicBezTo>
                    <a:cubicBezTo>
                      <a:pt x="40708" y="70359"/>
                      <a:pt x="33049" y="72407"/>
                      <a:pt x="29309" y="75524"/>
                    </a:cubicBezTo>
                    <a:cubicBezTo>
                      <a:pt x="25568" y="78641"/>
                      <a:pt x="24500" y="80066"/>
                      <a:pt x="20403" y="77840"/>
                    </a:cubicBezTo>
                    <a:cubicBezTo>
                      <a:pt x="16726" y="75484"/>
                      <a:pt x="13671" y="72276"/>
                      <a:pt x="11497" y="68489"/>
                    </a:cubicBezTo>
                    <a:cubicBezTo>
                      <a:pt x="10298" y="66551"/>
                      <a:pt x="8648" y="64932"/>
                      <a:pt x="6689" y="63769"/>
                    </a:cubicBezTo>
                    <a:cubicBezTo>
                      <a:pt x="4695" y="61697"/>
                      <a:pt x="3042" y="59322"/>
                      <a:pt x="1791" y="56734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9" name="组合 188">
              <a:extLst>
                <a:ext uri="{FF2B5EF4-FFF2-40B4-BE49-F238E27FC236}">
                  <a16:creationId xmlns:a16="http://schemas.microsoft.com/office/drawing/2014/main" id="{6D2DF313-CD0F-4104-9FC0-9C76DDF0CDD0}"/>
                </a:ext>
              </a:extLst>
            </p:cNvPr>
            <p:cNvGrpSpPr/>
            <p:nvPr/>
          </p:nvGrpSpPr>
          <p:grpSpPr>
            <a:xfrm>
              <a:off x="3002748" y="5975592"/>
              <a:ext cx="220072" cy="223475"/>
              <a:chOff x="2902072" y="6015506"/>
              <a:chExt cx="254073" cy="258002"/>
            </a:xfrm>
            <a:grpFill/>
          </p:grpSpPr>
          <p:sp>
            <p:nvSpPr>
              <p:cNvPr id="206" name="任意多边形: 形状 205">
                <a:extLst>
                  <a:ext uri="{FF2B5EF4-FFF2-40B4-BE49-F238E27FC236}">
                    <a16:creationId xmlns:a16="http://schemas.microsoft.com/office/drawing/2014/main" id="{C11ABB28-3C0A-4916-B5C2-AE56EE9E43D9}"/>
                  </a:ext>
                </a:extLst>
              </p:cNvPr>
              <p:cNvSpPr/>
              <p:nvPr/>
            </p:nvSpPr>
            <p:spPr>
              <a:xfrm>
                <a:off x="2970314" y="6015506"/>
                <a:ext cx="70364" cy="55672"/>
              </a:xfrm>
              <a:custGeom>
                <a:avLst/>
                <a:gdLst>
                  <a:gd name="connsiteX0" fmla="*/ -323 w 70364"/>
                  <a:gd name="connsiteY0" fmla="*/ 96 h 55672"/>
                  <a:gd name="connsiteX1" fmla="*/ 27730 w 70364"/>
                  <a:gd name="connsiteY1" fmla="*/ 5261 h 55672"/>
                  <a:gd name="connsiteX2" fmla="*/ 56852 w 70364"/>
                  <a:gd name="connsiteY2" fmla="*/ 5261 h 55672"/>
                  <a:gd name="connsiteX3" fmla="*/ 69408 w 70364"/>
                  <a:gd name="connsiteY3" fmla="*/ 11940 h 55672"/>
                  <a:gd name="connsiteX4" fmla="*/ 69408 w 70364"/>
                  <a:gd name="connsiteY4" fmla="*/ 22627 h 55672"/>
                  <a:gd name="connsiteX5" fmla="*/ 69408 w 70364"/>
                  <a:gd name="connsiteY5" fmla="*/ 31533 h 55672"/>
                  <a:gd name="connsiteX6" fmla="*/ 54447 w 70364"/>
                  <a:gd name="connsiteY6" fmla="*/ 49344 h 55672"/>
                  <a:gd name="connsiteX7" fmla="*/ 31114 w 70364"/>
                  <a:gd name="connsiteY7" fmla="*/ 54509 h 55672"/>
                  <a:gd name="connsiteX8" fmla="*/ -144 w 70364"/>
                  <a:gd name="connsiteY8" fmla="*/ -438 h 55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364" h="55672">
                    <a:moveTo>
                      <a:pt x="-323" y="96"/>
                    </a:moveTo>
                    <a:cubicBezTo>
                      <a:pt x="-323" y="96"/>
                      <a:pt x="22387" y="4104"/>
                      <a:pt x="27730" y="5261"/>
                    </a:cubicBezTo>
                    <a:cubicBezTo>
                      <a:pt x="37408" y="6333"/>
                      <a:pt x="47174" y="6333"/>
                      <a:pt x="56852" y="5261"/>
                    </a:cubicBezTo>
                    <a:cubicBezTo>
                      <a:pt x="62083" y="4283"/>
                      <a:pt x="67295" y="7055"/>
                      <a:pt x="69408" y="11940"/>
                    </a:cubicBezTo>
                    <a:cubicBezTo>
                      <a:pt x="69988" y="15479"/>
                      <a:pt x="69988" y="19088"/>
                      <a:pt x="69408" y="22627"/>
                    </a:cubicBezTo>
                    <a:cubicBezTo>
                      <a:pt x="69408" y="25299"/>
                      <a:pt x="70833" y="27347"/>
                      <a:pt x="69408" y="31533"/>
                    </a:cubicBezTo>
                    <a:cubicBezTo>
                      <a:pt x="66156" y="38734"/>
                      <a:pt x="60978" y="44897"/>
                      <a:pt x="54447" y="49344"/>
                    </a:cubicBezTo>
                    <a:cubicBezTo>
                      <a:pt x="47856" y="54517"/>
                      <a:pt x="39273" y="56417"/>
                      <a:pt x="31114" y="54509"/>
                    </a:cubicBezTo>
                    <a:cubicBezTo>
                      <a:pt x="19091" y="51214"/>
                      <a:pt x="2349" y="37767"/>
                      <a:pt x="-144" y="-438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" name="任意多边形: 形状 206">
                <a:extLst>
                  <a:ext uri="{FF2B5EF4-FFF2-40B4-BE49-F238E27FC236}">
                    <a16:creationId xmlns:a16="http://schemas.microsoft.com/office/drawing/2014/main" id="{D22987D1-3845-4443-873F-F5BD467D1870}"/>
                  </a:ext>
                </a:extLst>
              </p:cNvPr>
              <p:cNvSpPr/>
              <p:nvPr/>
            </p:nvSpPr>
            <p:spPr>
              <a:xfrm>
                <a:off x="2902072" y="6084961"/>
                <a:ext cx="108227" cy="171886"/>
              </a:xfrm>
              <a:custGeom>
                <a:avLst/>
                <a:gdLst>
                  <a:gd name="connsiteX0" fmla="*/ 11012 w 108227"/>
                  <a:gd name="connsiteY0" fmla="*/ 10079 h 171886"/>
                  <a:gd name="connsiteX1" fmla="*/ 18048 w 108227"/>
                  <a:gd name="connsiteY1" fmla="*/ -430 h 171886"/>
                  <a:gd name="connsiteX2" fmla="*/ 35859 w 108227"/>
                  <a:gd name="connsiteY2" fmla="*/ 1886 h 171886"/>
                  <a:gd name="connsiteX3" fmla="*/ 42894 w 108227"/>
                  <a:gd name="connsiteY3" fmla="*/ 10079 h 171886"/>
                  <a:gd name="connsiteX4" fmla="*/ 43339 w 108227"/>
                  <a:gd name="connsiteY4" fmla="*/ 42673 h 171886"/>
                  <a:gd name="connsiteX5" fmla="*/ 40222 w 108227"/>
                  <a:gd name="connsiteY5" fmla="*/ 83461 h 171886"/>
                  <a:gd name="connsiteX6" fmla="*/ 51978 w 108227"/>
                  <a:gd name="connsiteY6" fmla="*/ 70369 h 171886"/>
                  <a:gd name="connsiteX7" fmla="*/ 66049 w 108227"/>
                  <a:gd name="connsiteY7" fmla="*/ 45167 h 171886"/>
                  <a:gd name="connsiteX8" fmla="*/ 73440 w 108227"/>
                  <a:gd name="connsiteY8" fmla="*/ 29493 h 171886"/>
                  <a:gd name="connsiteX9" fmla="*/ 77804 w 108227"/>
                  <a:gd name="connsiteY9" fmla="*/ 21211 h 171886"/>
                  <a:gd name="connsiteX10" fmla="*/ 80030 w 108227"/>
                  <a:gd name="connsiteY10" fmla="*/ 10079 h 171886"/>
                  <a:gd name="connsiteX11" fmla="*/ 83503 w 108227"/>
                  <a:gd name="connsiteY11" fmla="*/ 5181 h 171886"/>
                  <a:gd name="connsiteX12" fmla="*/ 84127 w 108227"/>
                  <a:gd name="connsiteY12" fmla="*/ 9455 h 171886"/>
                  <a:gd name="connsiteX13" fmla="*/ 88045 w 108227"/>
                  <a:gd name="connsiteY13" fmla="*/ 4290 h 171886"/>
                  <a:gd name="connsiteX14" fmla="*/ 92409 w 108227"/>
                  <a:gd name="connsiteY14" fmla="*/ 2242 h 171886"/>
                  <a:gd name="connsiteX15" fmla="*/ 93834 w 108227"/>
                  <a:gd name="connsiteY15" fmla="*/ 11147 h 171886"/>
                  <a:gd name="connsiteX16" fmla="*/ 102739 w 108227"/>
                  <a:gd name="connsiteY16" fmla="*/ 26198 h 171886"/>
                  <a:gd name="connsiteX17" fmla="*/ 107905 w 108227"/>
                  <a:gd name="connsiteY17" fmla="*/ 44811 h 171886"/>
                  <a:gd name="connsiteX18" fmla="*/ 107905 w 108227"/>
                  <a:gd name="connsiteY18" fmla="*/ 60930 h 171886"/>
                  <a:gd name="connsiteX19" fmla="*/ 97218 w 108227"/>
                  <a:gd name="connsiteY19" fmla="*/ 82926 h 171886"/>
                  <a:gd name="connsiteX20" fmla="*/ 90183 w 108227"/>
                  <a:gd name="connsiteY20" fmla="*/ 98600 h 171886"/>
                  <a:gd name="connsiteX21" fmla="*/ 80208 w 108227"/>
                  <a:gd name="connsiteY21" fmla="*/ 113116 h 171886"/>
                  <a:gd name="connsiteX22" fmla="*/ 72728 w 108227"/>
                  <a:gd name="connsiteY22" fmla="*/ 125139 h 171886"/>
                  <a:gd name="connsiteX23" fmla="*/ 62842 w 108227"/>
                  <a:gd name="connsiteY23" fmla="*/ 144197 h 171886"/>
                  <a:gd name="connsiteX24" fmla="*/ 50375 w 108227"/>
                  <a:gd name="connsiteY24" fmla="*/ 157466 h 171886"/>
                  <a:gd name="connsiteX25" fmla="*/ 38352 w 108227"/>
                  <a:gd name="connsiteY25" fmla="*/ 168598 h 171886"/>
                  <a:gd name="connsiteX26" fmla="*/ 24281 w 108227"/>
                  <a:gd name="connsiteY26" fmla="*/ 165659 h 171886"/>
                  <a:gd name="connsiteX27" fmla="*/ 1127 w 108227"/>
                  <a:gd name="connsiteY27" fmla="*/ 145800 h 171886"/>
                  <a:gd name="connsiteX28" fmla="*/ 1929 w 108227"/>
                  <a:gd name="connsiteY28" fmla="*/ 126386 h 171886"/>
                  <a:gd name="connsiteX29" fmla="*/ 10834 w 108227"/>
                  <a:gd name="connsiteY29" fmla="*/ 9901 h 171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08227" h="171886">
                    <a:moveTo>
                      <a:pt x="11012" y="10079"/>
                    </a:moveTo>
                    <a:cubicBezTo>
                      <a:pt x="11012" y="10079"/>
                      <a:pt x="11012" y="-430"/>
                      <a:pt x="18048" y="-430"/>
                    </a:cubicBezTo>
                    <a:cubicBezTo>
                      <a:pt x="24066" y="-529"/>
                      <a:pt x="30066" y="251"/>
                      <a:pt x="35859" y="1886"/>
                    </a:cubicBezTo>
                    <a:cubicBezTo>
                      <a:pt x="39595" y="3021"/>
                      <a:pt x="42337" y="6214"/>
                      <a:pt x="42894" y="10079"/>
                    </a:cubicBezTo>
                    <a:cubicBezTo>
                      <a:pt x="44306" y="20890"/>
                      <a:pt x="44455" y="31828"/>
                      <a:pt x="43339" y="42673"/>
                    </a:cubicBezTo>
                    <a:cubicBezTo>
                      <a:pt x="41291" y="50688"/>
                      <a:pt x="36927" y="82214"/>
                      <a:pt x="40222" y="83461"/>
                    </a:cubicBezTo>
                    <a:cubicBezTo>
                      <a:pt x="43517" y="84707"/>
                      <a:pt x="49128" y="73842"/>
                      <a:pt x="51978" y="70369"/>
                    </a:cubicBezTo>
                    <a:cubicBezTo>
                      <a:pt x="57209" y="62282"/>
                      <a:pt x="61909" y="53863"/>
                      <a:pt x="66049" y="45167"/>
                    </a:cubicBezTo>
                    <a:cubicBezTo>
                      <a:pt x="68097" y="40001"/>
                      <a:pt x="72371" y="33411"/>
                      <a:pt x="73440" y="29493"/>
                    </a:cubicBezTo>
                    <a:cubicBezTo>
                      <a:pt x="74509" y="25574"/>
                      <a:pt x="76913" y="23882"/>
                      <a:pt x="77804" y="21211"/>
                    </a:cubicBezTo>
                    <a:cubicBezTo>
                      <a:pt x="78695" y="18539"/>
                      <a:pt x="78784" y="13196"/>
                      <a:pt x="80030" y="10079"/>
                    </a:cubicBezTo>
                    <a:cubicBezTo>
                      <a:pt x="80787" y="8196"/>
                      <a:pt x="81977" y="6518"/>
                      <a:pt x="83503" y="5181"/>
                    </a:cubicBezTo>
                    <a:lnTo>
                      <a:pt x="84127" y="9455"/>
                    </a:lnTo>
                    <a:cubicBezTo>
                      <a:pt x="85692" y="7947"/>
                      <a:pt x="87014" y="6204"/>
                      <a:pt x="88045" y="4290"/>
                    </a:cubicBezTo>
                    <a:cubicBezTo>
                      <a:pt x="89114" y="2064"/>
                      <a:pt x="92409" y="-430"/>
                      <a:pt x="92409" y="2242"/>
                    </a:cubicBezTo>
                    <a:cubicBezTo>
                      <a:pt x="92037" y="5285"/>
                      <a:pt x="92531" y="8372"/>
                      <a:pt x="93834" y="11147"/>
                    </a:cubicBezTo>
                    <a:cubicBezTo>
                      <a:pt x="97178" y="15933"/>
                      <a:pt x="100155" y="20964"/>
                      <a:pt x="102739" y="26198"/>
                    </a:cubicBezTo>
                    <a:cubicBezTo>
                      <a:pt x="105096" y="32209"/>
                      <a:pt x="106826" y="38446"/>
                      <a:pt x="107905" y="44811"/>
                    </a:cubicBezTo>
                    <a:cubicBezTo>
                      <a:pt x="107905" y="48907"/>
                      <a:pt x="107905" y="58080"/>
                      <a:pt x="107905" y="60930"/>
                    </a:cubicBezTo>
                    <a:cubicBezTo>
                      <a:pt x="107905" y="63779"/>
                      <a:pt x="98999" y="77138"/>
                      <a:pt x="97218" y="82926"/>
                    </a:cubicBezTo>
                    <a:cubicBezTo>
                      <a:pt x="95155" y="88273"/>
                      <a:pt x="92806" y="93505"/>
                      <a:pt x="90183" y="98600"/>
                    </a:cubicBezTo>
                    <a:cubicBezTo>
                      <a:pt x="88045" y="102786"/>
                      <a:pt x="81277" y="109821"/>
                      <a:pt x="80208" y="113116"/>
                    </a:cubicBezTo>
                    <a:cubicBezTo>
                      <a:pt x="79140" y="116411"/>
                      <a:pt x="73529" y="120597"/>
                      <a:pt x="72728" y="125139"/>
                    </a:cubicBezTo>
                    <a:cubicBezTo>
                      <a:pt x="69991" y="131766"/>
                      <a:pt x="66683" y="138142"/>
                      <a:pt x="62842" y="144197"/>
                    </a:cubicBezTo>
                    <a:cubicBezTo>
                      <a:pt x="59458" y="150787"/>
                      <a:pt x="54560" y="152479"/>
                      <a:pt x="50375" y="157466"/>
                    </a:cubicBezTo>
                    <a:cubicBezTo>
                      <a:pt x="46189" y="162453"/>
                      <a:pt x="42538" y="163254"/>
                      <a:pt x="38352" y="168598"/>
                    </a:cubicBezTo>
                    <a:cubicBezTo>
                      <a:pt x="34167" y="173941"/>
                      <a:pt x="32118" y="171091"/>
                      <a:pt x="24281" y="165659"/>
                    </a:cubicBezTo>
                    <a:cubicBezTo>
                      <a:pt x="16445" y="160227"/>
                      <a:pt x="3175" y="152835"/>
                      <a:pt x="1127" y="145800"/>
                    </a:cubicBezTo>
                    <a:cubicBezTo>
                      <a:pt x="-1052" y="139457"/>
                      <a:pt x="-766" y="132527"/>
                      <a:pt x="1929" y="126386"/>
                    </a:cubicBezTo>
                    <a:cubicBezTo>
                      <a:pt x="4867" y="119706"/>
                      <a:pt x="10834" y="9901"/>
                      <a:pt x="10834" y="9901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" name="任意多边形: 形状 207">
                <a:extLst>
                  <a:ext uri="{FF2B5EF4-FFF2-40B4-BE49-F238E27FC236}">
                    <a16:creationId xmlns:a16="http://schemas.microsoft.com/office/drawing/2014/main" id="{AC1B2995-7B7F-4478-A8BA-95C13225BD91}"/>
                  </a:ext>
                </a:extLst>
              </p:cNvPr>
              <p:cNvSpPr/>
              <p:nvPr/>
            </p:nvSpPr>
            <p:spPr>
              <a:xfrm>
                <a:off x="3024281" y="6019252"/>
                <a:ext cx="131864" cy="254256"/>
              </a:xfrm>
              <a:custGeom>
                <a:avLst/>
                <a:gdLst>
                  <a:gd name="connsiteX0" fmla="*/ 93186 w 131864"/>
                  <a:gd name="connsiteY0" fmla="*/ 8550 h 254256"/>
                  <a:gd name="connsiteX1" fmla="*/ 90693 w 131864"/>
                  <a:gd name="connsiteY1" fmla="*/ 1515 h 254256"/>
                  <a:gd name="connsiteX2" fmla="*/ 98797 w 131864"/>
                  <a:gd name="connsiteY2" fmla="*/ 357 h 254256"/>
                  <a:gd name="connsiteX3" fmla="*/ 114826 w 131864"/>
                  <a:gd name="connsiteY3" fmla="*/ 11044 h 254256"/>
                  <a:gd name="connsiteX4" fmla="*/ 128274 w 131864"/>
                  <a:gd name="connsiteY4" fmla="*/ 34377 h 254256"/>
                  <a:gd name="connsiteX5" fmla="*/ 131302 w 131864"/>
                  <a:gd name="connsiteY5" fmla="*/ 59134 h 254256"/>
                  <a:gd name="connsiteX6" fmla="*/ 124979 w 131864"/>
                  <a:gd name="connsiteY6" fmla="*/ 72582 h 254256"/>
                  <a:gd name="connsiteX7" fmla="*/ 117765 w 131864"/>
                  <a:gd name="connsiteY7" fmla="*/ 85138 h 254256"/>
                  <a:gd name="connsiteX8" fmla="*/ 111621 w 131864"/>
                  <a:gd name="connsiteY8" fmla="*/ 98586 h 254256"/>
                  <a:gd name="connsiteX9" fmla="*/ 101468 w 131864"/>
                  <a:gd name="connsiteY9" fmla="*/ 114081 h 254256"/>
                  <a:gd name="connsiteX10" fmla="*/ 92563 w 131864"/>
                  <a:gd name="connsiteY10" fmla="*/ 127083 h 254256"/>
                  <a:gd name="connsiteX11" fmla="*/ 79026 w 131864"/>
                  <a:gd name="connsiteY11" fmla="*/ 142935 h 254256"/>
                  <a:gd name="connsiteX12" fmla="*/ 84103 w 131864"/>
                  <a:gd name="connsiteY12" fmla="*/ 151841 h 254256"/>
                  <a:gd name="connsiteX13" fmla="*/ 97995 w 131864"/>
                  <a:gd name="connsiteY13" fmla="*/ 162349 h 254256"/>
                  <a:gd name="connsiteX14" fmla="*/ 106900 w 131864"/>
                  <a:gd name="connsiteY14" fmla="*/ 180873 h 254256"/>
                  <a:gd name="connsiteX15" fmla="*/ 114114 w 131864"/>
                  <a:gd name="connsiteY15" fmla="*/ 210795 h 254256"/>
                  <a:gd name="connsiteX16" fmla="*/ 116786 w 131864"/>
                  <a:gd name="connsiteY16" fmla="*/ 249179 h 254256"/>
                  <a:gd name="connsiteX17" fmla="*/ 109394 w 131864"/>
                  <a:gd name="connsiteY17" fmla="*/ 252919 h 254256"/>
                  <a:gd name="connsiteX18" fmla="*/ 90870 w 131864"/>
                  <a:gd name="connsiteY18" fmla="*/ 236622 h 254256"/>
                  <a:gd name="connsiteX19" fmla="*/ 88377 w 131864"/>
                  <a:gd name="connsiteY19" fmla="*/ 212488 h 254256"/>
                  <a:gd name="connsiteX20" fmla="*/ 83835 w 131864"/>
                  <a:gd name="connsiteY20" fmla="*/ 182565 h 254256"/>
                  <a:gd name="connsiteX21" fmla="*/ 71635 w 131864"/>
                  <a:gd name="connsiteY21" fmla="*/ 162171 h 254256"/>
                  <a:gd name="connsiteX22" fmla="*/ 63619 w 131864"/>
                  <a:gd name="connsiteY22" fmla="*/ 167960 h 254256"/>
                  <a:gd name="connsiteX23" fmla="*/ 26483 w 131864"/>
                  <a:gd name="connsiteY23" fmla="*/ 208569 h 254256"/>
                  <a:gd name="connsiteX24" fmla="*/ 18468 w 131864"/>
                  <a:gd name="connsiteY24" fmla="*/ 208569 h 254256"/>
                  <a:gd name="connsiteX25" fmla="*/ 8138 w 131864"/>
                  <a:gd name="connsiteY25" fmla="*/ 196636 h 254256"/>
                  <a:gd name="connsiteX26" fmla="*/ -323 w 131864"/>
                  <a:gd name="connsiteY26" fmla="*/ 180517 h 254256"/>
                  <a:gd name="connsiteX27" fmla="*/ 7336 w 131864"/>
                  <a:gd name="connsiteY27" fmla="*/ 165645 h 254256"/>
                  <a:gd name="connsiteX28" fmla="*/ 29778 w 131864"/>
                  <a:gd name="connsiteY28" fmla="*/ 142401 h 254256"/>
                  <a:gd name="connsiteX29" fmla="*/ 49638 w 131864"/>
                  <a:gd name="connsiteY29" fmla="*/ 116397 h 254256"/>
                  <a:gd name="connsiteX30" fmla="*/ 68696 w 131864"/>
                  <a:gd name="connsiteY30" fmla="*/ 93687 h 254256"/>
                  <a:gd name="connsiteX31" fmla="*/ 80273 w 131864"/>
                  <a:gd name="connsiteY31" fmla="*/ 77479 h 254256"/>
                  <a:gd name="connsiteX32" fmla="*/ 96838 w 131864"/>
                  <a:gd name="connsiteY32" fmla="*/ 46488 h 254256"/>
                  <a:gd name="connsiteX33" fmla="*/ 93097 w 131864"/>
                  <a:gd name="connsiteY33" fmla="*/ 8907 h 254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31864" h="254256">
                    <a:moveTo>
                      <a:pt x="93186" y="8550"/>
                    </a:moveTo>
                    <a:cubicBezTo>
                      <a:pt x="93186" y="8550"/>
                      <a:pt x="89267" y="4276"/>
                      <a:pt x="90693" y="1515"/>
                    </a:cubicBezTo>
                    <a:cubicBezTo>
                      <a:pt x="92117" y="-1246"/>
                      <a:pt x="96036" y="-533"/>
                      <a:pt x="98797" y="357"/>
                    </a:cubicBezTo>
                    <a:cubicBezTo>
                      <a:pt x="104727" y="2949"/>
                      <a:pt x="110153" y="6567"/>
                      <a:pt x="114826" y="11044"/>
                    </a:cubicBezTo>
                    <a:cubicBezTo>
                      <a:pt x="120752" y="17896"/>
                      <a:pt x="125315" y="25815"/>
                      <a:pt x="128274" y="34377"/>
                    </a:cubicBezTo>
                    <a:cubicBezTo>
                      <a:pt x="131024" y="42322"/>
                      <a:pt x="132056" y="50760"/>
                      <a:pt x="131302" y="59134"/>
                    </a:cubicBezTo>
                    <a:cubicBezTo>
                      <a:pt x="129963" y="63939"/>
                      <a:pt x="127825" y="68485"/>
                      <a:pt x="124979" y="72582"/>
                    </a:cubicBezTo>
                    <a:cubicBezTo>
                      <a:pt x="122337" y="76626"/>
                      <a:pt x="119929" y="80819"/>
                      <a:pt x="117765" y="85138"/>
                    </a:cubicBezTo>
                    <a:cubicBezTo>
                      <a:pt x="116086" y="89781"/>
                      <a:pt x="114031" y="94278"/>
                      <a:pt x="111621" y="98586"/>
                    </a:cubicBezTo>
                    <a:cubicBezTo>
                      <a:pt x="108682" y="103573"/>
                      <a:pt x="104763" y="109272"/>
                      <a:pt x="101468" y="114081"/>
                    </a:cubicBezTo>
                    <a:cubicBezTo>
                      <a:pt x="98173" y="118890"/>
                      <a:pt x="98173" y="119425"/>
                      <a:pt x="92563" y="127083"/>
                    </a:cubicBezTo>
                    <a:cubicBezTo>
                      <a:pt x="86952" y="134742"/>
                      <a:pt x="79382" y="138572"/>
                      <a:pt x="79026" y="142935"/>
                    </a:cubicBezTo>
                    <a:cubicBezTo>
                      <a:pt x="78927" y="146618"/>
                      <a:pt x="80883" y="150050"/>
                      <a:pt x="84103" y="151841"/>
                    </a:cubicBezTo>
                    <a:cubicBezTo>
                      <a:pt x="86863" y="153711"/>
                      <a:pt x="95056" y="157006"/>
                      <a:pt x="97995" y="162349"/>
                    </a:cubicBezTo>
                    <a:cubicBezTo>
                      <a:pt x="101921" y="168016"/>
                      <a:pt x="104927" y="174267"/>
                      <a:pt x="106900" y="180873"/>
                    </a:cubicBezTo>
                    <a:cubicBezTo>
                      <a:pt x="109915" y="190690"/>
                      <a:pt x="112324" y="200683"/>
                      <a:pt x="114114" y="210795"/>
                    </a:cubicBezTo>
                    <a:cubicBezTo>
                      <a:pt x="115005" y="218455"/>
                      <a:pt x="118923" y="243657"/>
                      <a:pt x="116786" y="249179"/>
                    </a:cubicBezTo>
                    <a:cubicBezTo>
                      <a:pt x="114649" y="254700"/>
                      <a:pt x="112868" y="254344"/>
                      <a:pt x="109394" y="252919"/>
                    </a:cubicBezTo>
                    <a:cubicBezTo>
                      <a:pt x="102493" y="248373"/>
                      <a:pt x="96259" y="242888"/>
                      <a:pt x="90870" y="236622"/>
                    </a:cubicBezTo>
                    <a:cubicBezTo>
                      <a:pt x="87932" y="232704"/>
                      <a:pt x="88377" y="227716"/>
                      <a:pt x="88377" y="212488"/>
                    </a:cubicBezTo>
                    <a:cubicBezTo>
                      <a:pt x="88191" y="202357"/>
                      <a:pt x="86664" y="192295"/>
                      <a:pt x="83835" y="182565"/>
                    </a:cubicBezTo>
                    <a:cubicBezTo>
                      <a:pt x="83033" y="178469"/>
                      <a:pt x="74930" y="161548"/>
                      <a:pt x="71635" y="162171"/>
                    </a:cubicBezTo>
                    <a:cubicBezTo>
                      <a:pt x="68340" y="162795"/>
                      <a:pt x="65045" y="162171"/>
                      <a:pt x="63619" y="167960"/>
                    </a:cubicBezTo>
                    <a:cubicBezTo>
                      <a:pt x="62195" y="173748"/>
                      <a:pt x="31649" y="205274"/>
                      <a:pt x="26483" y="208569"/>
                    </a:cubicBezTo>
                    <a:cubicBezTo>
                      <a:pt x="21318" y="211865"/>
                      <a:pt x="21496" y="213735"/>
                      <a:pt x="18468" y="208569"/>
                    </a:cubicBezTo>
                    <a:cubicBezTo>
                      <a:pt x="15440" y="203404"/>
                      <a:pt x="11611" y="197616"/>
                      <a:pt x="8138" y="196636"/>
                    </a:cubicBezTo>
                    <a:cubicBezTo>
                      <a:pt x="4664" y="195656"/>
                      <a:pt x="-323" y="185237"/>
                      <a:pt x="-323" y="180517"/>
                    </a:cubicBezTo>
                    <a:cubicBezTo>
                      <a:pt x="-323" y="175797"/>
                      <a:pt x="5021" y="170186"/>
                      <a:pt x="7336" y="165645"/>
                    </a:cubicBezTo>
                    <a:cubicBezTo>
                      <a:pt x="9652" y="161103"/>
                      <a:pt x="27908" y="145073"/>
                      <a:pt x="29778" y="142401"/>
                    </a:cubicBezTo>
                    <a:cubicBezTo>
                      <a:pt x="31649" y="139729"/>
                      <a:pt x="46343" y="121829"/>
                      <a:pt x="49638" y="116397"/>
                    </a:cubicBezTo>
                    <a:cubicBezTo>
                      <a:pt x="52933" y="110964"/>
                      <a:pt x="65757" y="99476"/>
                      <a:pt x="68696" y="93687"/>
                    </a:cubicBezTo>
                    <a:cubicBezTo>
                      <a:pt x="71635" y="87899"/>
                      <a:pt x="77601" y="84158"/>
                      <a:pt x="80273" y="77479"/>
                    </a:cubicBezTo>
                    <a:cubicBezTo>
                      <a:pt x="82945" y="70800"/>
                      <a:pt x="94789" y="57264"/>
                      <a:pt x="96838" y="46488"/>
                    </a:cubicBezTo>
                    <a:cubicBezTo>
                      <a:pt x="98886" y="35712"/>
                      <a:pt x="105743" y="33842"/>
                      <a:pt x="93097" y="8907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90" name="任意多边形: 形状 189">
              <a:extLst>
                <a:ext uri="{FF2B5EF4-FFF2-40B4-BE49-F238E27FC236}">
                  <a16:creationId xmlns:a16="http://schemas.microsoft.com/office/drawing/2014/main" id="{9C008815-CE33-4C86-AF92-0BE2855C15E7}"/>
                </a:ext>
              </a:extLst>
            </p:cNvPr>
            <p:cNvSpPr/>
            <p:nvPr/>
          </p:nvSpPr>
          <p:spPr>
            <a:xfrm>
              <a:off x="3357179" y="5904858"/>
              <a:ext cx="311430" cy="364943"/>
            </a:xfrm>
            <a:custGeom>
              <a:avLst/>
              <a:gdLst>
                <a:gd name="connsiteX0" fmla="*/ 70502 w 359546"/>
                <a:gd name="connsiteY0" fmla="*/ 61296 h 421327"/>
                <a:gd name="connsiteX1" fmla="*/ 85908 w 359546"/>
                <a:gd name="connsiteY1" fmla="*/ 62543 h 421327"/>
                <a:gd name="connsiteX2" fmla="*/ 92766 w 359546"/>
                <a:gd name="connsiteY2" fmla="*/ 71448 h 421327"/>
                <a:gd name="connsiteX3" fmla="*/ 90272 w 359546"/>
                <a:gd name="connsiteY3" fmla="*/ 78662 h 421327"/>
                <a:gd name="connsiteX4" fmla="*/ 83058 w 359546"/>
                <a:gd name="connsiteY4" fmla="*/ 86054 h 421327"/>
                <a:gd name="connsiteX5" fmla="*/ 79497 w 359546"/>
                <a:gd name="connsiteY5" fmla="*/ 100748 h 421327"/>
                <a:gd name="connsiteX6" fmla="*/ 111111 w 359546"/>
                <a:gd name="connsiteY6" fmla="*/ 77860 h 421327"/>
                <a:gd name="connsiteX7" fmla="*/ 117701 w 359546"/>
                <a:gd name="connsiteY7" fmla="*/ 49986 h 421327"/>
                <a:gd name="connsiteX8" fmla="*/ 125538 w 359546"/>
                <a:gd name="connsiteY8" fmla="*/ 28168 h 421327"/>
                <a:gd name="connsiteX9" fmla="*/ 132573 w 359546"/>
                <a:gd name="connsiteY9" fmla="*/ 12494 h 421327"/>
                <a:gd name="connsiteX10" fmla="*/ 153769 w 359546"/>
                <a:gd name="connsiteY10" fmla="*/ 18193 h 421327"/>
                <a:gd name="connsiteX11" fmla="*/ 168196 w 359546"/>
                <a:gd name="connsiteY11" fmla="*/ 36004 h 421327"/>
                <a:gd name="connsiteX12" fmla="*/ 170066 w 359546"/>
                <a:gd name="connsiteY12" fmla="*/ 56042 h 421327"/>
                <a:gd name="connsiteX13" fmla="*/ 190549 w 359546"/>
                <a:gd name="connsiteY13" fmla="*/ 68153 h 421327"/>
                <a:gd name="connsiteX14" fmla="*/ 200167 w 359546"/>
                <a:gd name="connsiteY14" fmla="*/ 85965 h 421327"/>
                <a:gd name="connsiteX15" fmla="*/ 193220 w 359546"/>
                <a:gd name="connsiteY15" fmla="*/ 100748 h 421327"/>
                <a:gd name="connsiteX16" fmla="*/ 167395 w 359546"/>
                <a:gd name="connsiteY16" fmla="*/ 91842 h 421327"/>
                <a:gd name="connsiteX17" fmla="*/ 143884 w 359546"/>
                <a:gd name="connsiteY17" fmla="*/ 96384 h 421327"/>
                <a:gd name="connsiteX18" fmla="*/ 136136 w 359546"/>
                <a:gd name="connsiteY18" fmla="*/ 152578 h 421327"/>
                <a:gd name="connsiteX19" fmla="*/ 137472 w 359546"/>
                <a:gd name="connsiteY19" fmla="*/ 168608 h 421327"/>
                <a:gd name="connsiteX20" fmla="*/ 145308 w 359546"/>
                <a:gd name="connsiteY20" fmla="*/ 187399 h 421327"/>
                <a:gd name="connsiteX21" fmla="*/ 146555 w 359546"/>
                <a:gd name="connsiteY21" fmla="*/ 197462 h 421327"/>
                <a:gd name="connsiteX22" fmla="*/ 155461 w 359546"/>
                <a:gd name="connsiteY22" fmla="*/ 189626 h 421327"/>
                <a:gd name="connsiteX23" fmla="*/ 160181 w 359546"/>
                <a:gd name="connsiteY23" fmla="*/ 181789 h 421327"/>
                <a:gd name="connsiteX24" fmla="*/ 166860 w 359546"/>
                <a:gd name="connsiteY24" fmla="*/ 175020 h 421327"/>
                <a:gd name="connsiteX25" fmla="*/ 173450 w 359546"/>
                <a:gd name="connsiteY25" fmla="*/ 187132 h 421327"/>
                <a:gd name="connsiteX26" fmla="*/ 177101 w 359546"/>
                <a:gd name="connsiteY26" fmla="*/ 181789 h 421327"/>
                <a:gd name="connsiteX27" fmla="*/ 182890 w 359546"/>
                <a:gd name="connsiteY27" fmla="*/ 201025 h 421327"/>
                <a:gd name="connsiteX28" fmla="*/ 188056 w 359546"/>
                <a:gd name="connsiteY28" fmla="*/ 202628 h 421327"/>
                <a:gd name="connsiteX29" fmla="*/ 200880 w 359546"/>
                <a:gd name="connsiteY29" fmla="*/ 189447 h 421327"/>
                <a:gd name="connsiteX30" fmla="*/ 218691 w 359546"/>
                <a:gd name="connsiteY30" fmla="*/ 174397 h 421327"/>
                <a:gd name="connsiteX31" fmla="*/ 220115 w 359546"/>
                <a:gd name="connsiteY31" fmla="*/ 166560 h 421327"/>
                <a:gd name="connsiteX32" fmla="*/ 203373 w 359546"/>
                <a:gd name="connsiteY32" fmla="*/ 154538 h 421327"/>
                <a:gd name="connsiteX33" fmla="*/ 206935 w 359546"/>
                <a:gd name="connsiteY33" fmla="*/ 145632 h 421327"/>
                <a:gd name="connsiteX34" fmla="*/ 217622 w 359546"/>
                <a:gd name="connsiteY34" fmla="*/ 139220 h 421327"/>
                <a:gd name="connsiteX35" fmla="*/ 231069 w 359546"/>
                <a:gd name="connsiteY35" fmla="*/ 140645 h 421327"/>
                <a:gd name="connsiteX36" fmla="*/ 238016 w 359546"/>
                <a:gd name="connsiteY36" fmla="*/ 110722 h 421327"/>
                <a:gd name="connsiteX37" fmla="*/ 221540 w 359546"/>
                <a:gd name="connsiteY37" fmla="*/ 112860 h 421327"/>
                <a:gd name="connsiteX38" fmla="*/ 182534 w 359546"/>
                <a:gd name="connsiteY38" fmla="*/ 130671 h 421327"/>
                <a:gd name="connsiteX39" fmla="*/ 170155 w 359546"/>
                <a:gd name="connsiteY39" fmla="*/ 129068 h 421327"/>
                <a:gd name="connsiteX40" fmla="*/ 162942 w 359546"/>
                <a:gd name="connsiteY40" fmla="*/ 121587 h 421327"/>
                <a:gd name="connsiteX41" fmla="*/ 184404 w 359546"/>
                <a:gd name="connsiteY41" fmla="*/ 109030 h 421327"/>
                <a:gd name="connsiteX42" fmla="*/ 205243 w 359546"/>
                <a:gd name="connsiteY42" fmla="*/ 103063 h 421327"/>
                <a:gd name="connsiteX43" fmla="*/ 235968 w 359546"/>
                <a:gd name="connsiteY43" fmla="*/ 91753 h 421327"/>
                <a:gd name="connsiteX44" fmla="*/ 244873 w 359546"/>
                <a:gd name="connsiteY44" fmla="*/ 84540 h 421327"/>
                <a:gd name="connsiteX45" fmla="*/ 248703 w 359546"/>
                <a:gd name="connsiteY45" fmla="*/ 57823 h 421327"/>
                <a:gd name="connsiteX46" fmla="*/ 259478 w 359546"/>
                <a:gd name="connsiteY46" fmla="*/ 20153 h 421327"/>
                <a:gd name="connsiteX47" fmla="*/ 269809 w 359546"/>
                <a:gd name="connsiteY47" fmla="*/ 6438 h 421327"/>
                <a:gd name="connsiteX48" fmla="*/ 283879 w 359546"/>
                <a:gd name="connsiteY48" fmla="*/ 649 h 421327"/>
                <a:gd name="connsiteX49" fmla="*/ 286996 w 359546"/>
                <a:gd name="connsiteY49" fmla="*/ 15165 h 421327"/>
                <a:gd name="connsiteX50" fmla="*/ 275864 w 359546"/>
                <a:gd name="connsiteY50" fmla="*/ 32977 h 421327"/>
                <a:gd name="connsiteX51" fmla="*/ 270699 w 359546"/>
                <a:gd name="connsiteY51" fmla="*/ 59159 h 421327"/>
                <a:gd name="connsiteX52" fmla="*/ 265534 w 359546"/>
                <a:gd name="connsiteY52" fmla="*/ 81512 h 421327"/>
                <a:gd name="connsiteX53" fmla="*/ 273371 w 359546"/>
                <a:gd name="connsiteY53" fmla="*/ 87657 h 421327"/>
                <a:gd name="connsiteX54" fmla="*/ 299108 w 359546"/>
                <a:gd name="connsiteY54" fmla="*/ 84184 h 421327"/>
                <a:gd name="connsiteX55" fmla="*/ 316296 w 359546"/>
                <a:gd name="connsiteY55" fmla="*/ 85609 h 421327"/>
                <a:gd name="connsiteX56" fmla="*/ 318344 w 359546"/>
                <a:gd name="connsiteY56" fmla="*/ 94514 h 421327"/>
                <a:gd name="connsiteX57" fmla="*/ 310863 w 359546"/>
                <a:gd name="connsiteY57" fmla="*/ 104399 h 421327"/>
                <a:gd name="connsiteX58" fmla="*/ 297505 w 359546"/>
                <a:gd name="connsiteY58" fmla="*/ 104399 h 421327"/>
                <a:gd name="connsiteX59" fmla="*/ 270254 w 359546"/>
                <a:gd name="connsiteY59" fmla="*/ 105468 h 421327"/>
                <a:gd name="connsiteX60" fmla="*/ 263486 w 359546"/>
                <a:gd name="connsiteY60" fmla="*/ 109832 h 421327"/>
                <a:gd name="connsiteX61" fmla="*/ 259923 w 359546"/>
                <a:gd name="connsiteY61" fmla="*/ 147948 h 421327"/>
                <a:gd name="connsiteX62" fmla="*/ 269452 w 359546"/>
                <a:gd name="connsiteY62" fmla="*/ 160326 h 421327"/>
                <a:gd name="connsiteX63" fmla="*/ 270521 w 359546"/>
                <a:gd name="connsiteY63" fmla="*/ 177425 h 421327"/>
                <a:gd name="connsiteX64" fmla="*/ 313980 w 359546"/>
                <a:gd name="connsiteY64" fmla="*/ 169855 h 421327"/>
                <a:gd name="connsiteX65" fmla="*/ 325558 w 359546"/>
                <a:gd name="connsiteY65" fmla="*/ 167183 h 421327"/>
                <a:gd name="connsiteX66" fmla="*/ 348445 w 359546"/>
                <a:gd name="connsiteY66" fmla="*/ 175198 h 421327"/>
                <a:gd name="connsiteX67" fmla="*/ 358954 w 359546"/>
                <a:gd name="connsiteY67" fmla="*/ 187132 h 421327"/>
                <a:gd name="connsiteX68" fmla="*/ 357351 w 359546"/>
                <a:gd name="connsiteY68" fmla="*/ 196037 h 421327"/>
                <a:gd name="connsiteX69" fmla="*/ 335265 w 359546"/>
                <a:gd name="connsiteY69" fmla="*/ 207614 h 421327"/>
                <a:gd name="connsiteX70" fmla="*/ 326359 w 359546"/>
                <a:gd name="connsiteY70" fmla="*/ 210910 h 421327"/>
                <a:gd name="connsiteX71" fmla="*/ 315227 w 359546"/>
                <a:gd name="connsiteY71" fmla="*/ 210108 h 421327"/>
                <a:gd name="connsiteX72" fmla="*/ 299464 w 359546"/>
                <a:gd name="connsiteY72" fmla="*/ 210108 h 421327"/>
                <a:gd name="connsiteX73" fmla="*/ 287086 w 359546"/>
                <a:gd name="connsiteY73" fmla="*/ 221686 h 421327"/>
                <a:gd name="connsiteX74" fmla="*/ 274974 w 359546"/>
                <a:gd name="connsiteY74" fmla="*/ 236113 h 421327"/>
                <a:gd name="connsiteX75" fmla="*/ 289579 w 359546"/>
                <a:gd name="connsiteY75" fmla="*/ 237537 h 421327"/>
                <a:gd name="connsiteX76" fmla="*/ 305074 w 359546"/>
                <a:gd name="connsiteY76" fmla="*/ 243950 h 421327"/>
                <a:gd name="connsiteX77" fmla="*/ 314693 w 359546"/>
                <a:gd name="connsiteY77" fmla="*/ 258287 h 421327"/>
                <a:gd name="connsiteX78" fmla="*/ 319680 w 359546"/>
                <a:gd name="connsiteY78" fmla="*/ 299698 h 421327"/>
                <a:gd name="connsiteX79" fmla="*/ 320125 w 359546"/>
                <a:gd name="connsiteY79" fmla="*/ 362037 h 421327"/>
                <a:gd name="connsiteX80" fmla="*/ 322530 w 359546"/>
                <a:gd name="connsiteY80" fmla="*/ 380650 h 421327"/>
                <a:gd name="connsiteX81" fmla="*/ 321372 w 359546"/>
                <a:gd name="connsiteY81" fmla="*/ 411285 h 421327"/>
                <a:gd name="connsiteX82" fmla="*/ 314693 w 359546"/>
                <a:gd name="connsiteY82" fmla="*/ 420814 h 421327"/>
                <a:gd name="connsiteX83" fmla="*/ 301779 w 359546"/>
                <a:gd name="connsiteY83" fmla="*/ 417430 h 421327"/>
                <a:gd name="connsiteX84" fmla="*/ 289223 w 359546"/>
                <a:gd name="connsiteY84" fmla="*/ 410483 h 421327"/>
                <a:gd name="connsiteX85" fmla="*/ 276220 w 359546"/>
                <a:gd name="connsiteY85" fmla="*/ 396056 h 421327"/>
                <a:gd name="connsiteX86" fmla="*/ 261793 w 359546"/>
                <a:gd name="connsiteY86" fmla="*/ 380294 h 421327"/>
                <a:gd name="connsiteX87" fmla="*/ 254580 w 359546"/>
                <a:gd name="connsiteY87" fmla="*/ 365867 h 421327"/>
                <a:gd name="connsiteX88" fmla="*/ 255203 w 359546"/>
                <a:gd name="connsiteY88" fmla="*/ 356961 h 421327"/>
                <a:gd name="connsiteX89" fmla="*/ 260547 w 359546"/>
                <a:gd name="connsiteY89" fmla="*/ 363818 h 421327"/>
                <a:gd name="connsiteX90" fmla="*/ 271679 w 359546"/>
                <a:gd name="connsiteY90" fmla="*/ 373882 h 421327"/>
                <a:gd name="connsiteX91" fmla="*/ 288154 w 359546"/>
                <a:gd name="connsiteY91" fmla="*/ 380917 h 421327"/>
                <a:gd name="connsiteX92" fmla="*/ 292874 w 359546"/>
                <a:gd name="connsiteY92" fmla="*/ 376375 h 421327"/>
                <a:gd name="connsiteX93" fmla="*/ 292250 w 359546"/>
                <a:gd name="connsiteY93" fmla="*/ 353666 h 421327"/>
                <a:gd name="connsiteX94" fmla="*/ 292250 w 359546"/>
                <a:gd name="connsiteY94" fmla="*/ 294889 h 421327"/>
                <a:gd name="connsiteX95" fmla="*/ 286907 w 359546"/>
                <a:gd name="connsiteY95" fmla="*/ 261404 h 421327"/>
                <a:gd name="connsiteX96" fmla="*/ 278002 w 359546"/>
                <a:gd name="connsiteY96" fmla="*/ 255259 h 421327"/>
                <a:gd name="connsiteX97" fmla="*/ 269096 w 359546"/>
                <a:gd name="connsiteY97" fmla="*/ 260247 h 421327"/>
                <a:gd name="connsiteX98" fmla="*/ 262239 w 359546"/>
                <a:gd name="connsiteY98" fmla="*/ 260247 h 421327"/>
                <a:gd name="connsiteX99" fmla="*/ 258766 w 359546"/>
                <a:gd name="connsiteY99" fmla="*/ 267549 h 421327"/>
                <a:gd name="connsiteX100" fmla="*/ 272569 w 359546"/>
                <a:gd name="connsiteY100" fmla="*/ 276455 h 421327"/>
                <a:gd name="connsiteX101" fmla="*/ 281475 w 359546"/>
                <a:gd name="connsiteY101" fmla="*/ 286162 h 421327"/>
                <a:gd name="connsiteX102" fmla="*/ 275686 w 359546"/>
                <a:gd name="connsiteY102" fmla="*/ 292930 h 421327"/>
                <a:gd name="connsiteX103" fmla="*/ 268117 w 359546"/>
                <a:gd name="connsiteY103" fmla="*/ 292930 h 421327"/>
                <a:gd name="connsiteX104" fmla="*/ 254313 w 359546"/>
                <a:gd name="connsiteY104" fmla="*/ 281353 h 421327"/>
                <a:gd name="connsiteX105" fmla="*/ 247901 w 359546"/>
                <a:gd name="connsiteY105" fmla="*/ 290882 h 421327"/>
                <a:gd name="connsiteX106" fmla="*/ 248703 w 359546"/>
                <a:gd name="connsiteY106" fmla="*/ 301569 h 421327"/>
                <a:gd name="connsiteX107" fmla="*/ 260458 w 359546"/>
                <a:gd name="connsiteY107" fmla="*/ 307001 h 421327"/>
                <a:gd name="connsiteX108" fmla="*/ 275330 w 359546"/>
                <a:gd name="connsiteY108" fmla="*/ 318756 h 421327"/>
                <a:gd name="connsiteX109" fmla="*/ 279426 w 359546"/>
                <a:gd name="connsiteY109" fmla="*/ 333985 h 421327"/>
                <a:gd name="connsiteX110" fmla="*/ 265445 w 359546"/>
                <a:gd name="connsiteY110" fmla="*/ 335232 h 421327"/>
                <a:gd name="connsiteX111" fmla="*/ 244160 w 359546"/>
                <a:gd name="connsiteY111" fmla="*/ 322853 h 421327"/>
                <a:gd name="connsiteX112" fmla="*/ 238995 w 359546"/>
                <a:gd name="connsiteY112" fmla="*/ 323654 h 421327"/>
                <a:gd name="connsiteX113" fmla="*/ 234276 w 359546"/>
                <a:gd name="connsiteY113" fmla="*/ 351529 h 421327"/>
                <a:gd name="connsiteX114" fmla="*/ 228932 w 359546"/>
                <a:gd name="connsiteY114" fmla="*/ 355892 h 421327"/>
                <a:gd name="connsiteX115" fmla="*/ 211121 w 359546"/>
                <a:gd name="connsiteY115" fmla="*/ 340218 h 421327"/>
                <a:gd name="connsiteX116" fmla="*/ 209874 w 359546"/>
                <a:gd name="connsiteY116" fmla="*/ 324723 h 421327"/>
                <a:gd name="connsiteX117" fmla="*/ 220828 w 359546"/>
                <a:gd name="connsiteY117" fmla="*/ 287141 h 421327"/>
                <a:gd name="connsiteX118" fmla="*/ 232405 w 359546"/>
                <a:gd name="connsiteY118" fmla="*/ 253211 h 421327"/>
                <a:gd name="connsiteX119" fmla="*/ 245764 w 359546"/>
                <a:gd name="connsiteY119" fmla="*/ 230680 h 421327"/>
                <a:gd name="connsiteX120" fmla="*/ 257341 w 359546"/>
                <a:gd name="connsiteY120" fmla="*/ 214561 h 421327"/>
                <a:gd name="connsiteX121" fmla="*/ 255470 w 359546"/>
                <a:gd name="connsiteY121" fmla="*/ 211889 h 421327"/>
                <a:gd name="connsiteX122" fmla="*/ 221273 w 359546"/>
                <a:gd name="connsiteY122" fmla="*/ 229701 h 421327"/>
                <a:gd name="connsiteX123" fmla="*/ 204709 w 359546"/>
                <a:gd name="connsiteY123" fmla="*/ 239586 h 421327"/>
                <a:gd name="connsiteX124" fmla="*/ 194022 w 359546"/>
                <a:gd name="connsiteY124" fmla="*/ 246799 h 421327"/>
                <a:gd name="connsiteX125" fmla="*/ 180396 w 359546"/>
                <a:gd name="connsiteY125" fmla="*/ 252142 h 421327"/>
                <a:gd name="connsiteX126" fmla="*/ 168997 w 359546"/>
                <a:gd name="connsiteY126" fmla="*/ 259712 h 421327"/>
                <a:gd name="connsiteX127" fmla="*/ 158132 w 359546"/>
                <a:gd name="connsiteY127" fmla="*/ 259712 h 421327"/>
                <a:gd name="connsiteX128" fmla="*/ 147179 w 359546"/>
                <a:gd name="connsiteY128" fmla="*/ 270221 h 421327"/>
                <a:gd name="connsiteX129" fmla="*/ 140767 w 359546"/>
                <a:gd name="connsiteY129" fmla="*/ 287141 h 421327"/>
                <a:gd name="connsiteX130" fmla="*/ 145932 w 359546"/>
                <a:gd name="connsiteY130" fmla="*/ 382253 h 421327"/>
                <a:gd name="connsiteX131" fmla="*/ 143260 w 359546"/>
                <a:gd name="connsiteY131" fmla="*/ 404784 h 421327"/>
                <a:gd name="connsiteX132" fmla="*/ 132752 w 359546"/>
                <a:gd name="connsiteY132" fmla="*/ 403537 h 421327"/>
                <a:gd name="connsiteX133" fmla="*/ 122421 w 359546"/>
                <a:gd name="connsiteY133" fmla="*/ 397927 h 421327"/>
                <a:gd name="connsiteX134" fmla="*/ 114585 w 359546"/>
                <a:gd name="connsiteY134" fmla="*/ 392405 h 421327"/>
                <a:gd name="connsiteX135" fmla="*/ 107193 w 359546"/>
                <a:gd name="connsiteY135" fmla="*/ 382431 h 421327"/>
                <a:gd name="connsiteX136" fmla="*/ 109419 w 359546"/>
                <a:gd name="connsiteY136" fmla="*/ 372368 h 421327"/>
                <a:gd name="connsiteX137" fmla="*/ 107816 w 359546"/>
                <a:gd name="connsiteY137" fmla="*/ 315817 h 421327"/>
                <a:gd name="connsiteX138" fmla="*/ 102651 w 359546"/>
                <a:gd name="connsiteY138" fmla="*/ 318934 h 421327"/>
                <a:gd name="connsiteX139" fmla="*/ 92943 w 359546"/>
                <a:gd name="connsiteY139" fmla="*/ 334608 h 421327"/>
                <a:gd name="connsiteX140" fmla="*/ 86175 w 359546"/>
                <a:gd name="connsiteY140" fmla="*/ 349481 h 421327"/>
                <a:gd name="connsiteX141" fmla="*/ 72728 w 359546"/>
                <a:gd name="connsiteY141" fmla="*/ 357941 h 421327"/>
                <a:gd name="connsiteX142" fmla="*/ 56074 w 359546"/>
                <a:gd name="connsiteY142" fmla="*/ 356872 h 421327"/>
                <a:gd name="connsiteX143" fmla="*/ 43874 w 359546"/>
                <a:gd name="connsiteY143" fmla="*/ 344137 h 421327"/>
                <a:gd name="connsiteX144" fmla="*/ 42004 w 359546"/>
                <a:gd name="connsiteY144" fmla="*/ 329443 h 421327"/>
                <a:gd name="connsiteX145" fmla="*/ 49039 w 359546"/>
                <a:gd name="connsiteY145" fmla="*/ 317064 h 421327"/>
                <a:gd name="connsiteX146" fmla="*/ 53581 w 359546"/>
                <a:gd name="connsiteY146" fmla="*/ 298540 h 421327"/>
                <a:gd name="connsiteX147" fmla="*/ 59904 w 359546"/>
                <a:gd name="connsiteY147" fmla="*/ 278681 h 421327"/>
                <a:gd name="connsiteX148" fmla="*/ 68810 w 359546"/>
                <a:gd name="connsiteY148" fmla="*/ 259089 h 421327"/>
                <a:gd name="connsiteX149" fmla="*/ 72906 w 359546"/>
                <a:gd name="connsiteY149" fmla="*/ 246087 h 421327"/>
                <a:gd name="connsiteX150" fmla="*/ 71036 w 359546"/>
                <a:gd name="connsiteY150" fmla="*/ 243682 h 421327"/>
                <a:gd name="connsiteX151" fmla="*/ 56609 w 359546"/>
                <a:gd name="connsiteY151" fmla="*/ 255170 h 421327"/>
                <a:gd name="connsiteX152" fmla="*/ 41737 w 359546"/>
                <a:gd name="connsiteY152" fmla="*/ 257308 h 421327"/>
                <a:gd name="connsiteX153" fmla="*/ 27755 w 359546"/>
                <a:gd name="connsiteY153" fmla="*/ 250094 h 421327"/>
                <a:gd name="connsiteX154" fmla="*/ 13951 w 359546"/>
                <a:gd name="connsiteY154" fmla="*/ 243237 h 421327"/>
                <a:gd name="connsiteX155" fmla="*/ 1750 w 359546"/>
                <a:gd name="connsiteY155" fmla="*/ 234331 h 421327"/>
                <a:gd name="connsiteX156" fmla="*/ 2819 w 359546"/>
                <a:gd name="connsiteY156" fmla="*/ 225426 h 421327"/>
                <a:gd name="connsiteX157" fmla="*/ 28378 w 359546"/>
                <a:gd name="connsiteY157" fmla="*/ 210732 h 421327"/>
                <a:gd name="connsiteX158" fmla="*/ 68008 w 359546"/>
                <a:gd name="connsiteY158" fmla="*/ 184015 h 421327"/>
                <a:gd name="connsiteX159" fmla="*/ 103630 w 359546"/>
                <a:gd name="connsiteY159" fmla="*/ 162642 h 421327"/>
                <a:gd name="connsiteX160" fmla="*/ 104877 w 359546"/>
                <a:gd name="connsiteY160" fmla="*/ 135123 h 421327"/>
                <a:gd name="connsiteX161" fmla="*/ 109241 w 359546"/>
                <a:gd name="connsiteY161" fmla="*/ 99056 h 421327"/>
                <a:gd name="connsiteX162" fmla="*/ 103274 w 359546"/>
                <a:gd name="connsiteY162" fmla="*/ 102173 h 421327"/>
                <a:gd name="connsiteX163" fmla="*/ 87957 w 359546"/>
                <a:gd name="connsiteY163" fmla="*/ 122745 h 421327"/>
                <a:gd name="connsiteX164" fmla="*/ 74420 w 359546"/>
                <a:gd name="connsiteY164" fmla="*/ 142960 h 421327"/>
                <a:gd name="connsiteX165" fmla="*/ 64713 w 359546"/>
                <a:gd name="connsiteY165" fmla="*/ 157031 h 421327"/>
                <a:gd name="connsiteX166" fmla="*/ 63288 w 359546"/>
                <a:gd name="connsiteY166" fmla="*/ 168965 h 421327"/>
                <a:gd name="connsiteX167" fmla="*/ 46546 w 359546"/>
                <a:gd name="connsiteY167" fmla="*/ 166916 h 421327"/>
                <a:gd name="connsiteX168" fmla="*/ 28735 w 359546"/>
                <a:gd name="connsiteY168" fmla="*/ 159525 h 421327"/>
                <a:gd name="connsiteX169" fmla="*/ 20898 w 359546"/>
                <a:gd name="connsiteY169" fmla="*/ 140912 h 421327"/>
                <a:gd name="connsiteX170" fmla="*/ 27309 w 359546"/>
                <a:gd name="connsiteY170" fmla="*/ 112860 h 421327"/>
                <a:gd name="connsiteX171" fmla="*/ 36749 w 359546"/>
                <a:gd name="connsiteY171" fmla="*/ 89349 h 421327"/>
                <a:gd name="connsiteX172" fmla="*/ 70234 w 359546"/>
                <a:gd name="connsiteY172" fmla="*/ 62632 h 42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359546" h="421327">
                  <a:moveTo>
                    <a:pt x="70502" y="61296"/>
                  </a:moveTo>
                  <a:cubicBezTo>
                    <a:pt x="75441" y="58671"/>
                    <a:pt x="81455" y="59158"/>
                    <a:pt x="85908" y="62543"/>
                  </a:cubicBezTo>
                  <a:cubicBezTo>
                    <a:pt x="93745" y="68332"/>
                    <a:pt x="92766" y="69757"/>
                    <a:pt x="92766" y="71448"/>
                  </a:cubicBezTo>
                  <a:cubicBezTo>
                    <a:pt x="93277" y="74125"/>
                    <a:pt x="92328" y="76872"/>
                    <a:pt x="90272" y="78662"/>
                  </a:cubicBezTo>
                  <a:cubicBezTo>
                    <a:pt x="87422" y="80710"/>
                    <a:pt x="84305" y="80889"/>
                    <a:pt x="83058" y="86054"/>
                  </a:cubicBezTo>
                  <a:cubicBezTo>
                    <a:pt x="81812" y="91219"/>
                    <a:pt x="77270" y="100748"/>
                    <a:pt x="79497" y="100748"/>
                  </a:cubicBezTo>
                  <a:cubicBezTo>
                    <a:pt x="91099" y="94708"/>
                    <a:pt x="101751" y="86996"/>
                    <a:pt x="111111" y="77860"/>
                  </a:cubicBezTo>
                  <a:cubicBezTo>
                    <a:pt x="116009" y="71270"/>
                    <a:pt x="115030" y="57378"/>
                    <a:pt x="117701" y="49986"/>
                  </a:cubicBezTo>
                  <a:cubicBezTo>
                    <a:pt x="120756" y="42880"/>
                    <a:pt x="123373" y="35594"/>
                    <a:pt x="125538" y="28168"/>
                  </a:cubicBezTo>
                  <a:cubicBezTo>
                    <a:pt x="127230" y="20954"/>
                    <a:pt x="125538" y="14720"/>
                    <a:pt x="132573" y="12494"/>
                  </a:cubicBezTo>
                  <a:cubicBezTo>
                    <a:pt x="140139" y="11029"/>
                    <a:pt x="147958" y="13131"/>
                    <a:pt x="153769" y="18193"/>
                  </a:cubicBezTo>
                  <a:cubicBezTo>
                    <a:pt x="159717" y="23110"/>
                    <a:pt x="164622" y="29165"/>
                    <a:pt x="168196" y="36004"/>
                  </a:cubicBezTo>
                  <a:cubicBezTo>
                    <a:pt x="168819" y="40101"/>
                    <a:pt x="167216" y="54528"/>
                    <a:pt x="170066" y="56042"/>
                  </a:cubicBezTo>
                  <a:cubicBezTo>
                    <a:pt x="177541" y="58869"/>
                    <a:pt x="184470" y="62967"/>
                    <a:pt x="190549" y="68153"/>
                  </a:cubicBezTo>
                  <a:cubicBezTo>
                    <a:pt x="195207" y="73183"/>
                    <a:pt x="198516" y="79311"/>
                    <a:pt x="200167" y="85965"/>
                  </a:cubicBezTo>
                  <a:cubicBezTo>
                    <a:pt x="200167" y="91130"/>
                    <a:pt x="202304" y="97720"/>
                    <a:pt x="193220" y="100748"/>
                  </a:cubicBezTo>
                  <a:cubicBezTo>
                    <a:pt x="184137" y="103776"/>
                    <a:pt x="184315" y="96028"/>
                    <a:pt x="167395" y="91842"/>
                  </a:cubicBezTo>
                  <a:cubicBezTo>
                    <a:pt x="150474" y="87657"/>
                    <a:pt x="146823" y="86321"/>
                    <a:pt x="143884" y="96384"/>
                  </a:cubicBezTo>
                  <a:cubicBezTo>
                    <a:pt x="140945" y="106448"/>
                    <a:pt x="136581" y="146790"/>
                    <a:pt x="136136" y="152578"/>
                  </a:cubicBezTo>
                  <a:cubicBezTo>
                    <a:pt x="135708" y="157959"/>
                    <a:pt x="136159" y="163373"/>
                    <a:pt x="137472" y="168608"/>
                  </a:cubicBezTo>
                  <a:cubicBezTo>
                    <a:pt x="138718" y="172705"/>
                    <a:pt x="144685" y="183481"/>
                    <a:pt x="145308" y="187399"/>
                  </a:cubicBezTo>
                  <a:cubicBezTo>
                    <a:pt x="145932" y="191318"/>
                    <a:pt x="144329" y="197462"/>
                    <a:pt x="146555" y="197462"/>
                  </a:cubicBezTo>
                  <a:cubicBezTo>
                    <a:pt x="148782" y="197462"/>
                    <a:pt x="153591" y="193099"/>
                    <a:pt x="155461" y="189626"/>
                  </a:cubicBezTo>
                  <a:cubicBezTo>
                    <a:pt x="157331" y="186152"/>
                    <a:pt x="158400" y="184282"/>
                    <a:pt x="160181" y="181789"/>
                  </a:cubicBezTo>
                  <a:cubicBezTo>
                    <a:pt x="161962" y="179295"/>
                    <a:pt x="165969" y="177425"/>
                    <a:pt x="166860" y="175020"/>
                  </a:cubicBezTo>
                  <a:cubicBezTo>
                    <a:pt x="167751" y="172616"/>
                    <a:pt x="171402" y="187132"/>
                    <a:pt x="173450" y="187132"/>
                  </a:cubicBezTo>
                  <a:cubicBezTo>
                    <a:pt x="175498" y="187132"/>
                    <a:pt x="176122" y="180186"/>
                    <a:pt x="177101" y="181789"/>
                  </a:cubicBezTo>
                  <a:cubicBezTo>
                    <a:pt x="178081" y="183392"/>
                    <a:pt x="180842" y="196839"/>
                    <a:pt x="182890" y="201025"/>
                  </a:cubicBezTo>
                  <a:cubicBezTo>
                    <a:pt x="184938" y="205210"/>
                    <a:pt x="184582" y="205745"/>
                    <a:pt x="188056" y="202628"/>
                  </a:cubicBezTo>
                  <a:cubicBezTo>
                    <a:pt x="191528" y="199511"/>
                    <a:pt x="197762" y="191496"/>
                    <a:pt x="200880" y="189447"/>
                  </a:cubicBezTo>
                  <a:cubicBezTo>
                    <a:pt x="207395" y="185158"/>
                    <a:pt x="213374" y="180105"/>
                    <a:pt x="218691" y="174397"/>
                  </a:cubicBezTo>
                  <a:cubicBezTo>
                    <a:pt x="220471" y="170835"/>
                    <a:pt x="223589" y="169232"/>
                    <a:pt x="220115" y="166560"/>
                  </a:cubicBezTo>
                  <a:cubicBezTo>
                    <a:pt x="216642" y="163888"/>
                    <a:pt x="204442" y="158278"/>
                    <a:pt x="203373" y="154538"/>
                  </a:cubicBezTo>
                  <a:cubicBezTo>
                    <a:pt x="202304" y="150797"/>
                    <a:pt x="201948" y="149818"/>
                    <a:pt x="206935" y="145632"/>
                  </a:cubicBezTo>
                  <a:cubicBezTo>
                    <a:pt x="211922" y="141446"/>
                    <a:pt x="213525" y="139042"/>
                    <a:pt x="217622" y="139220"/>
                  </a:cubicBezTo>
                  <a:cubicBezTo>
                    <a:pt x="221718" y="139398"/>
                    <a:pt x="228131" y="142337"/>
                    <a:pt x="231069" y="140645"/>
                  </a:cubicBezTo>
                  <a:cubicBezTo>
                    <a:pt x="234008" y="138953"/>
                    <a:pt x="237837" y="135302"/>
                    <a:pt x="238016" y="110722"/>
                  </a:cubicBezTo>
                  <a:cubicBezTo>
                    <a:pt x="232049" y="109475"/>
                    <a:pt x="238016" y="108674"/>
                    <a:pt x="221540" y="112860"/>
                  </a:cubicBezTo>
                  <a:cubicBezTo>
                    <a:pt x="205065" y="117045"/>
                    <a:pt x="187076" y="129513"/>
                    <a:pt x="182534" y="130671"/>
                  </a:cubicBezTo>
                  <a:cubicBezTo>
                    <a:pt x="178372" y="131965"/>
                    <a:pt x="173851" y="131380"/>
                    <a:pt x="170155" y="129068"/>
                  </a:cubicBezTo>
                  <a:cubicBezTo>
                    <a:pt x="164990" y="126129"/>
                    <a:pt x="161250" y="125149"/>
                    <a:pt x="162942" y="121587"/>
                  </a:cubicBezTo>
                  <a:cubicBezTo>
                    <a:pt x="169093" y="115884"/>
                    <a:pt x="176419" y="111598"/>
                    <a:pt x="184404" y="109030"/>
                  </a:cubicBezTo>
                  <a:cubicBezTo>
                    <a:pt x="191452" y="107414"/>
                    <a:pt x="198408" y="105422"/>
                    <a:pt x="205243" y="103063"/>
                  </a:cubicBezTo>
                  <a:cubicBezTo>
                    <a:pt x="215016" y="98125"/>
                    <a:pt x="225325" y="94330"/>
                    <a:pt x="235968" y="91753"/>
                  </a:cubicBezTo>
                  <a:cubicBezTo>
                    <a:pt x="243448" y="91308"/>
                    <a:pt x="244873" y="87835"/>
                    <a:pt x="244873" y="84540"/>
                  </a:cubicBezTo>
                  <a:cubicBezTo>
                    <a:pt x="245414" y="75544"/>
                    <a:pt x="246695" y="66608"/>
                    <a:pt x="248703" y="57823"/>
                  </a:cubicBezTo>
                  <a:cubicBezTo>
                    <a:pt x="251196" y="51589"/>
                    <a:pt x="258677" y="23893"/>
                    <a:pt x="259478" y="20153"/>
                  </a:cubicBezTo>
                  <a:cubicBezTo>
                    <a:pt x="260280" y="16412"/>
                    <a:pt x="266514" y="11247"/>
                    <a:pt x="269809" y="6438"/>
                  </a:cubicBezTo>
                  <a:cubicBezTo>
                    <a:pt x="273104" y="1629"/>
                    <a:pt x="279783" y="-2468"/>
                    <a:pt x="283879" y="649"/>
                  </a:cubicBezTo>
                  <a:cubicBezTo>
                    <a:pt x="287923" y="4319"/>
                    <a:pt x="289177" y="10159"/>
                    <a:pt x="286996" y="15165"/>
                  </a:cubicBezTo>
                  <a:cubicBezTo>
                    <a:pt x="282741" y="20745"/>
                    <a:pt x="279014" y="26707"/>
                    <a:pt x="275864" y="32977"/>
                  </a:cubicBezTo>
                  <a:cubicBezTo>
                    <a:pt x="273527" y="41572"/>
                    <a:pt x="271801" y="50321"/>
                    <a:pt x="270699" y="59159"/>
                  </a:cubicBezTo>
                  <a:cubicBezTo>
                    <a:pt x="269898" y="64769"/>
                    <a:pt x="265356" y="76970"/>
                    <a:pt x="265534" y="81512"/>
                  </a:cubicBezTo>
                  <a:cubicBezTo>
                    <a:pt x="265712" y="86054"/>
                    <a:pt x="263486" y="88458"/>
                    <a:pt x="273371" y="87657"/>
                  </a:cubicBezTo>
                  <a:cubicBezTo>
                    <a:pt x="283256" y="86855"/>
                    <a:pt x="293408" y="84362"/>
                    <a:pt x="299108" y="84184"/>
                  </a:cubicBezTo>
                  <a:cubicBezTo>
                    <a:pt x="304808" y="84005"/>
                    <a:pt x="312734" y="82313"/>
                    <a:pt x="316296" y="85609"/>
                  </a:cubicBezTo>
                  <a:cubicBezTo>
                    <a:pt x="319858" y="88904"/>
                    <a:pt x="321639" y="89527"/>
                    <a:pt x="318344" y="94514"/>
                  </a:cubicBezTo>
                  <a:cubicBezTo>
                    <a:pt x="315049" y="99501"/>
                    <a:pt x="314247" y="103420"/>
                    <a:pt x="310863" y="104399"/>
                  </a:cubicBezTo>
                  <a:cubicBezTo>
                    <a:pt x="306431" y="104994"/>
                    <a:pt x="301938" y="104994"/>
                    <a:pt x="297505" y="104399"/>
                  </a:cubicBezTo>
                  <a:cubicBezTo>
                    <a:pt x="288413" y="103599"/>
                    <a:pt x="279256" y="103958"/>
                    <a:pt x="270254" y="105468"/>
                  </a:cubicBezTo>
                  <a:cubicBezTo>
                    <a:pt x="266157" y="107516"/>
                    <a:pt x="264465" y="105468"/>
                    <a:pt x="263486" y="109832"/>
                  </a:cubicBezTo>
                  <a:cubicBezTo>
                    <a:pt x="261233" y="122415"/>
                    <a:pt x="260042" y="135165"/>
                    <a:pt x="259923" y="147948"/>
                  </a:cubicBezTo>
                  <a:cubicBezTo>
                    <a:pt x="261170" y="150441"/>
                    <a:pt x="267404" y="154805"/>
                    <a:pt x="269452" y="160326"/>
                  </a:cubicBezTo>
                  <a:cubicBezTo>
                    <a:pt x="271501" y="165848"/>
                    <a:pt x="268384" y="177247"/>
                    <a:pt x="270521" y="177425"/>
                  </a:cubicBezTo>
                  <a:cubicBezTo>
                    <a:pt x="272659" y="177603"/>
                    <a:pt x="307835" y="168519"/>
                    <a:pt x="313980" y="169855"/>
                  </a:cubicBezTo>
                  <a:cubicBezTo>
                    <a:pt x="320125" y="171191"/>
                    <a:pt x="317721" y="165937"/>
                    <a:pt x="325558" y="167183"/>
                  </a:cubicBezTo>
                  <a:cubicBezTo>
                    <a:pt x="333400" y="169203"/>
                    <a:pt x="341056" y="171885"/>
                    <a:pt x="348445" y="175198"/>
                  </a:cubicBezTo>
                  <a:cubicBezTo>
                    <a:pt x="353187" y="177886"/>
                    <a:pt x="356888" y="182089"/>
                    <a:pt x="358954" y="187132"/>
                  </a:cubicBezTo>
                  <a:cubicBezTo>
                    <a:pt x="359619" y="190195"/>
                    <a:pt x="359043" y="193398"/>
                    <a:pt x="357351" y="196037"/>
                  </a:cubicBezTo>
                  <a:cubicBezTo>
                    <a:pt x="350260" y="200392"/>
                    <a:pt x="342881" y="204260"/>
                    <a:pt x="335265" y="207614"/>
                  </a:cubicBezTo>
                  <a:cubicBezTo>
                    <a:pt x="329298" y="209841"/>
                    <a:pt x="329921" y="210910"/>
                    <a:pt x="326359" y="210910"/>
                  </a:cubicBezTo>
                  <a:cubicBezTo>
                    <a:pt x="322797" y="210910"/>
                    <a:pt x="320748" y="210286"/>
                    <a:pt x="315227" y="210108"/>
                  </a:cubicBezTo>
                  <a:cubicBezTo>
                    <a:pt x="309706" y="209930"/>
                    <a:pt x="303026" y="206991"/>
                    <a:pt x="299464" y="210108"/>
                  </a:cubicBezTo>
                  <a:cubicBezTo>
                    <a:pt x="295902" y="213225"/>
                    <a:pt x="289579" y="219637"/>
                    <a:pt x="287086" y="221686"/>
                  </a:cubicBezTo>
                  <a:cubicBezTo>
                    <a:pt x="284592" y="223734"/>
                    <a:pt x="274974" y="233441"/>
                    <a:pt x="274974" y="236113"/>
                  </a:cubicBezTo>
                  <a:cubicBezTo>
                    <a:pt x="274974" y="238784"/>
                    <a:pt x="282811" y="236736"/>
                    <a:pt x="289579" y="237537"/>
                  </a:cubicBezTo>
                  <a:cubicBezTo>
                    <a:pt x="295261" y="238109"/>
                    <a:pt x="300650" y="240339"/>
                    <a:pt x="305074" y="243950"/>
                  </a:cubicBezTo>
                  <a:cubicBezTo>
                    <a:pt x="308192" y="246888"/>
                    <a:pt x="315138" y="252855"/>
                    <a:pt x="314693" y="258287"/>
                  </a:cubicBezTo>
                  <a:cubicBezTo>
                    <a:pt x="314247" y="263720"/>
                    <a:pt x="319680" y="292663"/>
                    <a:pt x="319680" y="299698"/>
                  </a:cubicBezTo>
                  <a:cubicBezTo>
                    <a:pt x="319680" y="306734"/>
                    <a:pt x="320125" y="362037"/>
                    <a:pt x="320125" y="362037"/>
                  </a:cubicBezTo>
                  <a:cubicBezTo>
                    <a:pt x="321340" y="368181"/>
                    <a:pt x="322144" y="374399"/>
                    <a:pt x="322530" y="380650"/>
                  </a:cubicBezTo>
                  <a:cubicBezTo>
                    <a:pt x="322755" y="390875"/>
                    <a:pt x="322368" y="401105"/>
                    <a:pt x="321372" y="411285"/>
                  </a:cubicBezTo>
                  <a:cubicBezTo>
                    <a:pt x="320125" y="415827"/>
                    <a:pt x="318879" y="421615"/>
                    <a:pt x="314693" y="420814"/>
                  </a:cubicBezTo>
                  <a:cubicBezTo>
                    <a:pt x="310257" y="420262"/>
                    <a:pt x="305915" y="419124"/>
                    <a:pt x="301779" y="417430"/>
                  </a:cubicBezTo>
                  <a:cubicBezTo>
                    <a:pt x="297211" y="415885"/>
                    <a:pt x="292958" y="413532"/>
                    <a:pt x="289223" y="410483"/>
                  </a:cubicBezTo>
                  <a:cubicBezTo>
                    <a:pt x="284619" y="405924"/>
                    <a:pt x="280278" y="401107"/>
                    <a:pt x="276220" y="396056"/>
                  </a:cubicBezTo>
                  <a:cubicBezTo>
                    <a:pt x="272925" y="391693"/>
                    <a:pt x="263842" y="383232"/>
                    <a:pt x="261793" y="380294"/>
                  </a:cubicBezTo>
                  <a:cubicBezTo>
                    <a:pt x="258231" y="376156"/>
                    <a:pt x="255752" y="371199"/>
                    <a:pt x="254580" y="365867"/>
                  </a:cubicBezTo>
                  <a:cubicBezTo>
                    <a:pt x="254580" y="361325"/>
                    <a:pt x="253690" y="356961"/>
                    <a:pt x="255203" y="356961"/>
                  </a:cubicBezTo>
                  <a:cubicBezTo>
                    <a:pt x="256717" y="356961"/>
                    <a:pt x="259033" y="360523"/>
                    <a:pt x="260547" y="363818"/>
                  </a:cubicBezTo>
                  <a:cubicBezTo>
                    <a:pt x="263089" y="368274"/>
                    <a:pt x="266989" y="371801"/>
                    <a:pt x="271679" y="373882"/>
                  </a:cubicBezTo>
                  <a:cubicBezTo>
                    <a:pt x="277200" y="376731"/>
                    <a:pt x="286551" y="381897"/>
                    <a:pt x="288154" y="380917"/>
                  </a:cubicBezTo>
                  <a:cubicBezTo>
                    <a:pt x="289757" y="379937"/>
                    <a:pt x="292874" y="379225"/>
                    <a:pt x="292874" y="376375"/>
                  </a:cubicBezTo>
                  <a:cubicBezTo>
                    <a:pt x="292874" y="373525"/>
                    <a:pt x="292250" y="357763"/>
                    <a:pt x="292250" y="353666"/>
                  </a:cubicBezTo>
                  <a:cubicBezTo>
                    <a:pt x="292250" y="349569"/>
                    <a:pt x="292250" y="294889"/>
                    <a:pt x="292250" y="294889"/>
                  </a:cubicBezTo>
                  <a:cubicBezTo>
                    <a:pt x="292250" y="294889"/>
                    <a:pt x="292250" y="268173"/>
                    <a:pt x="286907" y="261404"/>
                  </a:cubicBezTo>
                  <a:cubicBezTo>
                    <a:pt x="281564" y="254636"/>
                    <a:pt x="280852" y="254458"/>
                    <a:pt x="278002" y="255259"/>
                  </a:cubicBezTo>
                  <a:cubicBezTo>
                    <a:pt x="275152" y="256061"/>
                    <a:pt x="272213" y="260247"/>
                    <a:pt x="269096" y="260247"/>
                  </a:cubicBezTo>
                  <a:cubicBezTo>
                    <a:pt x="265979" y="260247"/>
                    <a:pt x="264287" y="258822"/>
                    <a:pt x="262239" y="260247"/>
                  </a:cubicBezTo>
                  <a:cubicBezTo>
                    <a:pt x="260191" y="261672"/>
                    <a:pt x="256450" y="266302"/>
                    <a:pt x="258766" y="267549"/>
                  </a:cubicBezTo>
                  <a:cubicBezTo>
                    <a:pt x="261081" y="268796"/>
                    <a:pt x="269452" y="274139"/>
                    <a:pt x="272569" y="276455"/>
                  </a:cubicBezTo>
                  <a:cubicBezTo>
                    <a:pt x="275686" y="278770"/>
                    <a:pt x="281475" y="283223"/>
                    <a:pt x="281475" y="286162"/>
                  </a:cubicBezTo>
                  <a:cubicBezTo>
                    <a:pt x="285839" y="293197"/>
                    <a:pt x="278447" y="292930"/>
                    <a:pt x="275686" y="292930"/>
                  </a:cubicBezTo>
                  <a:cubicBezTo>
                    <a:pt x="272925" y="292930"/>
                    <a:pt x="272213" y="295424"/>
                    <a:pt x="268117" y="292930"/>
                  </a:cubicBezTo>
                  <a:cubicBezTo>
                    <a:pt x="264020" y="290437"/>
                    <a:pt x="257162" y="280818"/>
                    <a:pt x="254313" y="281353"/>
                  </a:cubicBezTo>
                  <a:cubicBezTo>
                    <a:pt x="251463" y="281887"/>
                    <a:pt x="249148" y="286518"/>
                    <a:pt x="247901" y="290882"/>
                  </a:cubicBezTo>
                  <a:cubicBezTo>
                    <a:pt x="246654" y="295245"/>
                    <a:pt x="245408" y="300411"/>
                    <a:pt x="248703" y="301569"/>
                  </a:cubicBezTo>
                  <a:cubicBezTo>
                    <a:pt x="251998" y="302726"/>
                    <a:pt x="255738" y="304685"/>
                    <a:pt x="260458" y="307001"/>
                  </a:cubicBezTo>
                  <a:cubicBezTo>
                    <a:pt x="266225" y="309770"/>
                    <a:pt x="271305" y="313785"/>
                    <a:pt x="275330" y="318756"/>
                  </a:cubicBezTo>
                  <a:cubicBezTo>
                    <a:pt x="278002" y="322853"/>
                    <a:pt x="282098" y="326771"/>
                    <a:pt x="279426" y="333985"/>
                  </a:cubicBezTo>
                  <a:cubicBezTo>
                    <a:pt x="275591" y="337530"/>
                    <a:pt x="269847" y="338043"/>
                    <a:pt x="265445" y="335232"/>
                  </a:cubicBezTo>
                  <a:cubicBezTo>
                    <a:pt x="257719" y="332300"/>
                    <a:pt x="250528" y="328118"/>
                    <a:pt x="244160" y="322853"/>
                  </a:cubicBezTo>
                  <a:cubicBezTo>
                    <a:pt x="240242" y="317866"/>
                    <a:pt x="239440" y="320804"/>
                    <a:pt x="238995" y="323654"/>
                  </a:cubicBezTo>
                  <a:cubicBezTo>
                    <a:pt x="238550" y="326504"/>
                    <a:pt x="234453" y="349124"/>
                    <a:pt x="234276" y="351529"/>
                  </a:cubicBezTo>
                  <a:cubicBezTo>
                    <a:pt x="234097" y="353933"/>
                    <a:pt x="234276" y="357139"/>
                    <a:pt x="228932" y="355892"/>
                  </a:cubicBezTo>
                  <a:cubicBezTo>
                    <a:pt x="221852" y="352131"/>
                    <a:pt x="215751" y="346763"/>
                    <a:pt x="211121" y="340218"/>
                  </a:cubicBezTo>
                  <a:cubicBezTo>
                    <a:pt x="209020" y="335329"/>
                    <a:pt x="208582" y="329885"/>
                    <a:pt x="209874" y="324723"/>
                  </a:cubicBezTo>
                  <a:cubicBezTo>
                    <a:pt x="211922" y="320181"/>
                    <a:pt x="217978" y="297116"/>
                    <a:pt x="220828" y="287141"/>
                  </a:cubicBezTo>
                  <a:cubicBezTo>
                    <a:pt x="223654" y="275505"/>
                    <a:pt x="227529" y="264148"/>
                    <a:pt x="232405" y="253211"/>
                  </a:cubicBezTo>
                  <a:cubicBezTo>
                    <a:pt x="237242" y="245935"/>
                    <a:pt x="241700" y="238415"/>
                    <a:pt x="245764" y="230680"/>
                  </a:cubicBezTo>
                  <a:cubicBezTo>
                    <a:pt x="248257" y="225248"/>
                    <a:pt x="256896" y="216609"/>
                    <a:pt x="257341" y="214561"/>
                  </a:cubicBezTo>
                  <a:cubicBezTo>
                    <a:pt x="257786" y="212513"/>
                    <a:pt x="258588" y="210465"/>
                    <a:pt x="255470" y="211889"/>
                  </a:cubicBezTo>
                  <a:cubicBezTo>
                    <a:pt x="252354" y="213314"/>
                    <a:pt x="227863" y="225248"/>
                    <a:pt x="221273" y="229701"/>
                  </a:cubicBezTo>
                  <a:cubicBezTo>
                    <a:pt x="215571" y="232683"/>
                    <a:pt x="210041" y="235984"/>
                    <a:pt x="204709" y="239586"/>
                  </a:cubicBezTo>
                  <a:cubicBezTo>
                    <a:pt x="201236" y="242703"/>
                    <a:pt x="199365" y="245730"/>
                    <a:pt x="194022" y="246799"/>
                  </a:cubicBezTo>
                  <a:cubicBezTo>
                    <a:pt x="189220" y="247827"/>
                    <a:pt x="184618" y="249632"/>
                    <a:pt x="180396" y="252142"/>
                  </a:cubicBezTo>
                  <a:cubicBezTo>
                    <a:pt x="177547" y="254013"/>
                    <a:pt x="174786" y="258644"/>
                    <a:pt x="168997" y="259712"/>
                  </a:cubicBezTo>
                  <a:cubicBezTo>
                    <a:pt x="163209" y="260781"/>
                    <a:pt x="162497" y="258555"/>
                    <a:pt x="158132" y="259712"/>
                  </a:cubicBezTo>
                  <a:cubicBezTo>
                    <a:pt x="153769" y="260870"/>
                    <a:pt x="150474" y="263898"/>
                    <a:pt x="147179" y="270221"/>
                  </a:cubicBezTo>
                  <a:cubicBezTo>
                    <a:pt x="144147" y="275480"/>
                    <a:pt x="141982" y="281193"/>
                    <a:pt x="140767" y="287141"/>
                  </a:cubicBezTo>
                  <a:cubicBezTo>
                    <a:pt x="137294" y="298719"/>
                    <a:pt x="141657" y="365956"/>
                    <a:pt x="145932" y="382253"/>
                  </a:cubicBezTo>
                  <a:cubicBezTo>
                    <a:pt x="150207" y="398550"/>
                    <a:pt x="145131" y="403715"/>
                    <a:pt x="143260" y="404784"/>
                  </a:cubicBezTo>
                  <a:cubicBezTo>
                    <a:pt x="139724" y="405697"/>
                    <a:pt x="135976" y="405252"/>
                    <a:pt x="132752" y="403537"/>
                  </a:cubicBezTo>
                  <a:cubicBezTo>
                    <a:pt x="129425" y="401460"/>
                    <a:pt x="125975" y="399586"/>
                    <a:pt x="122421" y="397927"/>
                  </a:cubicBezTo>
                  <a:cubicBezTo>
                    <a:pt x="119322" y="396899"/>
                    <a:pt x="116596" y="394978"/>
                    <a:pt x="114585" y="392405"/>
                  </a:cubicBezTo>
                  <a:cubicBezTo>
                    <a:pt x="111735" y="389466"/>
                    <a:pt x="109063" y="384568"/>
                    <a:pt x="107193" y="382431"/>
                  </a:cubicBezTo>
                  <a:cubicBezTo>
                    <a:pt x="105322" y="380294"/>
                    <a:pt x="107816" y="375841"/>
                    <a:pt x="109419" y="372368"/>
                  </a:cubicBezTo>
                  <a:cubicBezTo>
                    <a:pt x="110625" y="353508"/>
                    <a:pt x="110088" y="334578"/>
                    <a:pt x="107816" y="315817"/>
                  </a:cubicBezTo>
                  <a:cubicBezTo>
                    <a:pt x="105946" y="309227"/>
                    <a:pt x="105322" y="315817"/>
                    <a:pt x="102651" y="318934"/>
                  </a:cubicBezTo>
                  <a:cubicBezTo>
                    <a:pt x="98614" y="323618"/>
                    <a:pt x="95339" y="328907"/>
                    <a:pt x="92943" y="334608"/>
                  </a:cubicBezTo>
                  <a:cubicBezTo>
                    <a:pt x="91784" y="339995"/>
                    <a:pt x="89475" y="345068"/>
                    <a:pt x="86175" y="349481"/>
                  </a:cubicBezTo>
                  <a:cubicBezTo>
                    <a:pt x="82714" y="353667"/>
                    <a:pt x="78000" y="356633"/>
                    <a:pt x="72728" y="357941"/>
                  </a:cubicBezTo>
                  <a:cubicBezTo>
                    <a:pt x="67261" y="359856"/>
                    <a:pt x="61251" y="359470"/>
                    <a:pt x="56074" y="356872"/>
                  </a:cubicBezTo>
                  <a:cubicBezTo>
                    <a:pt x="52067" y="354022"/>
                    <a:pt x="44498" y="348679"/>
                    <a:pt x="43874" y="344137"/>
                  </a:cubicBezTo>
                  <a:cubicBezTo>
                    <a:pt x="42395" y="339386"/>
                    <a:pt x="41762" y="334413"/>
                    <a:pt x="42004" y="329443"/>
                  </a:cubicBezTo>
                  <a:cubicBezTo>
                    <a:pt x="43072" y="324545"/>
                    <a:pt x="48149" y="320537"/>
                    <a:pt x="49039" y="317064"/>
                  </a:cubicBezTo>
                  <a:cubicBezTo>
                    <a:pt x="49930" y="313591"/>
                    <a:pt x="52334" y="302459"/>
                    <a:pt x="53581" y="298540"/>
                  </a:cubicBezTo>
                  <a:cubicBezTo>
                    <a:pt x="54828" y="294622"/>
                    <a:pt x="58123" y="283045"/>
                    <a:pt x="59904" y="278681"/>
                  </a:cubicBezTo>
                  <a:cubicBezTo>
                    <a:pt x="63552" y="272481"/>
                    <a:pt x="66538" y="265914"/>
                    <a:pt x="68810" y="259089"/>
                  </a:cubicBezTo>
                  <a:cubicBezTo>
                    <a:pt x="69433" y="254013"/>
                    <a:pt x="72906" y="248402"/>
                    <a:pt x="72906" y="246087"/>
                  </a:cubicBezTo>
                  <a:cubicBezTo>
                    <a:pt x="72906" y="243771"/>
                    <a:pt x="74153" y="242435"/>
                    <a:pt x="71036" y="243682"/>
                  </a:cubicBezTo>
                  <a:cubicBezTo>
                    <a:pt x="67919" y="244929"/>
                    <a:pt x="62131" y="253567"/>
                    <a:pt x="56609" y="255170"/>
                  </a:cubicBezTo>
                  <a:cubicBezTo>
                    <a:pt x="51910" y="257121"/>
                    <a:pt x="46795" y="257856"/>
                    <a:pt x="41737" y="257308"/>
                  </a:cubicBezTo>
                  <a:cubicBezTo>
                    <a:pt x="37336" y="254431"/>
                    <a:pt x="32650" y="252013"/>
                    <a:pt x="27755" y="250094"/>
                  </a:cubicBezTo>
                  <a:cubicBezTo>
                    <a:pt x="24193" y="250094"/>
                    <a:pt x="16979" y="243415"/>
                    <a:pt x="13951" y="243237"/>
                  </a:cubicBezTo>
                  <a:cubicBezTo>
                    <a:pt x="10923" y="243059"/>
                    <a:pt x="5847" y="238072"/>
                    <a:pt x="1750" y="234331"/>
                  </a:cubicBezTo>
                  <a:cubicBezTo>
                    <a:pt x="-2346" y="230591"/>
                    <a:pt x="504" y="227919"/>
                    <a:pt x="2819" y="225426"/>
                  </a:cubicBezTo>
                  <a:cubicBezTo>
                    <a:pt x="11088" y="220103"/>
                    <a:pt x="19618" y="215199"/>
                    <a:pt x="28378" y="210732"/>
                  </a:cubicBezTo>
                  <a:cubicBezTo>
                    <a:pt x="32030" y="208060"/>
                    <a:pt x="61596" y="188290"/>
                    <a:pt x="68008" y="184015"/>
                  </a:cubicBezTo>
                  <a:cubicBezTo>
                    <a:pt x="74420" y="179740"/>
                    <a:pt x="103007" y="165670"/>
                    <a:pt x="103630" y="162642"/>
                  </a:cubicBezTo>
                  <a:cubicBezTo>
                    <a:pt x="104254" y="159614"/>
                    <a:pt x="104254" y="141536"/>
                    <a:pt x="104877" y="135123"/>
                  </a:cubicBezTo>
                  <a:cubicBezTo>
                    <a:pt x="105501" y="128711"/>
                    <a:pt x="111467" y="100926"/>
                    <a:pt x="109241" y="99056"/>
                  </a:cubicBezTo>
                  <a:cubicBezTo>
                    <a:pt x="107014" y="97186"/>
                    <a:pt x="105768" y="99679"/>
                    <a:pt x="103274" y="102173"/>
                  </a:cubicBezTo>
                  <a:cubicBezTo>
                    <a:pt x="97430" y="108448"/>
                    <a:pt x="92293" y="115347"/>
                    <a:pt x="87957" y="122745"/>
                  </a:cubicBezTo>
                  <a:cubicBezTo>
                    <a:pt x="84082" y="129889"/>
                    <a:pt x="79550" y="136657"/>
                    <a:pt x="74420" y="142960"/>
                  </a:cubicBezTo>
                  <a:cubicBezTo>
                    <a:pt x="69611" y="149194"/>
                    <a:pt x="64446" y="150797"/>
                    <a:pt x="64713" y="157031"/>
                  </a:cubicBezTo>
                  <a:cubicBezTo>
                    <a:pt x="64980" y="163265"/>
                    <a:pt x="67385" y="169410"/>
                    <a:pt x="63288" y="168965"/>
                  </a:cubicBezTo>
                  <a:cubicBezTo>
                    <a:pt x="59192" y="168519"/>
                    <a:pt x="52067" y="167540"/>
                    <a:pt x="46546" y="166916"/>
                  </a:cubicBezTo>
                  <a:cubicBezTo>
                    <a:pt x="39869" y="166882"/>
                    <a:pt x="33473" y="164227"/>
                    <a:pt x="28735" y="159525"/>
                  </a:cubicBezTo>
                  <a:cubicBezTo>
                    <a:pt x="23391" y="153291"/>
                    <a:pt x="18226" y="150619"/>
                    <a:pt x="20898" y="140912"/>
                  </a:cubicBezTo>
                  <a:cubicBezTo>
                    <a:pt x="23569" y="131205"/>
                    <a:pt x="24994" y="122567"/>
                    <a:pt x="27309" y="112860"/>
                  </a:cubicBezTo>
                  <a:cubicBezTo>
                    <a:pt x="29083" y="104539"/>
                    <a:pt x="32276" y="96586"/>
                    <a:pt x="36749" y="89349"/>
                  </a:cubicBezTo>
                  <a:cubicBezTo>
                    <a:pt x="45611" y="77891"/>
                    <a:pt x="57095" y="68729"/>
                    <a:pt x="70234" y="62632"/>
                  </a:cubicBezTo>
                </a:path>
              </a:pathLst>
            </a:custGeom>
            <a:grpFill/>
            <a:ln w="88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任意多边形: 形状 190">
              <a:extLst>
                <a:ext uri="{FF2B5EF4-FFF2-40B4-BE49-F238E27FC236}">
                  <a16:creationId xmlns:a16="http://schemas.microsoft.com/office/drawing/2014/main" id="{828DE542-C64D-42EB-AB89-602AF638E39F}"/>
                </a:ext>
              </a:extLst>
            </p:cNvPr>
            <p:cNvSpPr/>
            <p:nvPr/>
          </p:nvSpPr>
          <p:spPr>
            <a:xfrm>
              <a:off x="3803783" y="5953870"/>
              <a:ext cx="175358" cy="266919"/>
            </a:xfrm>
            <a:custGeom>
              <a:avLst/>
              <a:gdLst>
                <a:gd name="connsiteX0" fmla="*/ 32735 w 202451"/>
                <a:gd name="connsiteY0" fmla="*/ 34958 h 308158"/>
                <a:gd name="connsiteX1" fmla="*/ 31489 w 202451"/>
                <a:gd name="connsiteY1" fmla="*/ 23559 h 308158"/>
                <a:gd name="connsiteX2" fmla="*/ 41196 w 202451"/>
                <a:gd name="connsiteY2" fmla="*/ 19463 h 308158"/>
                <a:gd name="connsiteX3" fmla="*/ 58473 w 202451"/>
                <a:gd name="connsiteY3" fmla="*/ 18839 h 308158"/>
                <a:gd name="connsiteX4" fmla="*/ 98726 w 202451"/>
                <a:gd name="connsiteY4" fmla="*/ 1028 h 308158"/>
                <a:gd name="connsiteX5" fmla="*/ 133190 w 202451"/>
                <a:gd name="connsiteY5" fmla="*/ 1028 h 308158"/>
                <a:gd name="connsiteX6" fmla="*/ 159907 w 202451"/>
                <a:gd name="connsiteY6" fmla="*/ 12427 h 308158"/>
                <a:gd name="connsiteX7" fmla="*/ 177006 w 202451"/>
                <a:gd name="connsiteY7" fmla="*/ 46447 h 308158"/>
                <a:gd name="connsiteX8" fmla="*/ 171217 w 202451"/>
                <a:gd name="connsiteY8" fmla="*/ 65682 h 308158"/>
                <a:gd name="connsiteX9" fmla="*/ 157146 w 202451"/>
                <a:gd name="connsiteY9" fmla="*/ 86254 h 308158"/>
                <a:gd name="connsiteX10" fmla="*/ 144411 w 202451"/>
                <a:gd name="connsiteY10" fmla="*/ 112971 h 308158"/>
                <a:gd name="connsiteX11" fmla="*/ 134259 w 202451"/>
                <a:gd name="connsiteY11" fmla="*/ 132118 h 308158"/>
                <a:gd name="connsiteX12" fmla="*/ 126689 w 202451"/>
                <a:gd name="connsiteY12" fmla="*/ 147169 h 308158"/>
                <a:gd name="connsiteX13" fmla="*/ 111639 w 202451"/>
                <a:gd name="connsiteY13" fmla="*/ 173885 h 308158"/>
                <a:gd name="connsiteX14" fmla="*/ 101309 w 202451"/>
                <a:gd name="connsiteY14" fmla="*/ 194991 h 308158"/>
                <a:gd name="connsiteX15" fmla="*/ 96767 w 202451"/>
                <a:gd name="connsiteY15" fmla="*/ 209775 h 308158"/>
                <a:gd name="connsiteX16" fmla="*/ 133636 w 202451"/>
                <a:gd name="connsiteY16" fmla="*/ 200869 h 308158"/>
                <a:gd name="connsiteX17" fmla="*/ 181280 w 202451"/>
                <a:gd name="connsiteY17" fmla="*/ 201492 h 308158"/>
                <a:gd name="connsiteX18" fmla="*/ 201763 w 202451"/>
                <a:gd name="connsiteY18" fmla="*/ 241300 h 308158"/>
                <a:gd name="connsiteX19" fmla="*/ 198468 w 202451"/>
                <a:gd name="connsiteY19" fmla="*/ 264188 h 308158"/>
                <a:gd name="connsiteX20" fmla="*/ 190364 w 202451"/>
                <a:gd name="connsiteY20" fmla="*/ 264989 h 308158"/>
                <a:gd name="connsiteX21" fmla="*/ 162935 w 202451"/>
                <a:gd name="connsiteY21" fmla="*/ 264188 h 308158"/>
                <a:gd name="connsiteX22" fmla="*/ 122504 w 202451"/>
                <a:gd name="connsiteY22" fmla="*/ 279238 h 308158"/>
                <a:gd name="connsiteX23" fmla="*/ 92581 w 202451"/>
                <a:gd name="connsiteY23" fmla="*/ 292596 h 308158"/>
                <a:gd name="connsiteX24" fmla="*/ 80826 w 202451"/>
                <a:gd name="connsiteY24" fmla="*/ 301502 h 308158"/>
                <a:gd name="connsiteX25" fmla="*/ 66043 w 202451"/>
                <a:gd name="connsiteY25" fmla="*/ 306489 h 308158"/>
                <a:gd name="connsiteX26" fmla="*/ 56157 w 202451"/>
                <a:gd name="connsiteY26" fmla="*/ 306489 h 308158"/>
                <a:gd name="connsiteX27" fmla="*/ 41285 w 202451"/>
                <a:gd name="connsiteY27" fmla="*/ 296159 h 308158"/>
                <a:gd name="connsiteX28" fmla="*/ 27659 w 202451"/>
                <a:gd name="connsiteY28" fmla="*/ 283513 h 308158"/>
                <a:gd name="connsiteX29" fmla="*/ 15904 w 202451"/>
                <a:gd name="connsiteY29" fmla="*/ 267305 h 308158"/>
                <a:gd name="connsiteX30" fmla="*/ 6998 w 202451"/>
                <a:gd name="connsiteY30" fmla="*/ 243171 h 308158"/>
                <a:gd name="connsiteX31" fmla="*/ 52 w 202451"/>
                <a:gd name="connsiteY31" fmla="*/ 215474 h 308158"/>
                <a:gd name="connsiteX32" fmla="*/ 14212 w 202451"/>
                <a:gd name="connsiteY32" fmla="*/ 185997 h 308158"/>
                <a:gd name="connsiteX33" fmla="*/ 36120 w 202451"/>
                <a:gd name="connsiteY33" fmla="*/ 142449 h 308158"/>
                <a:gd name="connsiteX34" fmla="*/ 57582 w 202451"/>
                <a:gd name="connsiteY34" fmla="*/ 98366 h 308158"/>
                <a:gd name="connsiteX35" fmla="*/ 69070 w 202451"/>
                <a:gd name="connsiteY35" fmla="*/ 73341 h 308158"/>
                <a:gd name="connsiteX36" fmla="*/ 60165 w 202451"/>
                <a:gd name="connsiteY36" fmla="*/ 64970 h 308158"/>
                <a:gd name="connsiteX37" fmla="*/ 45203 w 202451"/>
                <a:gd name="connsiteY37" fmla="*/ 50454 h 308158"/>
                <a:gd name="connsiteX38" fmla="*/ 32825 w 202451"/>
                <a:gd name="connsiteY38" fmla="*/ 35047 h 30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02451" h="308158">
                  <a:moveTo>
                    <a:pt x="32735" y="34958"/>
                  </a:moveTo>
                  <a:cubicBezTo>
                    <a:pt x="31696" y="31253"/>
                    <a:pt x="31275" y="27402"/>
                    <a:pt x="31489" y="23559"/>
                  </a:cubicBezTo>
                  <a:cubicBezTo>
                    <a:pt x="32112" y="20709"/>
                    <a:pt x="36030" y="19463"/>
                    <a:pt x="41196" y="19463"/>
                  </a:cubicBezTo>
                  <a:cubicBezTo>
                    <a:pt x="46949" y="20215"/>
                    <a:pt x="52788" y="20005"/>
                    <a:pt x="58473" y="18839"/>
                  </a:cubicBezTo>
                  <a:cubicBezTo>
                    <a:pt x="62391" y="16969"/>
                    <a:pt x="93382" y="3611"/>
                    <a:pt x="98726" y="1028"/>
                  </a:cubicBezTo>
                  <a:cubicBezTo>
                    <a:pt x="110130" y="-927"/>
                    <a:pt x="121785" y="-927"/>
                    <a:pt x="133190" y="1028"/>
                  </a:cubicBezTo>
                  <a:cubicBezTo>
                    <a:pt x="136663" y="2631"/>
                    <a:pt x="156879" y="10379"/>
                    <a:pt x="159907" y="12427"/>
                  </a:cubicBezTo>
                  <a:cubicBezTo>
                    <a:pt x="162935" y="14475"/>
                    <a:pt x="177006" y="34335"/>
                    <a:pt x="177006" y="46447"/>
                  </a:cubicBezTo>
                  <a:cubicBezTo>
                    <a:pt x="177006" y="58558"/>
                    <a:pt x="175937" y="61497"/>
                    <a:pt x="171217" y="65682"/>
                  </a:cubicBezTo>
                  <a:cubicBezTo>
                    <a:pt x="165847" y="72049"/>
                    <a:pt x="161133" y="78941"/>
                    <a:pt x="157146" y="86254"/>
                  </a:cubicBezTo>
                  <a:cubicBezTo>
                    <a:pt x="154119" y="90885"/>
                    <a:pt x="147261" y="107361"/>
                    <a:pt x="144411" y="112971"/>
                  </a:cubicBezTo>
                  <a:cubicBezTo>
                    <a:pt x="140360" y="118976"/>
                    <a:pt x="136956" y="125395"/>
                    <a:pt x="134259" y="132118"/>
                  </a:cubicBezTo>
                  <a:cubicBezTo>
                    <a:pt x="132339" y="137417"/>
                    <a:pt x="129798" y="142469"/>
                    <a:pt x="126689" y="147169"/>
                  </a:cubicBezTo>
                  <a:cubicBezTo>
                    <a:pt x="124018" y="152779"/>
                    <a:pt x="114667" y="168275"/>
                    <a:pt x="111639" y="173885"/>
                  </a:cubicBezTo>
                  <a:cubicBezTo>
                    <a:pt x="108611" y="179496"/>
                    <a:pt x="104336" y="189203"/>
                    <a:pt x="101309" y="194991"/>
                  </a:cubicBezTo>
                  <a:cubicBezTo>
                    <a:pt x="98280" y="200780"/>
                    <a:pt x="93026" y="207726"/>
                    <a:pt x="96767" y="209775"/>
                  </a:cubicBezTo>
                  <a:cubicBezTo>
                    <a:pt x="100507" y="211823"/>
                    <a:pt x="121079" y="203452"/>
                    <a:pt x="133636" y="200869"/>
                  </a:cubicBezTo>
                  <a:cubicBezTo>
                    <a:pt x="146192" y="198286"/>
                    <a:pt x="165607" y="190093"/>
                    <a:pt x="181280" y="201492"/>
                  </a:cubicBezTo>
                  <a:cubicBezTo>
                    <a:pt x="193606" y="211124"/>
                    <a:pt x="201091" y="225673"/>
                    <a:pt x="201763" y="241300"/>
                  </a:cubicBezTo>
                  <a:cubicBezTo>
                    <a:pt x="202788" y="249087"/>
                    <a:pt x="201648" y="257006"/>
                    <a:pt x="198468" y="264188"/>
                  </a:cubicBezTo>
                  <a:cubicBezTo>
                    <a:pt x="196153" y="266414"/>
                    <a:pt x="194906" y="267037"/>
                    <a:pt x="190364" y="264989"/>
                  </a:cubicBezTo>
                  <a:cubicBezTo>
                    <a:pt x="181487" y="262099"/>
                    <a:pt x="171966" y="261821"/>
                    <a:pt x="162935" y="264188"/>
                  </a:cubicBezTo>
                  <a:cubicBezTo>
                    <a:pt x="155989" y="267305"/>
                    <a:pt x="132389" y="273627"/>
                    <a:pt x="122504" y="279238"/>
                  </a:cubicBezTo>
                  <a:cubicBezTo>
                    <a:pt x="112619" y="284849"/>
                    <a:pt x="95787" y="289925"/>
                    <a:pt x="92581" y="292596"/>
                  </a:cubicBezTo>
                  <a:cubicBezTo>
                    <a:pt x="89002" y="295989"/>
                    <a:pt x="85060" y="298975"/>
                    <a:pt x="80826" y="301502"/>
                  </a:cubicBezTo>
                  <a:cubicBezTo>
                    <a:pt x="76235" y="304034"/>
                    <a:pt x="71228" y="305723"/>
                    <a:pt x="66043" y="306489"/>
                  </a:cubicBezTo>
                  <a:cubicBezTo>
                    <a:pt x="62925" y="307291"/>
                    <a:pt x="59808" y="308805"/>
                    <a:pt x="56157" y="306489"/>
                  </a:cubicBezTo>
                  <a:cubicBezTo>
                    <a:pt x="51381" y="302792"/>
                    <a:pt x="46417" y="299344"/>
                    <a:pt x="41285" y="296159"/>
                  </a:cubicBezTo>
                  <a:cubicBezTo>
                    <a:pt x="36304" y="292443"/>
                    <a:pt x="31736" y="288203"/>
                    <a:pt x="27659" y="283513"/>
                  </a:cubicBezTo>
                  <a:cubicBezTo>
                    <a:pt x="23117" y="279683"/>
                    <a:pt x="15904" y="271847"/>
                    <a:pt x="15904" y="267305"/>
                  </a:cubicBezTo>
                  <a:cubicBezTo>
                    <a:pt x="13865" y="258947"/>
                    <a:pt x="10877" y="250849"/>
                    <a:pt x="6998" y="243171"/>
                  </a:cubicBezTo>
                  <a:cubicBezTo>
                    <a:pt x="4327" y="236937"/>
                    <a:pt x="-1907" y="225359"/>
                    <a:pt x="52" y="215474"/>
                  </a:cubicBezTo>
                  <a:cubicBezTo>
                    <a:pt x="2011" y="205589"/>
                    <a:pt x="10917" y="196505"/>
                    <a:pt x="14212" y="185997"/>
                  </a:cubicBezTo>
                  <a:cubicBezTo>
                    <a:pt x="17507" y="175488"/>
                    <a:pt x="32023" y="154026"/>
                    <a:pt x="36120" y="142449"/>
                  </a:cubicBezTo>
                  <a:cubicBezTo>
                    <a:pt x="40216" y="130871"/>
                    <a:pt x="53931" y="106826"/>
                    <a:pt x="57582" y="98366"/>
                  </a:cubicBezTo>
                  <a:cubicBezTo>
                    <a:pt x="61233" y="89906"/>
                    <a:pt x="70139" y="77260"/>
                    <a:pt x="69070" y="73341"/>
                  </a:cubicBezTo>
                  <a:cubicBezTo>
                    <a:pt x="68002" y="69423"/>
                    <a:pt x="64350" y="67909"/>
                    <a:pt x="60165" y="64970"/>
                  </a:cubicBezTo>
                  <a:cubicBezTo>
                    <a:pt x="54799" y="60537"/>
                    <a:pt x="49796" y="55683"/>
                    <a:pt x="45203" y="50454"/>
                  </a:cubicBezTo>
                  <a:cubicBezTo>
                    <a:pt x="40769" y="45574"/>
                    <a:pt x="36635" y="40429"/>
                    <a:pt x="32825" y="35047"/>
                  </a:cubicBezTo>
                </a:path>
              </a:pathLst>
            </a:custGeom>
            <a:grpFill/>
            <a:ln w="88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F22E4A25-6F47-4CDA-8DA8-75DA10B47407}"/>
                </a:ext>
              </a:extLst>
            </p:cNvPr>
            <p:cNvGrpSpPr/>
            <p:nvPr/>
          </p:nvGrpSpPr>
          <p:grpSpPr>
            <a:xfrm>
              <a:off x="1100231" y="5991688"/>
              <a:ext cx="214467" cy="191283"/>
              <a:chOff x="1123240" y="6067950"/>
              <a:chExt cx="247602" cy="220836"/>
            </a:xfrm>
            <a:grpFill/>
          </p:grpSpPr>
          <p:sp>
            <p:nvSpPr>
              <p:cNvPr id="203" name="任意多边形: 形状 202">
                <a:extLst>
                  <a:ext uri="{FF2B5EF4-FFF2-40B4-BE49-F238E27FC236}">
                    <a16:creationId xmlns:a16="http://schemas.microsoft.com/office/drawing/2014/main" id="{B9EB97FD-1B66-4433-A99E-68F8496AB071}"/>
                  </a:ext>
                </a:extLst>
              </p:cNvPr>
              <p:cNvSpPr/>
              <p:nvPr/>
            </p:nvSpPr>
            <p:spPr>
              <a:xfrm>
                <a:off x="1168543" y="6071886"/>
                <a:ext cx="83898" cy="45679"/>
              </a:xfrm>
              <a:custGeom>
                <a:avLst/>
                <a:gdLst>
                  <a:gd name="connsiteX0" fmla="*/ 2017 w 83898"/>
                  <a:gd name="connsiteY0" fmla="*/ 17010 h 45679"/>
                  <a:gd name="connsiteX1" fmla="*/ 5312 w 83898"/>
                  <a:gd name="connsiteY1" fmla="*/ 7481 h 45679"/>
                  <a:gd name="connsiteX2" fmla="*/ 44674 w 83898"/>
                  <a:gd name="connsiteY2" fmla="*/ 4185 h 45679"/>
                  <a:gd name="connsiteX3" fmla="*/ 77358 w 83898"/>
                  <a:gd name="connsiteY3" fmla="*/ -356 h 45679"/>
                  <a:gd name="connsiteX4" fmla="*/ 82345 w 83898"/>
                  <a:gd name="connsiteY4" fmla="*/ 5432 h 45679"/>
                  <a:gd name="connsiteX5" fmla="*/ 75844 w 83898"/>
                  <a:gd name="connsiteY5" fmla="*/ 10776 h 45679"/>
                  <a:gd name="connsiteX6" fmla="*/ 70500 w 83898"/>
                  <a:gd name="connsiteY6" fmla="*/ 17633 h 45679"/>
                  <a:gd name="connsiteX7" fmla="*/ 63732 w 83898"/>
                  <a:gd name="connsiteY7" fmla="*/ 22531 h 45679"/>
                  <a:gd name="connsiteX8" fmla="*/ 56964 w 83898"/>
                  <a:gd name="connsiteY8" fmla="*/ 32238 h 45679"/>
                  <a:gd name="connsiteX9" fmla="*/ 51442 w 83898"/>
                  <a:gd name="connsiteY9" fmla="*/ 40431 h 45679"/>
                  <a:gd name="connsiteX10" fmla="*/ 44585 w 83898"/>
                  <a:gd name="connsiteY10" fmla="*/ 44528 h 45679"/>
                  <a:gd name="connsiteX11" fmla="*/ 33186 w 83898"/>
                  <a:gd name="connsiteY11" fmla="*/ 45151 h 45679"/>
                  <a:gd name="connsiteX12" fmla="*/ 23746 w 83898"/>
                  <a:gd name="connsiteY12" fmla="*/ 41144 h 45679"/>
                  <a:gd name="connsiteX13" fmla="*/ 15999 w 83898"/>
                  <a:gd name="connsiteY13" fmla="*/ 36156 h 45679"/>
                  <a:gd name="connsiteX14" fmla="*/ 9230 w 83898"/>
                  <a:gd name="connsiteY14" fmla="*/ 28052 h 45679"/>
                  <a:gd name="connsiteX15" fmla="*/ 2017 w 83898"/>
                  <a:gd name="connsiteY15" fmla="*/ 17010 h 45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898" h="45679">
                    <a:moveTo>
                      <a:pt x="2017" y="17010"/>
                    </a:moveTo>
                    <a:cubicBezTo>
                      <a:pt x="2017" y="17010"/>
                      <a:pt x="-5019" y="8727"/>
                      <a:pt x="5312" y="7481"/>
                    </a:cubicBezTo>
                    <a:cubicBezTo>
                      <a:pt x="15642" y="6234"/>
                      <a:pt x="38441" y="4185"/>
                      <a:pt x="44674" y="4185"/>
                    </a:cubicBezTo>
                    <a:cubicBezTo>
                      <a:pt x="50908" y="4185"/>
                      <a:pt x="72015" y="-1158"/>
                      <a:pt x="77358" y="-356"/>
                    </a:cubicBezTo>
                    <a:cubicBezTo>
                      <a:pt x="82701" y="445"/>
                      <a:pt x="85284" y="1692"/>
                      <a:pt x="82345" y="5432"/>
                    </a:cubicBezTo>
                    <a:cubicBezTo>
                      <a:pt x="79406" y="9173"/>
                      <a:pt x="76289" y="8638"/>
                      <a:pt x="75844" y="10776"/>
                    </a:cubicBezTo>
                    <a:cubicBezTo>
                      <a:pt x="74790" y="13545"/>
                      <a:pt x="72929" y="15934"/>
                      <a:pt x="70500" y="17633"/>
                    </a:cubicBezTo>
                    <a:cubicBezTo>
                      <a:pt x="68001" y="18900"/>
                      <a:pt x="65717" y="20553"/>
                      <a:pt x="63732" y="22531"/>
                    </a:cubicBezTo>
                    <a:cubicBezTo>
                      <a:pt x="61298" y="25639"/>
                      <a:pt x="59039" y="28880"/>
                      <a:pt x="56964" y="32238"/>
                    </a:cubicBezTo>
                    <a:cubicBezTo>
                      <a:pt x="55706" y="35319"/>
                      <a:pt x="53826" y="38108"/>
                      <a:pt x="51442" y="40431"/>
                    </a:cubicBezTo>
                    <a:cubicBezTo>
                      <a:pt x="49127" y="42034"/>
                      <a:pt x="46723" y="44439"/>
                      <a:pt x="44585" y="44528"/>
                    </a:cubicBezTo>
                    <a:cubicBezTo>
                      <a:pt x="40822" y="45171"/>
                      <a:pt x="36997" y="45380"/>
                      <a:pt x="33186" y="45151"/>
                    </a:cubicBezTo>
                    <a:cubicBezTo>
                      <a:pt x="29797" y="44481"/>
                      <a:pt x="26583" y="43117"/>
                      <a:pt x="23746" y="41144"/>
                    </a:cubicBezTo>
                    <a:cubicBezTo>
                      <a:pt x="21035" y="39691"/>
                      <a:pt x="18444" y="38023"/>
                      <a:pt x="15999" y="36156"/>
                    </a:cubicBezTo>
                    <a:cubicBezTo>
                      <a:pt x="13861" y="33841"/>
                      <a:pt x="13149" y="32950"/>
                      <a:pt x="9230" y="28052"/>
                    </a:cubicBezTo>
                    <a:cubicBezTo>
                      <a:pt x="6563" y="24550"/>
                      <a:pt x="4152" y="20859"/>
                      <a:pt x="2017" y="17010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" name="任意多边形: 形状 203">
                <a:extLst>
                  <a:ext uri="{FF2B5EF4-FFF2-40B4-BE49-F238E27FC236}">
                    <a16:creationId xmlns:a16="http://schemas.microsoft.com/office/drawing/2014/main" id="{E92D07F7-FBD2-4F55-91B1-21A55D8E36CC}"/>
                  </a:ext>
                </a:extLst>
              </p:cNvPr>
              <p:cNvSpPr/>
              <p:nvPr/>
            </p:nvSpPr>
            <p:spPr>
              <a:xfrm>
                <a:off x="1123240" y="6126452"/>
                <a:ext cx="77719" cy="159372"/>
              </a:xfrm>
              <a:custGeom>
                <a:avLst/>
                <a:gdLst>
                  <a:gd name="connsiteX0" fmla="*/ 4752 w 77719"/>
                  <a:gd name="connsiteY0" fmla="*/ 15788 h 159372"/>
                  <a:gd name="connsiteX1" fmla="*/ 7067 w 77719"/>
                  <a:gd name="connsiteY1" fmla="*/ 9999 h 159372"/>
                  <a:gd name="connsiteX2" fmla="*/ 17754 w 77719"/>
                  <a:gd name="connsiteY2" fmla="*/ 11068 h 159372"/>
                  <a:gd name="connsiteX3" fmla="*/ 28351 w 77719"/>
                  <a:gd name="connsiteY3" fmla="*/ 29769 h 159372"/>
                  <a:gd name="connsiteX4" fmla="*/ 28351 w 77719"/>
                  <a:gd name="connsiteY4" fmla="*/ 58980 h 159372"/>
                  <a:gd name="connsiteX5" fmla="*/ 28351 w 77719"/>
                  <a:gd name="connsiteY5" fmla="*/ 88724 h 159372"/>
                  <a:gd name="connsiteX6" fmla="*/ 43313 w 77719"/>
                  <a:gd name="connsiteY6" fmla="*/ 60137 h 159372"/>
                  <a:gd name="connsiteX7" fmla="*/ 53643 w 77719"/>
                  <a:gd name="connsiteY7" fmla="*/ 27098 h 159372"/>
                  <a:gd name="connsiteX8" fmla="*/ 63172 w 77719"/>
                  <a:gd name="connsiteY8" fmla="*/ 2607 h 159372"/>
                  <a:gd name="connsiteX9" fmla="*/ 73146 w 77719"/>
                  <a:gd name="connsiteY9" fmla="*/ 470 h 159372"/>
                  <a:gd name="connsiteX10" fmla="*/ 77065 w 77719"/>
                  <a:gd name="connsiteY10" fmla="*/ 14095 h 159372"/>
                  <a:gd name="connsiteX11" fmla="*/ 68694 w 77719"/>
                  <a:gd name="connsiteY11" fmla="*/ 45265 h 159372"/>
                  <a:gd name="connsiteX12" fmla="*/ 59788 w 77719"/>
                  <a:gd name="connsiteY12" fmla="*/ 78839 h 159372"/>
                  <a:gd name="connsiteX13" fmla="*/ 42600 w 77719"/>
                  <a:gd name="connsiteY13" fmla="*/ 115619 h 159372"/>
                  <a:gd name="connsiteX14" fmla="*/ 40196 w 77719"/>
                  <a:gd name="connsiteY14" fmla="*/ 139753 h 159372"/>
                  <a:gd name="connsiteX15" fmla="*/ 30667 w 77719"/>
                  <a:gd name="connsiteY15" fmla="*/ 158277 h 159372"/>
                  <a:gd name="connsiteX16" fmla="*/ 20960 w 77719"/>
                  <a:gd name="connsiteY16" fmla="*/ 156407 h 159372"/>
                  <a:gd name="connsiteX17" fmla="*/ 922 w 77719"/>
                  <a:gd name="connsiteY17" fmla="*/ 142425 h 159372"/>
                  <a:gd name="connsiteX18" fmla="*/ 922 w 77719"/>
                  <a:gd name="connsiteY18" fmla="*/ 126306 h 159372"/>
                  <a:gd name="connsiteX19" fmla="*/ 6711 w 77719"/>
                  <a:gd name="connsiteY19" fmla="*/ 108495 h 159372"/>
                  <a:gd name="connsiteX20" fmla="*/ 5553 w 77719"/>
                  <a:gd name="connsiteY20" fmla="*/ 65926 h 159372"/>
                  <a:gd name="connsiteX21" fmla="*/ 7512 w 77719"/>
                  <a:gd name="connsiteY21" fmla="*/ 29769 h 159372"/>
                  <a:gd name="connsiteX22" fmla="*/ 3950 w 77719"/>
                  <a:gd name="connsiteY22" fmla="*/ 16144 h 159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7719" h="159372">
                    <a:moveTo>
                      <a:pt x="4752" y="15788"/>
                    </a:moveTo>
                    <a:cubicBezTo>
                      <a:pt x="4752" y="15788"/>
                      <a:pt x="4217" y="9999"/>
                      <a:pt x="7067" y="9999"/>
                    </a:cubicBezTo>
                    <a:cubicBezTo>
                      <a:pt x="9917" y="9999"/>
                      <a:pt x="12232" y="5902"/>
                      <a:pt x="17754" y="11068"/>
                    </a:cubicBezTo>
                    <a:cubicBezTo>
                      <a:pt x="22844" y="16280"/>
                      <a:pt x="26496" y="22724"/>
                      <a:pt x="28351" y="29769"/>
                    </a:cubicBezTo>
                    <a:cubicBezTo>
                      <a:pt x="29157" y="39489"/>
                      <a:pt x="29157" y="49260"/>
                      <a:pt x="28351" y="58980"/>
                    </a:cubicBezTo>
                    <a:cubicBezTo>
                      <a:pt x="26659" y="62275"/>
                      <a:pt x="25056" y="91663"/>
                      <a:pt x="28351" y="88724"/>
                    </a:cubicBezTo>
                    <a:cubicBezTo>
                      <a:pt x="34426" y="79805"/>
                      <a:pt x="39446" y="70212"/>
                      <a:pt x="43313" y="60137"/>
                    </a:cubicBezTo>
                    <a:cubicBezTo>
                      <a:pt x="47834" y="49491"/>
                      <a:pt x="51294" y="38424"/>
                      <a:pt x="53643" y="27098"/>
                    </a:cubicBezTo>
                    <a:cubicBezTo>
                      <a:pt x="54884" y="18308"/>
                      <a:pt x="58146" y="9925"/>
                      <a:pt x="63172" y="2607"/>
                    </a:cubicBezTo>
                    <a:cubicBezTo>
                      <a:pt x="66111" y="559"/>
                      <a:pt x="71365" y="-1756"/>
                      <a:pt x="73146" y="470"/>
                    </a:cubicBezTo>
                    <a:cubicBezTo>
                      <a:pt x="76644" y="4074"/>
                      <a:pt x="78114" y="9184"/>
                      <a:pt x="77065" y="14095"/>
                    </a:cubicBezTo>
                    <a:cubicBezTo>
                      <a:pt x="75284" y="20329"/>
                      <a:pt x="70475" y="38853"/>
                      <a:pt x="68694" y="45265"/>
                    </a:cubicBezTo>
                    <a:cubicBezTo>
                      <a:pt x="66565" y="56662"/>
                      <a:pt x="63588" y="67885"/>
                      <a:pt x="59788" y="78839"/>
                    </a:cubicBezTo>
                    <a:cubicBezTo>
                      <a:pt x="56226" y="84628"/>
                      <a:pt x="43847" y="112057"/>
                      <a:pt x="42600" y="115619"/>
                    </a:cubicBezTo>
                    <a:cubicBezTo>
                      <a:pt x="41353" y="119181"/>
                      <a:pt x="41353" y="134588"/>
                      <a:pt x="40196" y="139753"/>
                    </a:cubicBezTo>
                    <a:cubicBezTo>
                      <a:pt x="39038" y="144918"/>
                      <a:pt x="34140" y="156674"/>
                      <a:pt x="30667" y="158277"/>
                    </a:cubicBezTo>
                    <a:cubicBezTo>
                      <a:pt x="27194" y="159880"/>
                      <a:pt x="24255" y="158277"/>
                      <a:pt x="20960" y="156407"/>
                    </a:cubicBezTo>
                    <a:cubicBezTo>
                      <a:pt x="17665" y="154536"/>
                      <a:pt x="1367" y="145096"/>
                      <a:pt x="922" y="142425"/>
                    </a:cubicBezTo>
                    <a:cubicBezTo>
                      <a:pt x="-737" y="137180"/>
                      <a:pt x="-737" y="131550"/>
                      <a:pt x="922" y="126306"/>
                    </a:cubicBezTo>
                    <a:cubicBezTo>
                      <a:pt x="3358" y="120545"/>
                      <a:pt x="5295" y="114586"/>
                      <a:pt x="6711" y="108495"/>
                    </a:cubicBezTo>
                    <a:cubicBezTo>
                      <a:pt x="7690" y="103775"/>
                      <a:pt x="4306" y="76256"/>
                      <a:pt x="5553" y="65926"/>
                    </a:cubicBezTo>
                    <a:cubicBezTo>
                      <a:pt x="6972" y="53928"/>
                      <a:pt x="7626" y="41851"/>
                      <a:pt x="7512" y="29769"/>
                    </a:cubicBezTo>
                    <a:cubicBezTo>
                      <a:pt x="6734" y="25130"/>
                      <a:pt x="5542" y="20570"/>
                      <a:pt x="3950" y="16144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" name="任意多边形: 形状 204">
                <a:extLst>
                  <a:ext uri="{FF2B5EF4-FFF2-40B4-BE49-F238E27FC236}">
                    <a16:creationId xmlns:a16="http://schemas.microsoft.com/office/drawing/2014/main" id="{475C8452-6370-4E67-968B-E22E623D9928}"/>
                  </a:ext>
                </a:extLst>
              </p:cNvPr>
              <p:cNvSpPr/>
              <p:nvPr/>
            </p:nvSpPr>
            <p:spPr>
              <a:xfrm>
                <a:off x="1208555" y="6067950"/>
                <a:ext cx="162287" cy="220836"/>
              </a:xfrm>
              <a:custGeom>
                <a:avLst/>
                <a:gdLst>
                  <a:gd name="connsiteX0" fmla="*/ 113934 w 162287"/>
                  <a:gd name="connsiteY0" fmla="*/ 27980 h 220836"/>
                  <a:gd name="connsiteX1" fmla="*/ 116873 w 162287"/>
                  <a:gd name="connsiteY1" fmla="*/ 19075 h 220836"/>
                  <a:gd name="connsiteX2" fmla="*/ 118921 w 162287"/>
                  <a:gd name="connsiteY2" fmla="*/ 5805 h 220836"/>
                  <a:gd name="connsiteX3" fmla="*/ 134239 w 162287"/>
                  <a:gd name="connsiteY3" fmla="*/ -429 h 220836"/>
                  <a:gd name="connsiteX4" fmla="*/ 153297 w 162287"/>
                  <a:gd name="connsiteY4" fmla="*/ 9100 h 220836"/>
                  <a:gd name="connsiteX5" fmla="*/ 161579 w 162287"/>
                  <a:gd name="connsiteY5" fmla="*/ 31454 h 220836"/>
                  <a:gd name="connsiteX6" fmla="*/ 157037 w 162287"/>
                  <a:gd name="connsiteY6" fmla="*/ 54697 h 220836"/>
                  <a:gd name="connsiteX7" fmla="*/ 142075 w 162287"/>
                  <a:gd name="connsiteY7" fmla="*/ 70015 h 220836"/>
                  <a:gd name="connsiteX8" fmla="*/ 128895 w 162287"/>
                  <a:gd name="connsiteY8" fmla="*/ 82393 h 220836"/>
                  <a:gd name="connsiteX9" fmla="*/ 119990 w 162287"/>
                  <a:gd name="connsiteY9" fmla="*/ 93970 h 220836"/>
                  <a:gd name="connsiteX10" fmla="*/ 112153 w 162287"/>
                  <a:gd name="connsiteY10" fmla="*/ 107685 h 220836"/>
                  <a:gd name="connsiteX11" fmla="*/ 107165 w 162287"/>
                  <a:gd name="connsiteY11" fmla="*/ 114275 h 220836"/>
                  <a:gd name="connsiteX12" fmla="*/ 139493 w 162287"/>
                  <a:gd name="connsiteY12" fmla="*/ 192110 h 220836"/>
                  <a:gd name="connsiteX13" fmla="*/ 138157 w 162287"/>
                  <a:gd name="connsiteY13" fmla="*/ 220251 h 220836"/>
                  <a:gd name="connsiteX14" fmla="*/ 129251 w 162287"/>
                  <a:gd name="connsiteY14" fmla="*/ 218381 h 220836"/>
                  <a:gd name="connsiteX15" fmla="*/ 120346 w 162287"/>
                  <a:gd name="connsiteY15" fmla="*/ 213216 h 220836"/>
                  <a:gd name="connsiteX16" fmla="*/ 113934 w 162287"/>
                  <a:gd name="connsiteY16" fmla="*/ 206626 h 220836"/>
                  <a:gd name="connsiteX17" fmla="*/ 112242 w 162287"/>
                  <a:gd name="connsiteY17" fmla="*/ 185074 h 220836"/>
                  <a:gd name="connsiteX18" fmla="*/ 105652 w 162287"/>
                  <a:gd name="connsiteY18" fmla="*/ 161920 h 220836"/>
                  <a:gd name="connsiteX19" fmla="*/ 86594 w 162287"/>
                  <a:gd name="connsiteY19" fmla="*/ 132086 h 220836"/>
                  <a:gd name="connsiteX20" fmla="*/ 72879 w 162287"/>
                  <a:gd name="connsiteY20" fmla="*/ 139567 h 220836"/>
                  <a:gd name="connsiteX21" fmla="*/ 58007 w 162287"/>
                  <a:gd name="connsiteY21" fmla="*/ 153638 h 220836"/>
                  <a:gd name="connsiteX22" fmla="*/ 43936 w 162287"/>
                  <a:gd name="connsiteY22" fmla="*/ 167263 h 220836"/>
                  <a:gd name="connsiteX23" fmla="*/ 24878 w 162287"/>
                  <a:gd name="connsiteY23" fmla="*/ 181334 h 220836"/>
                  <a:gd name="connsiteX24" fmla="*/ 15349 w 162287"/>
                  <a:gd name="connsiteY24" fmla="*/ 179731 h 220836"/>
                  <a:gd name="connsiteX25" fmla="*/ 2525 w 162287"/>
                  <a:gd name="connsiteY25" fmla="*/ 160673 h 220836"/>
                  <a:gd name="connsiteX26" fmla="*/ 477 w 162287"/>
                  <a:gd name="connsiteY26" fmla="*/ 147404 h 220836"/>
                  <a:gd name="connsiteX27" fmla="*/ 14904 w 162287"/>
                  <a:gd name="connsiteY27" fmla="*/ 135827 h 220836"/>
                  <a:gd name="connsiteX28" fmla="*/ 39750 w 162287"/>
                  <a:gd name="connsiteY28" fmla="*/ 113919 h 220836"/>
                  <a:gd name="connsiteX29" fmla="*/ 53465 w 162287"/>
                  <a:gd name="connsiteY29" fmla="*/ 98958 h 220836"/>
                  <a:gd name="connsiteX30" fmla="*/ 74126 w 162287"/>
                  <a:gd name="connsiteY30" fmla="*/ 79900 h 220836"/>
                  <a:gd name="connsiteX31" fmla="*/ 93629 w 162287"/>
                  <a:gd name="connsiteY31" fmla="*/ 60931 h 220836"/>
                  <a:gd name="connsiteX32" fmla="*/ 106898 w 162287"/>
                  <a:gd name="connsiteY32" fmla="*/ 42674 h 220836"/>
                  <a:gd name="connsiteX33" fmla="*/ 114290 w 162287"/>
                  <a:gd name="connsiteY33" fmla="*/ 28159 h 220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62287" h="220836">
                    <a:moveTo>
                      <a:pt x="113934" y="27980"/>
                    </a:moveTo>
                    <a:cubicBezTo>
                      <a:pt x="115351" y="25174"/>
                      <a:pt x="116341" y="22173"/>
                      <a:pt x="116873" y="19075"/>
                    </a:cubicBezTo>
                    <a:cubicBezTo>
                      <a:pt x="116873" y="14978"/>
                      <a:pt x="114379" y="10169"/>
                      <a:pt x="118921" y="5805"/>
                    </a:cubicBezTo>
                    <a:cubicBezTo>
                      <a:pt x="122917" y="1658"/>
                      <a:pt x="128481" y="-607"/>
                      <a:pt x="134239" y="-429"/>
                    </a:cubicBezTo>
                    <a:cubicBezTo>
                      <a:pt x="141749" y="-478"/>
                      <a:pt x="148831" y="3062"/>
                      <a:pt x="153297" y="9100"/>
                    </a:cubicBezTo>
                    <a:cubicBezTo>
                      <a:pt x="157037" y="15780"/>
                      <a:pt x="163627" y="18006"/>
                      <a:pt x="161579" y="31454"/>
                    </a:cubicBezTo>
                    <a:cubicBezTo>
                      <a:pt x="159530" y="44901"/>
                      <a:pt x="159887" y="51402"/>
                      <a:pt x="157037" y="54697"/>
                    </a:cubicBezTo>
                    <a:cubicBezTo>
                      <a:pt x="154187" y="57992"/>
                      <a:pt x="148755" y="62979"/>
                      <a:pt x="142075" y="70015"/>
                    </a:cubicBezTo>
                    <a:cubicBezTo>
                      <a:pt x="135396" y="77050"/>
                      <a:pt x="132190" y="76605"/>
                      <a:pt x="128895" y="82393"/>
                    </a:cubicBezTo>
                    <a:cubicBezTo>
                      <a:pt x="125600" y="88182"/>
                      <a:pt x="120969" y="91299"/>
                      <a:pt x="119990" y="93970"/>
                    </a:cubicBezTo>
                    <a:cubicBezTo>
                      <a:pt x="119010" y="96642"/>
                      <a:pt x="116338" y="104746"/>
                      <a:pt x="112153" y="107685"/>
                    </a:cubicBezTo>
                    <a:cubicBezTo>
                      <a:pt x="107967" y="110624"/>
                      <a:pt x="106809" y="111782"/>
                      <a:pt x="107165" y="114275"/>
                    </a:cubicBezTo>
                    <a:cubicBezTo>
                      <a:pt x="124137" y="137190"/>
                      <a:pt x="135237" y="163914"/>
                      <a:pt x="139493" y="192110"/>
                    </a:cubicBezTo>
                    <a:cubicBezTo>
                      <a:pt x="145281" y="223012"/>
                      <a:pt x="140205" y="218827"/>
                      <a:pt x="138157" y="220251"/>
                    </a:cubicBezTo>
                    <a:cubicBezTo>
                      <a:pt x="135060" y="220721"/>
                      <a:pt x="131898" y="220057"/>
                      <a:pt x="129251" y="218381"/>
                    </a:cubicBezTo>
                    <a:cubicBezTo>
                      <a:pt x="126405" y="216457"/>
                      <a:pt x="123430" y="214731"/>
                      <a:pt x="120346" y="213216"/>
                    </a:cubicBezTo>
                    <a:cubicBezTo>
                      <a:pt x="116784" y="211791"/>
                      <a:pt x="113934" y="209565"/>
                      <a:pt x="113934" y="206626"/>
                    </a:cubicBezTo>
                    <a:cubicBezTo>
                      <a:pt x="114076" y="199404"/>
                      <a:pt x="113509" y="192186"/>
                      <a:pt x="112242" y="185074"/>
                    </a:cubicBezTo>
                    <a:cubicBezTo>
                      <a:pt x="111005" y="177114"/>
                      <a:pt x="108792" y="169338"/>
                      <a:pt x="105652" y="161920"/>
                    </a:cubicBezTo>
                    <a:cubicBezTo>
                      <a:pt x="102268" y="156933"/>
                      <a:pt x="93629" y="131285"/>
                      <a:pt x="86594" y="132086"/>
                    </a:cubicBezTo>
                    <a:cubicBezTo>
                      <a:pt x="79558" y="132888"/>
                      <a:pt x="78312" y="136272"/>
                      <a:pt x="72879" y="139567"/>
                    </a:cubicBezTo>
                    <a:cubicBezTo>
                      <a:pt x="67157" y="143376"/>
                      <a:pt x="62127" y="148135"/>
                      <a:pt x="58007" y="153638"/>
                    </a:cubicBezTo>
                    <a:cubicBezTo>
                      <a:pt x="53851" y="158701"/>
                      <a:pt x="49130" y="163272"/>
                      <a:pt x="43936" y="167263"/>
                    </a:cubicBezTo>
                    <a:cubicBezTo>
                      <a:pt x="37968" y="172454"/>
                      <a:pt x="31595" y="177159"/>
                      <a:pt x="24878" y="181334"/>
                    </a:cubicBezTo>
                    <a:cubicBezTo>
                      <a:pt x="21760" y="183320"/>
                      <a:pt x="17645" y="182628"/>
                      <a:pt x="15349" y="179731"/>
                    </a:cubicBezTo>
                    <a:cubicBezTo>
                      <a:pt x="10440" y="173828"/>
                      <a:pt x="6144" y="167443"/>
                      <a:pt x="2525" y="160673"/>
                    </a:cubicBezTo>
                    <a:cubicBezTo>
                      <a:pt x="2080" y="158180"/>
                      <a:pt x="-2017" y="152836"/>
                      <a:pt x="477" y="147404"/>
                    </a:cubicBezTo>
                    <a:cubicBezTo>
                      <a:pt x="2970" y="141972"/>
                      <a:pt x="12054" y="139567"/>
                      <a:pt x="14904" y="135827"/>
                    </a:cubicBezTo>
                    <a:cubicBezTo>
                      <a:pt x="17753" y="132086"/>
                      <a:pt x="37346" y="117214"/>
                      <a:pt x="39750" y="113919"/>
                    </a:cubicBezTo>
                    <a:cubicBezTo>
                      <a:pt x="42155" y="110624"/>
                      <a:pt x="50526" y="102253"/>
                      <a:pt x="53465" y="98958"/>
                    </a:cubicBezTo>
                    <a:cubicBezTo>
                      <a:pt x="56404" y="95663"/>
                      <a:pt x="69228" y="85332"/>
                      <a:pt x="74126" y="79900"/>
                    </a:cubicBezTo>
                    <a:cubicBezTo>
                      <a:pt x="79024" y="74467"/>
                      <a:pt x="89443" y="68322"/>
                      <a:pt x="93629" y="60931"/>
                    </a:cubicBezTo>
                    <a:cubicBezTo>
                      <a:pt x="97815" y="53539"/>
                      <a:pt x="104405" y="48018"/>
                      <a:pt x="106898" y="42674"/>
                    </a:cubicBezTo>
                    <a:cubicBezTo>
                      <a:pt x="109392" y="37331"/>
                      <a:pt x="115359" y="25754"/>
                      <a:pt x="114290" y="28159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2E839CAF-8888-4C0E-825D-DD0969E1F44F}"/>
                </a:ext>
              </a:extLst>
            </p:cNvPr>
            <p:cNvGrpSpPr/>
            <p:nvPr/>
          </p:nvGrpSpPr>
          <p:grpSpPr>
            <a:xfrm>
              <a:off x="1881495" y="5959214"/>
              <a:ext cx="256860" cy="256232"/>
              <a:chOff x="1909201" y="6025900"/>
              <a:chExt cx="296545" cy="295820"/>
            </a:xfrm>
            <a:grpFill/>
          </p:grpSpPr>
          <p:sp>
            <p:nvSpPr>
              <p:cNvPr id="201" name="任意多边形: 形状 200">
                <a:extLst>
                  <a:ext uri="{FF2B5EF4-FFF2-40B4-BE49-F238E27FC236}">
                    <a16:creationId xmlns:a16="http://schemas.microsoft.com/office/drawing/2014/main" id="{2CD2C639-88EB-4F80-A08E-C5B71996C7CA}"/>
                  </a:ext>
                </a:extLst>
              </p:cNvPr>
              <p:cNvSpPr/>
              <p:nvPr/>
            </p:nvSpPr>
            <p:spPr>
              <a:xfrm>
                <a:off x="1909201" y="6034133"/>
                <a:ext cx="112020" cy="287587"/>
              </a:xfrm>
              <a:custGeom>
                <a:avLst/>
                <a:gdLst>
                  <a:gd name="connsiteX0" fmla="*/ -55 w 112020"/>
                  <a:gd name="connsiteY0" fmla="*/ 39890 h 287587"/>
                  <a:gd name="connsiteX1" fmla="*/ 7425 w 112020"/>
                  <a:gd name="connsiteY1" fmla="*/ 28669 h 287587"/>
                  <a:gd name="connsiteX2" fmla="*/ 42157 w 112020"/>
                  <a:gd name="connsiteY2" fmla="*/ 22524 h 287587"/>
                  <a:gd name="connsiteX3" fmla="*/ 68874 w 112020"/>
                  <a:gd name="connsiteY3" fmla="*/ 11748 h 287587"/>
                  <a:gd name="connsiteX4" fmla="*/ 82054 w 112020"/>
                  <a:gd name="connsiteY4" fmla="*/ 1418 h 287587"/>
                  <a:gd name="connsiteX5" fmla="*/ 96570 w 112020"/>
                  <a:gd name="connsiteY5" fmla="*/ 2219 h 287587"/>
                  <a:gd name="connsiteX6" fmla="*/ 105475 w 112020"/>
                  <a:gd name="connsiteY6" fmla="*/ 14598 h 287587"/>
                  <a:gd name="connsiteX7" fmla="*/ 103783 w 112020"/>
                  <a:gd name="connsiteY7" fmla="*/ 27867 h 287587"/>
                  <a:gd name="connsiteX8" fmla="*/ 87664 w 112020"/>
                  <a:gd name="connsiteY8" fmla="*/ 48973 h 287587"/>
                  <a:gd name="connsiteX9" fmla="*/ 83033 w 112020"/>
                  <a:gd name="connsiteY9" fmla="*/ 75067 h 287587"/>
                  <a:gd name="connsiteX10" fmla="*/ 78492 w 112020"/>
                  <a:gd name="connsiteY10" fmla="*/ 111936 h 287587"/>
                  <a:gd name="connsiteX11" fmla="*/ 84280 w 112020"/>
                  <a:gd name="connsiteY11" fmla="*/ 129747 h 287587"/>
                  <a:gd name="connsiteX12" fmla="*/ 89446 w 112020"/>
                  <a:gd name="connsiteY12" fmla="*/ 127075 h 287587"/>
                  <a:gd name="connsiteX13" fmla="*/ 105743 w 112020"/>
                  <a:gd name="connsiteY13" fmla="*/ 100359 h 287587"/>
                  <a:gd name="connsiteX14" fmla="*/ 107257 w 112020"/>
                  <a:gd name="connsiteY14" fmla="*/ 104544 h 287587"/>
                  <a:gd name="connsiteX15" fmla="*/ 107791 w 112020"/>
                  <a:gd name="connsiteY15" fmla="*/ 107839 h 287587"/>
                  <a:gd name="connsiteX16" fmla="*/ 109661 w 112020"/>
                  <a:gd name="connsiteY16" fmla="*/ 122890 h 287587"/>
                  <a:gd name="connsiteX17" fmla="*/ 111353 w 112020"/>
                  <a:gd name="connsiteY17" fmla="*/ 139988 h 287587"/>
                  <a:gd name="connsiteX18" fmla="*/ 101735 w 112020"/>
                  <a:gd name="connsiteY18" fmla="*/ 162430 h 287587"/>
                  <a:gd name="connsiteX19" fmla="*/ 92830 w 112020"/>
                  <a:gd name="connsiteY19" fmla="*/ 192175 h 287587"/>
                  <a:gd name="connsiteX20" fmla="*/ 89178 w 112020"/>
                  <a:gd name="connsiteY20" fmla="*/ 207671 h 287587"/>
                  <a:gd name="connsiteX21" fmla="*/ 80273 w 112020"/>
                  <a:gd name="connsiteY21" fmla="*/ 226817 h 287587"/>
                  <a:gd name="connsiteX22" fmla="*/ 71991 w 112020"/>
                  <a:gd name="connsiteY22" fmla="*/ 244629 h 287587"/>
                  <a:gd name="connsiteX23" fmla="*/ 69497 w 112020"/>
                  <a:gd name="connsiteY23" fmla="*/ 258254 h 287587"/>
                  <a:gd name="connsiteX24" fmla="*/ 68072 w 112020"/>
                  <a:gd name="connsiteY24" fmla="*/ 267961 h 287587"/>
                  <a:gd name="connsiteX25" fmla="*/ 66469 w 112020"/>
                  <a:gd name="connsiteY25" fmla="*/ 275531 h 287587"/>
                  <a:gd name="connsiteX26" fmla="*/ 64599 w 112020"/>
                  <a:gd name="connsiteY26" fmla="*/ 282388 h 287587"/>
                  <a:gd name="connsiteX27" fmla="*/ 58632 w 112020"/>
                  <a:gd name="connsiteY27" fmla="*/ 286307 h 287587"/>
                  <a:gd name="connsiteX28" fmla="*/ 49727 w 112020"/>
                  <a:gd name="connsiteY28" fmla="*/ 283813 h 287587"/>
                  <a:gd name="connsiteX29" fmla="*/ 30758 w 112020"/>
                  <a:gd name="connsiteY29" fmla="*/ 279717 h 287587"/>
                  <a:gd name="connsiteX30" fmla="*/ 16776 w 112020"/>
                  <a:gd name="connsiteY30" fmla="*/ 263776 h 287587"/>
                  <a:gd name="connsiteX31" fmla="*/ 14104 w 112020"/>
                  <a:gd name="connsiteY31" fmla="*/ 245965 h 287587"/>
                  <a:gd name="connsiteX32" fmla="*/ 21318 w 112020"/>
                  <a:gd name="connsiteY32" fmla="*/ 219248 h 287587"/>
                  <a:gd name="connsiteX33" fmla="*/ 32628 w 112020"/>
                  <a:gd name="connsiteY33" fmla="*/ 186119 h 287587"/>
                  <a:gd name="connsiteX34" fmla="*/ 36992 w 112020"/>
                  <a:gd name="connsiteY34" fmla="*/ 154059 h 287587"/>
                  <a:gd name="connsiteX35" fmla="*/ 34320 w 112020"/>
                  <a:gd name="connsiteY35" fmla="*/ 138029 h 287587"/>
                  <a:gd name="connsiteX36" fmla="*/ 24969 w 112020"/>
                  <a:gd name="connsiteY36" fmla="*/ 122177 h 287587"/>
                  <a:gd name="connsiteX37" fmla="*/ 28264 w 112020"/>
                  <a:gd name="connsiteY37" fmla="*/ 113271 h 287587"/>
                  <a:gd name="connsiteX38" fmla="*/ 49994 w 112020"/>
                  <a:gd name="connsiteY38" fmla="*/ 112826 h 287587"/>
                  <a:gd name="connsiteX39" fmla="*/ 55426 w 112020"/>
                  <a:gd name="connsiteY39" fmla="*/ 81924 h 287587"/>
                  <a:gd name="connsiteX40" fmla="*/ 67805 w 112020"/>
                  <a:gd name="connsiteY40" fmla="*/ 36416 h 287587"/>
                  <a:gd name="connsiteX41" fmla="*/ 41088 w 112020"/>
                  <a:gd name="connsiteY41" fmla="*/ 45322 h 287587"/>
                  <a:gd name="connsiteX42" fmla="*/ 14995 w 112020"/>
                  <a:gd name="connsiteY42" fmla="*/ 50309 h 287587"/>
                  <a:gd name="connsiteX43" fmla="*/ -323 w 112020"/>
                  <a:gd name="connsiteY43" fmla="*/ 39979 h 287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12020" h="287587">
                    <a:moveTo>
                      <a:pt x="-55" y="39890"/>
                    </a:moveTo>
                    <a:cubicBezTo>
                      <a:pt x="-55" y="34457"/>
                      <a:pt x="390" y="29915"/>
                      <a:pt x="7425" y="28669"/>
                    </a:cubicBezTo>
                    <a:cubicBezTo>
                      <a:pt x="14460" y="27422"/>
                      <a:pt x="33073" y="25017"/>
                      <a:pt x="42157" y="22524"/>
                    </a:cubicBezTo>
                    <a:cubicBezTo>
                      <a:pt x="51238" y="19382"/>
                      <a:pt x="60154" y="15785"/>
                      <a:pt x="68874" y="11748"/>
                    </a:cubicBezTo>
                    <a:cubicBezTo>
                      <a:pt x="74217" y="9700"/>
                      <a:pt x="77156" y="4713"/>
                      <a:pt x="82054" y="1418"/>
                    </a:cubicBezTo>
                    <a:cubicBezTo>
                      <a:pt x="86598" y="-1323"/>
                      <a:pt x="92355" y="-1005"/>
                      <a:pt x="96570" y="2219"/>
                    </a:cubicBezTo>
                    <a:cubicBezTo>
                      <a:pt x="100595" y="5472"/>
                      <a:pt x="103671" y="9747"/>
                      <a:pt x="105475" y="14598"/>
                    </a:cubicBezTo>
                    <a:cubicBezTo>
                      <a:pt x="106419" y="19085"/>
                      <a:pt x="105823" y="23760"/>
                      <a:pt x="103783" y="27867"/>
                    </a:cubicBezTo>
                    <a:cubicBezTo>
                      <a:pt x="102091" y="31162"/>
                      <a:pt x="89713" y="41938"/>
                      <a:pt x="87664" y="48973"/>
                    </a:cubicBezTo>
                    <a:cubicBezTo>
                      <a:pt x="85616" y="56009"/>
                      <a:pt x="84280" y="70525"/>
                      <a:pt x="83033" y="75067"/>
                    </a:cubicBezTo>
                    <a:cubicBezTo>
                      <a:pt x="79283" y="86976"/>
                      <a:pt x="77743" y="99472"/>
                      <a:pt x="78492" y="111936"/>
                    </a:cubicBezTo>
                    <a:cubicBezTo>
                      <a:pt x="80985" y="122711"/>
                      <a:pt x="79827" y="128678"/>
                      <a:pt x="84280" y="129747"/>
                    </a:cubicBezTo>
                    <a:cubicBezTo>
                      <a:pt x="88733" y="130815"/>
                      <a:pt x="87575" y="129747"/>
                      <a:pt x="89446" y="127075"/>
                    </a:cubicBezTo>
                    <a:cubicBezTo>
                      <a:pt x="91316" y="124403"/>
                      <a:pt x="104318" y="101694"/>
                      <a:pt x="105743" y="100359"/>
                    </a:cubicBezTo>
                    <a:cubicBezTo>
                      <a:pt x="107168" y="99023"/>
                      <a:pt x="107613" y="102674"/>
                      <a:pt x="107257" y="104544"/>
                    </a:cubicBezTo>
                    <a:cubicBezTo>
                      <a:pt x="106900" y="106414"/>
                      <a:pt x="107257" y="106147"/>
                      <a:pt x="107791" y="107839"/>
                    </a:cubicBezTo>
                    <a:cubicBezTo>
                      <a:pt x="108325" y="109531"/>
                      <a:pt x="109038" y="120574"/>
                      <a:pt x="109661" y="122890"/>
                    </a:cubicBezTo>
                    <a:cubicBezTo>
                      <a:pt x="111567" y="128376"/>
                      <a:pt x="112147" y="134235"/>
                      <a:pt x="111353" y="139988"/>
                    </a:cubicBezTo>
                    <a:cubicBezTo>
                      <a:pt x="109928" y="147647"/>
                      <a:pt x="105475" y="151298"/>
                      <a:pt x="101735" y="162430"/>
                    </a:cubicBezTo>
                    <a:cubicBezTo>
                      <a:pt x="97995" y="173562"/>
                      <a:pt x="93987" y="186564"/>
                      <a:pt x="92830" y="192175"/>
                    </a:cubicBezTo>
                    <a:cubicBezTo>
                      <a:pt x="91939" y="197412"/>
                      <a:pt x="90720" y="202587"/>
                      <a:pt x="89178" y="207671"/>
                    </a:cubicBezTo>
                    <a:cubicBezTo>
                      <a:pt x="87308" y="213014"/>
                      <a:pt x="82143" y="221029"/>
                      <a:pt x="80273" y="226817"/>
                    </a:cubicBezTo>
                    <a:cubicBezTo>
                      <a:pt x="77194" y="232601"/>
                      <a:pt x="74429" y="238547"/>
                      <a:pt x="71991" y="244629"/>
                    </a:cubicBezTo>
                    <a:cubicBezTo>
                      <a:pt x="70757" y="249088"/>
                      <a:pt x="69923" y="253647"/>
                      <a:pt x="69497" y="258254"/>
                    </a:cubicBezTo>
                    <a:cubicBezTo>
                      <a:pt x="69497" y="263152"/>
                      <a:pt x="68250" y="264399"/>
                      <a:pt x="68072" y="267961"/>
                    </a:cubicBezTo>
                    <a:cubicBezTo>
                      <a:pt x="67894" y="271524"/>
                      <a:pt x="66647" y="272058"/>
                      <a:pt x="66469" y="275531"/>
                    </a:cubicBezTo>
                    <a:cubicBezTo>
                      <a:pt x="66476" y="277944"/>
                      <a:pt x="65830" y="280313"/>
                      <a:pt x="64599" y="282388"/>
                    </a:cubicBezTo>
                    <a:cubicBezTo>
                      <a:pt x="63174" y="285238"/>
                      <a:pt x="62284" y="288800"/>
                      <a:pt x="58632" y="286307"/>
                    </a:cubicBezTo>
                    <a:cubicBezTo>
                      <a:pt x="56177" y="284202"/>
                      <a:pt x="52918" y="283289"/>
                      <a:pt x="49727" y="283813"/>
                    </a:cubicBezTo>
                    <a:cubicBezTo>
                      <a:pt x="43118" y="284748"/>
                      <a:pt x="36392" y="283296"/>
                      <a:pt x="30758" y="279717"/>
                    </a:cubicBezTo>
                    <a:cubicBezTo>
                      <a:pt x="24790" y="275710"/>
                      <a:pt x="19971" y="270215"/>
                      <a:pt x="16776" y="263776"/>
                    </a:cubicBezTo>
                    <a:cubicBezTo>
                      <a:pt x="13714" y="258373"/>
                      <a:pt x="12762" y="252028"/>
                      <a:pt x="14104" y="245965"/>
                    </a:cubicBezTo>
                    <a:cubicBezTo>
                      <a:pt x="16331" y="237682"/>
                      <a:pt x="19448" y="224502"/>
                      <a:pt x="21318" y="219248"/>
                    </a:cubicBezTo>
                    <a:cubicBezTo>
                      <a:pt x="23188" y="213993"/>
                      <a:pt x="31381" y="191284"/>
                      <a:pt x="32628" y="186119"/>
                    </a:cubicBezTo>
                    <a:cubicBezTo>
                      <a:pt x="35315" y="175637"/>
                      <a:pt x="36780" y="164879"/>
                      <a:pt x="36992" y="154059"/>
                    </a:cubicBezTo>
                    <a:cubicBezTo>
                      <a:pt x="36101" y="145688"/>
                      <a:pt x="38595" y="145154"/>
                      <a:pt x="34320" y="138029"/>
                    </a:cubicBezTo>
                    <a:cubicBezTo>
                      <a:pt x="30811" y="132986"/>
                      <a:pt x="27685" y="127687"/>
                      <a:pt x="24969" y="122177"/>
                    </a:cubicBezTo>
                    <a:cubicBezTo>
                      <a:pt x="23366" y="117991"/>
                      <a:pt x="23366" y="113271"/>
                      <a:pt x="28264" y="113271"/>
                    </a:cubicBezTo>
                    <a:cubicBezTo>
                      <a:pt x="33162" y="113271"/>
                      <a:pt x="48925" y="114696"/>
                      <a:pt x="49994" y="112826"/>
                    </a:cubicBezTo>
                    <a:cubicBezTo>
                      <a:pt x="51062" y="110956"/>
                      <a:pt x="52933" y="89048"/>
                      <a:pt x="55426" y="81924"/>
                    </a:cubicBezTo>
                    <a:cubicBezTo>
                      <a:pt x="57920" y="74800"/>
                      <a:pt x="70299" y="37396"/>
                      <a:pt x="67805" y="36416"/>
                    </a:cubicBezTo>
                    <a:cubicBezTo>
                      <a:pt x="58565" y="38267"/>
                      <a:pt x="49591" y="41259"/>
                      <a:pt x="41088" y="45322"/>
                    </a:cubicBezTo>
                    <a:cubicBezTo>
                      <a:pt x="33000" y="49309"/>
                      <a:pt x="23983" y="51032"/>
                      <a:pt x="14995" y="50309"/>
                    </a:cubicBezTo>
                    <a:cubicBezTo>
                      <a:pt x="9166" y="48082"/>
                      <a:pt x="3926" y="44548"/>
                      <a:pt x="-323" y="39979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" name="任意多边形: 形状 201">
                <a:extLst>
                  <a:ext uri="{FF2B5EF4-FFF2-40B4-BE49-F238E27FC236}">
                    <a16:creationId xmlns:a16="http://schemas.microsoft.com/office/drawing/2014/main" id="{88EBAB4C-F48B-480E-A472-462245FB1470}"/>
                  </a:ext>
                </a:extLst>
              </p:cNvPr>
              <p:cNvSpPr/>
              <p:nvPr/>
            </p:nvSpPr>
            <p:spPr>
              <a:xfrm>
                <a:off x="2003184" y="6025900"/>
                <a:ext cx="202562" cy="293802"/>
              </a:xfrm>
              <a:custGeom>
                <a:avLst/>
                <a:gdLst>
                  <a:gd name="connsiteX0" fmla="*/ 63323 w 202562"/>
                  <a:gd name="connsiteY0" fmla="*/ 97459 h 293802"/>
                  <a:gd name="connsiteX1" fmla="*/ 89417 w 202562"/>
                  <a:gd name="connsiteY1" fmla="*/ 82943 h 293802"/>
                  <a:gd name="connsiteX2" fmla="*/ 97343 w 202562"/>
                  <a:gd name="connsiteY2" fmla="*/ 87485 h 293802"/>
                  <a:gd name="connsiteX3" fmla="*/ 90307 w 202562"/>
                  <a:gd name="connsiteY3" fmla="*/ 108502 h 293802"/>
                  <a:gd name="connsiteX4" fmla="*/ 82470 w 202562"/>
                  <a:gd name="connsiteY4" fmla="*/ 122128 h 293802"/>
                  <a:gd name="connsiteX5" fmla="*/ 70091 w 202562"/>
                  <a:gd name="connsiteY5" fmla="*/ 117586 h 293802"/>
                  <a:gd name="connsiteX6" fmla="*/ 63323 w 202562"/>
                  <a:gd name="connsiteY6" fmla="*/ 97459 h 293802"/>
                  <a:gd name="connsiteX7" fmla="*/ 25564 w 202562"/>
                  <a:gd name="connsiteY7" fmla="*/ 59432 h 293802"/>
                  <a:gd name="connsiteX8" fmla="*/ 25564 w 202562"/>
                  <a:gd name="connsiteY8" fmla="*/ 49903 h 293802"/>
                  <a:gd name="connsiteX9" fmla="*/ 36072 w 202562"/>
                  <a:gd name="connsiteY9" fmla="*/ 39216 h 293802"/>
                  <a:gd name="connsiteX10" fmla="*/ 47471 w 202562"/>
                  <a:gd name="connsiteY10" fmla="*/ 42868 h 293802"/>
                  <a:gd name="connsiteX11" fmla="*/ 53616 w 202562"/>
                  <a:gd name="connsiteY11" fmla="*/ 53644 h 293802"/>
                  <a:gd name="connsiteX12" fmla="*/ 57357 w 202562"/>
                  <a:gd name="connsiteY12" fmla="*/ 70921 h 293802"/>
                  <a:gd name="connsiteX13" fmla="*/ 65550 w 202562"/>
                  <a:gd name="connsiteY13" fmla="*/ 72613 h 293802"/>
                  <a:gd name="connsiteX14" fmla="*/ 102330 w 202562"/>
                  <a:gd name="connsiteY14" fmla="*/ 63707 h 293802"/>
                  <a:gd name="connsiteX15" fmla="*/ 116579 w 202562"/>
                  <a:gd name="connsiteY15" fmla="*/ 38593 h 293802"/>
                  <a:gd name="connsiteX16" fmla="*/ 122100 w 202562"/>
                  <a:gd name="connsiteY16" fmla="*/ 36456 h 293802"/>
                  <a:gd name="connsiteX17" fmla="*/ 129314 w 202562"/>
                  <a:gd name="connsiteY17" fmla="*/ 42067 h 293802"/>
                  <a:gd name="connsiteX18" fmla="*/ 127889 w 202562"/>
                  <a:gd name="connsiteY18" fmla="*/ 50972 h 293802"/>
                  <a:gd name="connsiteX19" fmla="*/ 121922 w 202562"/>
                  <a:gd name="connsiteY19" fmla="*/ 64331 h 293802"/>
                  <a:gd name="connsiteX20" fmla="*/ 126820 w 202562"/>
                  <a:gd name="connsiteY20" fmla="*/ 74394 h 293802"/>
                  <a:gd name="connsiteX21" fmla="*/ 126019 w 202562"/>
                  <a:gd name="connsiteY21" fmla="*/ 81696 h 293802"/>
                  <a:gd name="connsiteX22" fmla="*/ 115510 w 202562"/>
                  <a:gd name="connsiteY22" fmla="*/ 83121 h 293802"/>
                  <a:gd name="connsiteX23" fmla="*/ 104556 w 202562"/>
                  <a:gd name="connsiteY23" fmla="*/ 111797 h 293802"/>
                  <a:gd name="connsiteX24" fmla="*/ 104556 w 202562"/>
                  <a:gd name="connsiteY24" fmla="*/ 118565 h 293802"/>
                  <a:gd name="connsiteX25" fmla="*/ 116133 w 202562"/>
                  <a:gd name="connsiteY25" fmla="*/ 117764 h 293802"/>
                  <a:gd name="connsiteX26" fmla="*/ 125039 w 202562"/>
                  <a:gd name="connsiteY26" fmla="*/ 109749 h 293802"/>
                  <a:gd name="connsiteX27" fmla="*/ 138308 w 202562"/>
                  <a:gd name="connsiteY27" fmla="*/ 89889 h 293802"/>
                  <a:gd name="connsiteX28" fmla="*/ 152913 w 202562"/>
                  <a:gd name="connsiteY28" fmla="*/ 70119 h 293802"/>
                  <a:gd name="connsiteX29" fmla="*/ 164045 w 202562"/>
                  <a:gd name="connsiteY29" fmla="*/ 47410 h 293802"/>
                  <a:gd name="connsiteX30" fmla="*/ 163066 w 202562"/>
                  <a:gd name="connsiteY30" fmla="*/ 35031 h 293802"/>
                  <a:gd name="connsiteX31" fmla="*/ 146501 w 202562"/>
                  <a:gd name="connsiteY31" fmla="*/ 23276 h 293802"/>
                  <a:gd name="connsiteX32" fmla="*/ 112927 w 202562"/>
                  <a:gd name="connsiteY32" fmla="*/ 24523 h 293802"/>
                  <a:gd name="connsiteX33" fmla="*/ 86923 w 202562"/>
                  <a:gd name="connsiteY33" fmla="*/ 32003 h 293802"/>
                  <a:gd name="connsiteX34" fmla="*/ 75969 w 202562"/>
                  <a:gd name="connsiteY34" fmla="*/ 38148 h 293802"/>
                  <a:gd name="connsiteX35" fmla="*/ 65906 w 202562"/>
                  <a:gd name="connsiteY35" fmla="*/ 41621 h 293802"/>
                  <a:gd name="connsiteX36" fmla="*/ 53705 w 202562"/>
                  <a:gd name="connsiteY36" fmla="*/ 32716 h 293802"/>
                  <a:gd name="connsiteX37" fmla="*/ 49787 w 202562"/>
                  <a:gd name="connsiteY37" fmla="*/ 21762 h 293802"/>
                  <a:gd name="connsiteX38" fmla="*/ 62967 w 202562"/>
                  <a:gd name="connsiteY38" fmla="*/ 13569 h 293802"/>
                  <a:gd name="connsiteX39" fmla="*/ 116400 w 202562"/>
                  <a:gd name="connsiteY39" fmla="*/ 121 h 293802"/>
                  <a:gd name="connsiteX40" fmla="*/ 154783 w 202562"/>
                  <a:gd name="connsiteY40" fmla="*/ 1190 h 293802"/>
                  <a:gd name="connsiteX41" fmla="*/ 170635 w 202562"/>
                  <a:gd name="connsiteY41" fmla="*/ 8403 h 293802"/>
                  <a:gd name="connsiteX42" fmla="*/ 188447 w 202562"/>
                  <a:gd name="connsiteY42" fmla="*/ 21584 h 293802"/>
                  <a:gd name="connsiteX43" fmla="*/ 201983 w 202562"/>
                  <a:gd name="connsiteY43" fmla="*/ 39395 h 293802"/>
                  <a:gd name="connsiteX44" fmla="*/ 197530 w 202562"/>
                  <a:gd name="connsiteY44" fmla="*/ 61570 h 293802"/>
                  <a:gd name="connsiteX45" fmla="*/ 180788 w 202562"/>
                  <a:gd name="connsiteY45" fmla="*/ 80717 h 293802"/>
                  <a:gd name="connsiteX46" fmla="*/ 168053 w 202562"/>
                  <a:gd name="connsiteY46" fmla="*/ 98528 h 293802"/>
                  <a:gd name="connsiteX47" fmla="*/ 155229 w 202562"/>
                  <a:gd name="connsiteY47" fmla="*/ 114291 h 293802"/>
                  <a:gd name="connsiteX48" fmla="*/ 142761 w 202562"/>
                  <a:gd name="connsiteY48" fmla="*/ 132547 h 293802"/>
                  <a:gd name="connsiteX49" fmla="*/ 132876 w 202562"/>
                  <a:gd name="connsiteY49" fmla="*/ 147419 h 293802"/>
                  <a:gd name="connsiteX50" fmla="*/ 115065 w 202562"/>
                  <a:gd name="connsiteY50" fmla="*/ 137089 h 293802"/>
                  <a:gd name="connsiteX51" fmla="*/ 101350 w 202562"/>
                  <a:gd name="connsiteY51" fmla="*/ 139137 h 293802"/>
                  <a:gd name="connsiteX52" fmla="*/ 99302 w 202562"/>
                  <a:gd name="connsiteY52" fmla="*/ 165230 h 293802"/>
                  <a:gd name="connsiteX53" fmla="*/ 105090 w 202562"/>
                  <a:gd name="connsiteY53" fmla="*/ 168525 h 293802"/>
                  <a:gd name="connsiteX54" fmla="*/ 125395 w 202562"/>
                  <a:gd name="connsiteY54" fmla="*/ 164785 h 293802"/>
                  <a:gd name="connsiteX55" fmla="*/ 145700 w 202562"/>
                  <a:gd name="connsiteY55" fmla="*/ 163182 h 293802"/>
                  <a:gd name="connsiteX56" fmla="*/ 156030 w 202562"/>
                  <a:gd name="connsiteY56" fmla="*/ 174759 h 293802"/>
                  <a:gd name="connsiteX57" fmla="*/ 153181 w 202562"/>
                  <a:gd name="connsiteY57" fmla="*/ 189632 h 293802"/>
                  <a:gd name="connsiteX58" fmla="*/ 143295 w 202562"/>
                  <a:gd name="connsiteY58" fmla="*/ 201209 h 293802"/>
                  <a:gd name="connsiteX59" fmla="*/ 124683 w 202562"/>
                  <a:gd name="connsiteY59" fmla="*/ 212074 h 293802"/>
                  <a:gd name="connsiteX60" fmla="*/ 108653 w 202562"/>
                  <a:gd name="connsiteY60" fmla="*/ 226323 h 293802"/>
                  <a:gd name="connsiteX61" fmla="*/ 111948 w 202562"/>
                  <a:gd name="connsiteY61" fmla="*/ 233981 h 293802"/>
                  <a:gd name="connsiteX62" fmla="*/ 142939 w 202562"/>
                  <a:gd name="connsiteY62" fmla="*/ 235139 h 293802"/>
                  <a:gd name="connsiteX63" fmla="*/ 159415 w 202562"/>
                  <a:gd name="connsiteY63" fmla="*/ 246716 h 293802"/>
                  <a:gd name="connsiteX64" fmla="*/ 166628 w 202562"/>
                  <a:gd name="connsiteY64" fmla="*/ 260253 h 293802"/>
                  <a:gd name="connsiteX65" fmla="*/ 163333 w 202562"/>
                  <a:gd name="connsiteY65" fmla="*/ 273255 h 293802"/>
                  <a:gd name="connsiteX66" fmla="*/ 153626 w 202562"/>
                  <a:gd name="connsiteY66" fmla="*/ 283408 h 293802"/>
                  <a:gd name="connsiteX67" fmla="*/ 79621 w 202562"/>
                  <a:gd name="connsiteY67" fmla="*/ 292313 h 293802"/>
                  <a:gd name="connsiteX68" fmla="*/ 57713 w 202562"/>
                  <a:gd name="connsiteY68" fmla="*/ 290087 h 293802"/>
                  <a:gd name="connsiteX69" fmla="*/ 35894 w 202562"/>
                  <a:gd name="connsiteY69" fmla="*/ 257047 h 293802"/>
                  <a:gd name="connsiteX70" fmla="*/ 48629 w 202562"/>
                  <a:gd name="connsiteY70" fmla="*/ 226145 h 293802"/>
                  <a:gd name="connsiteX71" fmla="*/ 78552 w 202562"/>
                  <a:gd name="connsiteY71" fmla="*/ 199428 h 293802"/>
                  <a:gd name="connsiteX72" fmla="*/ 66173 w 202562"/>
                  <a:gd name="connsiteY72" fmla="*/ 199428 h 293802"/>
                  <a:gd name="connsiteX73" fmla="*/ 23248 w 202562"/>
                  <a:gd name="connsiteY73" fmla="*/ 219020 h 293802"/>
                  <a:gd name="connsiteX74" fmla="*/ 450 w 202562"/>
                  <a:gd name="connsiteY74" fmla="*/ 210204 h 293802"/>
                  <a:gd name="connsiteX75" fmla="*/ 6595 w 202562"/>
                  <a:gd name="connsiteY75" fmla="*/ 200051 h 293802"/>
                  <a:gd name="connsiteX76" fmla="*/ 27612 w 202562"/>
                  <a:gd name="connsiteY76" fmla="*/ 191680 h 293802"/>
                  <a:gd name="connsiteX77" fmla="*/ 70092 w 202562"/>
                  <a:gd name="connsiteY77" fmla="*/ 174314 h 293802"/>
                  <a:gd name="connsiteX78" fmla="*/ 80689 w 202562"/>
                  <a:gd name="connsiteY78" fmla="*/ 169149 h 293802"/>
                  <a:gd name="connsiteX79" fmla="*/ 81669 w 202562"/>
                  <a:gd name="connsiteY79" fmla="*/ 141720 h 293802"/>
                  <a:gd name="connsiteX80" fmla="*/ 74900 w 202562"/>
                  <a:gd name="connsiteY80" fmla="*/ 142967 h 293802"/>
                  <a:gd name="connsiteX81" fmla="*/ 57802 w 202562"/>
                  <a:gd name="connsiteY81" fmla="*/ 147508 h 293802"/>
                  <a:gd name="connsiteX82" fmla="*/ 41861 w 202562"/>
                  <a:gd name="connsiteY82" fmla="*/ 123552 h 293802"/>
                  <a:gd name="connsiteX83" fmla="*/ 31530 w 202562"/>
                  <a:gd name="connsiteY83" fmla="*/ 83834 h 293802"/>
                  <a:gd name="connsiteX84" fmla="*/ 25563 w 202562"/>
                  <a:gd name="connsiteY84" fmla="*/ 59433 h 293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202562" h="293802">
                    <a:moveTo>
                      <a:pt x="63323" y="97459"/>
                    </a:moveTo>
                    <a:cubicBezTo>
                      <a:pt x="70309" y="90037"/>
                      <a:pt x="79426" y="84965"/>
                      <a:pt x="89417" y="82943"/>
                    </a:cubicBezTo>
                    <a:cubicBezTo>
                      <a:pt x="103042" y="81696"/>
                      <a:pt x="98946" y="80895"/>
                      <a:pt x="97343" y="87485"/>
                    </a:cubicBezTo>
                    <a:cubicBezTo>
                      <a:pt x="95740" y="94075"/>
                      <a:pt x="92534" y="101289"/>
                      <a:pt x="90307" y="108502"/>
                    </a:cubicBezTo>
                    <a:cubicBezTo>
                      <a:pt x="88081" y="115716"/>
                      <a:pt x="86567" y="121504"/>
                      <a:pt x="82470" y="122128"/>
                    </a:cubicBezTo>
                    <a:cubicBezTo>
                      <a:pt x="77844" y="122777"/>
                      <a:pt x="73200" y="121073"/>
                      <a:pt x="70091" y="117586"/>
                    </a:cubicBezTo>
                    <a:cubicBezTo>
                      <a:pt x="66797" y="113845"/>
                      <a:pt x="60206" y="103515"/>
                      <a:pt x="63323" y="97459"/>
                    </a:cubicBezTo>
                    <a:moveTo>
                      <a:pt x="25564" y="59432"/>
                    </a:moveTo>
                    <a:cubicBezTo>
                      <a:pt x="24433" y="56357"/>
                      <a:pt x="24433" y="52979"/>
                      <a:pt x="25564" y="49903"/>
                    </a:cubicBezTo>
                    <a:cubicBezTo>
                      <a:pt x="27688" y="45208"/>
                      <a:pt x="31413" y="41420"/>
                      <a:pt x="36072" y="39216"/>
                    </a:cubicBezTo>
                    <a:cubicBezTo>
                      <a:pt x="40261" y="38017"/>
                      <a:pt x="44759" y="39458"/>
                      <a:pt x="47471" y="42868"/>
                    </a:cubicBezTo>
                    <a:cubicBezTo>
                      <a:pt x="50945" y="47410"/>
                      <a:pt x="53616" y="48657"/>
                      <a:pt x="53616" y="53644"/>
                    </a:cubicBezTo>
                    <a:cubicBezTo>
                      <a:pt x="53436" y="59621"/>
                      <a:pt x="54720" y="65552"/>
                      <a:pt x="57357" y="70921"/>
                    </a:cubicBezTo>
                    <a:cubicBezTo>
                      <a:pt x="59850" y="73860"/>
                      <a:pt x="57357" y="75641"/>
                      <a:pt x="65550" y="72613"/>
                    </a:cubicBezTo>
                    <a:cubicBezTo>
                      <a:pt x="76662" y="66078"/>
                      <a:pt x="89459" y="62979"/>
                      <a:pt x="102330" y="63707"/>
                    </a:cubicBezTo>
                    <a:cubicBezTo>
                      <a:pt x="107673" y="53822"/>
                      <a:pt x="115332" y="41443"/>
                      <a:pt x="116579" y="38593"/>
                    </a:cubicBezTo>
                    <a:cubicBezTo>
                      <a:pt x="117825" y="35743"/>
                      <a:pt x="119428" y="35655"/>
                      <a:pt x="122100" y="36456"/>
                    </a:cubicBezTo>
                    <a:cubicBezTo>
                      <a:pt x="124772" y="37258"/>
                      <a:pt x="129314" y="38950"/>
                      <a:pt x="129314" y="42067"/>
                    </a:cubicBezTo>
                    <a:cubicBezTo>
                      <a:pt x="129878" y="45111"/>
                      <a:pt x="129375" y="48256"/>
                      <a:pt x="127889" y="50972"/>
                    </a:cubicBezTo>
                    <a:cubicBezTo>
                      <a:pt x="125307" y="55136"/>
                      <a:pt x="123299" y="59629"/>
                      <a:pt x="121922" y="64331"/>
                    </a:cubicBezTo>
                    <a:cubicBezTo>
                      <a:pt x="121299" y="67626"/>
                      <a:pt x="125395" y="73236"/>
                      <a:pt x="126820" y="74394"/>
                    </a:cubicBezTo>
                    <a:cubicBezTo>
                      <a:pt x="128245" y="75551"/>
                      <a:pt x="128334" y="80806"/>
                      <a:pt x="126019" y="81696"/>
                    </a:cubicBezTo>
                    <a:cubicBezTo>
                      <a:pt x="123703" y="82587"/>
                      <a:pt x="117113" y="81073"/>
                      <a:pt x="115510" y="83121"/>
                    </a:cubicBezTo>
                    <a:cubicBezTo>
                      <a:pt x="113907" y="85170"/>
                      <a:pt x="105625" y="109126"/>
                      <a:pt x="104556" y="111797"/>
                    </a:cubicBezTo>
                    <a:cubicBezTo>
                      <a:pt x="103488" y="114469"/>
                      <a:pt x="102686" y="118387"/>
                      <a:pt x="104556" y="118565"/>
                    </a:cubicBezTo>
                    <a:cubicBezTo>
                      <a:pt x="108427" y="119150"/>
                      <a:pt x="112380" y="118876"/>
                      <a:pt x="116133" y="117764"/>
                    </a:cubicBezTo>
                    <a:cubicBezTo>
                      <a:pt x="119389" y="115429"/>
                      <a:pt x="122375" y="112741"/>
                      <a:pt x="125039" y="109749"/>
                    </a:cubicBezTo>
                    <a:cubicBezTo>
                      <a:pt x="126909" y="107433"/>
                      <a:pt x="133944" y="95500"/>
                      <a:pt x="138308" y="89889"/>
                    </a:cubicBezTo>
                    <a:cubicBezTo>
                      <a:pt x="142672" y="84279"/>
                      <a:pt x="149440" y="75017"/>
                      <a:pt x="152913" y="70119"/>
                    </a:cubicBezTo>
                    <a:cubicBezTo>
                      <a:pt x="157480" y="63000"/>
                      <a:pt x="161215" y="55380"/>
                      <a:pt x="164045" y="47410"/>
                    </a:cubicBezTo>
                    <a:cubicBezTo>
                      <a:pt x="165114" y="43313"/>
                      <a:pt x="166984" y="38504"/>
                      <a:pt x="163066" y="35031"/>
                    </a:cubicBezTo>
                    <a:cubicBezTo>
                      <a:pt x="159147" y="31558"/>
                      <a:pt x="154962" y="24077"/>
                      <a:pt x="146501" y="23276"/>
                    </a:cubicBezTo>
                    <a:cubicBezTo>
                      <a:pt x="135296" y="22643"/>
                      <a:pt x="124055" y="23060"/>
                      <a:pt x="112927" y="24523"/>
                    </a:cubicBezTo>
                    <a:cubicBezTo>
                      <a:pt x="103908" y="25574"/>
                      <a:pt x="95123" y="28101"/>
                      <a:pt x="86923" y="32003"/>
                    </a:cubicBezTo>
                    <a:cubicBezTo>
                      <a:pt x="82990" y="33502"/>
                      <a:pt x="79299" y="35573"/>
                      <a:pt x="75969" y="38148"/>
                    </a:cubicBezTo>
                    <a:cubicBezTo>
                      <a:pt x="73482" y="41029"/>
                      <a:pt x="69640" y="42355"/>
                      <a:pt x="65906" y="41621"/>
                    </a:cubicBezTo>
                    <a:cubicBezTo>
                      <a:pt x="60996" y="40024"/>
                      <a:pt x="56723" y="36904"/>
                      <a:pt x="53705" y="32716"/>
                    </a:cubicBezTo>
                    <a:cubicBezTo>
                      <a:pt x="50410" y="28352"/>
                      <a:pt x="47917" y="25057"/>
                      <a:pt x="49787" y="21762"/>
                    </a:cubicBezTo>
                    <a:cubicBezTo>
                      <a:pt x="51657" y="18467"/>
                      <a:pt x="50410" y="16864"/>
                      <a:pt x="62967" y="13569"/>
                    </a:cubicBezTo>
                    <a:cubicBezTo>
                      <a:pt x="80540" y="8189"/>
                      <a:pt x="98374" y="3701"/>
                      <a:pt x="116400" y="121"/>
                    </a:cubicBezTo>
                    <a:cubicBezTo>
                      <a:pt x="129197" y="-889"/>
                      <a:pt x="142064" y="-531"/>
                      <a:pt x="154783" y="1190"/>
                    </a:cubicBezTo>
                    <a:cubicBezTo>
                      <a:pt x="160515" y="2456"/>
                      <a:pt x="165916" y="4914"/>
                      <a:pt x="170635" y="8403"/>
                    </a:cubicBezTo>
                    <a:cubicBezTo>
                      <a:pt x="175177" y="11877"/>
                      <a:pt x="185330" y="19357"/>
                      <a:pt x="188447" y="21584"/>
                    </a:cubicBezTo>
                    <a:cubicBezTo>
                      <a:pt x="191564" y="23810"/>
                      <a:pt x="201983" y="29510"/>
                      <a:pt x="201983" y="39395"/>
                    </a:cubicBezTo>
                    <a:cubicBezTo>
                      <a:pt x="202902" y="47072"/>
                      <a:pt x="201342" y="54842"/>
                      <a:pt x="197530" y="61570"/>
                    </a:cubicBezTo>
                    <a:cubicBezTo>
                      <a:pt x="193790" y="65666"/>
                      <a:pt x="185775" y="74928"/>
                      <a:pt x="180788" y="80717"/>
                    </a:cubicBezTo>
                    <a:cubicBezTo>
                      <a:pt x="175801" y="86505"/>
                      <a:pt x="171882" y="93630"/>
                      <a:pt x="168053" y="98528"/>
                    </a:cubicBezTo>
                    <a:cubicBezTo>
                      <a:pt x="163471" y="103524"/>
                      <a:pt x="159188" y="108788"/>
                      <a:pt x="155229" y="114291"/>
                    </a:cubicBezTo>
                    <a:cubicBezTo>
                      <a:pt x="150478" y="119948"/>
                      <a:pt x="146302" y="126063"/>
                      <a:pt x="142761" y="132547"/>
                    </a:cubicBezTo>
                    <a:cubicBezTo>
                      <a:pt x="140268" y="138336"/>
                      <a:pt x="137774" y="147419"/>
                      <a:pt x="132876" y="147419"/>
                    </a:cubicBezTo>
                    <a:cubicBezTo>
                      <a:pt x="127978" y="147419"/>
                      <a:pt x="119161" y="138514"/>
                      <a:pt x="115065" y="137089"/>
                    </a:cubicBezTo>
                    <a:cubicBezTo>
                      <a:pt x="110544" y="134656"/>
                      <a:pt x="104962" y="135489"/>
                      <a:pt x="101350" y="139137"/>
                    </a:cubicBezTo>
                    <a:cubicBezTo>
                      <a:pt x="96808" y="144124"/>
                      <a:pt x="99302" y="165230"/>
                      <a:pt x="99302" y="165230"/>
                    </a:cubicBezTo>
                    <a:cubicBezTo>
                      <a:pt x="99302" y="165230"/>
                      <a:pt x="99302" y="168525"/>
                      <a:pt x="105090" y="168525"/>
                    </a:cubicBezTo>
                    <a:cubicBezTo>
                      <a:pt x="111976" y="168031"/>
                      <a:pt x="118785" y="166776"/>
                      <a:pt x="125395" y="164785"/>
                    </a:cubicBezTo>
                    <a:cubicBezTo>
                      <a:pt x="131955" y="162723"/>
                      <a:pt x="138898" y="162175"/>
                      <a:pt x="145700" y="163182"/>
                    </a:cubicBezTo>
                    <a:cubicBezTo>
                      <a:pt x="149440" y="164785"/>
                      <a:pt x="156030" y="170218"/>
                      <a:pt x="156030" y="174759"/>
                    </a:cubicBezTo>
                    <a:cubicBezTo>
                      <a:pt x="157254" y="179896"/>
                      <a:pt x="156217" y="185311"/>
                      <a:pt x="153181" y="189632"/>
                    </a:cubicBezTo>
                    <a:cubicBezTo>
                      <a:pt x="148461" y="196222"/>
                      <a:pt x="147570" y="198537"/>
                      <a:pt x="143295" y="201209"/>
                    </a:cubicBezTo>
                    <a:cubicBezTo>
                      <a:pt x="136468" y="203639"/>
                      <a:pt x="130156" y="207324"/>
                      <a:pt x="124683" y="212074"/>
                    </a:cubicBezTo>
                    <a:cubicBezTo>
                      <a:pt x="116668" y="219554"/>
                      <a:pt x="110078" y="219732"/>
                      <a:pt x="108653" y="226323"/>
                    </a:cubicBezTo>
                    <a:cubicBezTo>
                      <a:pt x="107228" y="232913"/>
                      <a:pt x="106961" y="233981"/>
                      <a:pt x="111948" y="233981"/>
                    </a:cubicBezTo>
                    <a:cubicBezTo>
                      <a:pt x="122287" y="233139"/>
                      <a:pt x="132691" y="233528"/>
                      <a:pt x="142939" y="235139"/>
                    </a:cubicBezTo>
                    <a:cubicBezTo>
                      <a:pt x="149361" y="237467"/>
                      <a:pt x="155048" y="241463"/>
                      <a:pt x="159415" y="246716"/>
                    </a:cubicBezTo>
                    <a:cubicBezTo>
                      <a:pt x="162264" y="252060"/>
                      <a:pt x="166895" y="255622"/>
                      <a:pt x="166628" y="260253"/>
                    </a:cubicBezTo>
                    <a:cubicBezTo>
                      <a:pt x="167078" y="264839"/>
                      <a:pt x="165913" y="269437"/>
                      <a:pt x="163333" y="273255"/>
                    </a:cubicBezTo>
                    <a:cubicBezTo>
                      <a:pt x="160038" y="277174"/>
                      <a:pt x="158613" y="282784"/>
                      <a:pt x="153626" y="283408"/>
                    </a:cubicBezTo>
                    <a:cubicBezTo>
                      <a:pt x="148639" y="284031"/>
                      <a:pt x="91287" y="290799"/>
                      <a:pt x="79621" y="292313"/>
                    </a:cubicBezTo>
                    <a:cubicBezTo>
                      <a:pt x="67954" y="293827"/>
                      <a:pt x="63323" y="294183"/>
                      <a:pt x="57713" y="290087"/>
                    </a:cubicBezTo>
                    <a:cubicBezTo>
                      <a:pt x="52102" y="285990"/>
                      <a:pt x="48273" y="286346"/>
                      <a:pt x="35894" y="257047"/>
                    </a:cubicBezTo>
                    <a:cubicBezTo>
                      <a:pt x="27790" y="242175"/>
                      <a:pt x="41059" y="231221"/>
                      <a:pt x="48629" y="226145"/>
                    </a:cubicBezTo>
                    <a:cubicBezTo>
                      <a:pt x="56199" y="221069"/>
                      <a:pt x="79621" y="202189"/>
                      <a:pt x="78552" y="199428"/>
                    </a:cubicBezTo>
                    <a:cubicBezTo>
                      <a:pt x="77483" y="196667"/>
                      <a:pt x="74812" y="196756"/>
                      <a:pt x="66173" y="199428"/>
                    </a:cubicBezTo>
                    <a:cubicBezTo>
                      <a:pt x="57535" y="202100"/>
                      <a:pt x="31709" y="217239"/>
                      <a:pt x="23248" y="219020"/>
                    </a:cubicBezTo>
                    <a:cubicBezTo>
                      <a:pt x="14649" y="220108"/>
                      <a:pt x="6080" y="216794"/>
                      <a:pt x="450" y="210204"/>
                    </a:cubicBezTo>
                    <a:cubicBezTo>
                      <a:pt x="-2133" y="205662"/>
                      <a:pt x="2231" y="201298"/>
                      <a:pt x="6595" y="200051"/>
                    </a:cubicBezTo>
                    <a:cubicBezTo>
                      <a:pt x="13742" y="197630"/>
                      <a:pt x="20757" y="194836"/>
                      <a:pt x="27612" y="191680"/>
                    </a:cubicBezTo>
                    <a:cubicBezTo>
                      <a:pt x="34647" y="188919"/>
                      <a:pt x="63234" y="174670"/>
                      <a:pt x="70092" y="174314"/>
                    </a:cubicBezTo>
                    <a:cubicBezTo>
                      <a:pt x="76949" y="173958"/>
                      <a:pt x="80867" y="171999"/>
                      <a:pt x="80689" y="169149"/>
                    </a:cubicBezTo>
                    <a:cubicBezTo>
                      <a:pt x="80511" y="166299"/>
                      <a:pt x="83539" y="143145"/>
                      <a:pt x="81669" y="141720"/>
                    </a:cubicBezTo>
                    <a:cubicBezTo>
                      <a:pt x="79799" y="140295"/>
                      <a:pt x="79442" y="140918"/>
                      <a:pt x="74900" y="142967"/>
                    </a:cubicBezTo>
                    <a:cubicBezTo>
                      <a:pt x="70359" y="145015"/>
                      <a:pt x="59405" y="149111"/>
                      <a:pt x="57802" y="147508"/>
                    </a:cubicBezTo>
                    <a:cubicBezTo>
                      <a:pt x="49356" y="142120"/>
                      <a:pt x="43569" y="133424"/>
                      <a:pt x="41861" y="123552"/>
                    </a:cubicBezTo>
                    <a:cubicBezTo>
                      <a:pt x="36072" y="104049"/>
                      <a:pt x="30640" y="97904"/>
                      <a:pt x="31530" y="83834"/>
                    </a:cubicBezTo>
                    <a:cubicBezTo>
                      <a:pt x="32064" y="75283"/>
                      <a:pt x="29983" y="66772"/>
                      <a:pt x="25563" y="59433"/>
                    </a:cubicBezTo>
                    <a:close/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A4E3AE28-EB84-40BA-9EB6-BB5676A98204}"/>
                </a:ext>
              </a:extLst>
            </p:cNvPr>
            <p:cNvGrpSpPr/>
            <p:nvPr/>
          </p:nvGrpSpPr>
          <p:grpSpPr>
            <a:xfrm>
              <a:off x="1442035" y="5934218"/>
              <a:ext cx="281030" cy="306223"/>
              <a:chOff x="1459851" y="5996894"/>
              <a:chExt cx="324450" cy="353535"/>
            </a:xfrm>
            <a:grpFill/>
          </p:grpSpPr>
          <p:sp>
            <p:nvSpPr>
              <p:cNvPr id="199" name="任意多边形: 形状 198">
                <a:extLst>
                  <a:ext uri="{FF2B5EF4-FFF2-40B4-BE49-F238E27FC236}">
                    <a16:creationId xmlns:a16="http://schemas.microsoft.com/office/drawing/2014/main" id="{F51DAEFE-F09D-479A-8569-082F43C5C51F}"/>
                  </a:ext>
                </a:extLst>
              </p:cNvPr>
              <p:cNvSpPr/>
              <p:nvPr/>
            </p:nvSpPr>
            <p:spPr>
              <a:xfrm>
                <a:off x="1631034" y="5996894"/>
                <a:ext cx="153267" cy="353535"/>
              </a:xfrm>
              <a:custGeom>
                <a:avLst/>
                <a:gdLst>
                  <a:gd name="connsiteX0" fmla="*/ 56495 w 153267"/>
                  <a:gd name="connsiteY0" fmla="*/ 162979 h 353535"/>
                  <a:gd name="connsiteX1" fmla="*/ 61482 w 153267"/>
                  <a:gd name="connsiteY1" fmla="*/ 154073 h 353535"/>
                  <a:gd name="connsiteX2" fmla="*/ 66024 w 153267"/>
                  <a:gd name="connsiteY2" fmla="*/ 158170 h 353535"/>
                  <a:gd name="connsiteX3" fmla="*/ 85438 w 153267"/>
                  <a:gd name="connsiteY3" fmla="*/ 179810 h 353535"/>
                  <a:gd name="connsiteX4" fmla="*/ 99064 w 153267"/>
                  <a:gd name="connsiteY4" fmla="*/ 185866 h 353535"/>
                  <a:gd name="connsiteX5" fmla="*/ 92474 w 153267"/>
                  <a:gd name="connsiteY5" fmla="*/ 199046 h 353535"/>
                  <a:gd name="connsiteX6" fmla="*/ 67271 w 153267"/>
                  <a:gd name="connsiteY6" fmla="*/ 214898 h 353535"/>
                  <a:gd name="connsiteX7" fmla="*/ 76978 w 153267"/>
                  <a:gd name="connsiteY7" fmla="*/ 221132 h 353535"/>
                  <a:gd name="connsiteX8" fmla="*/ 88644 w 153267"/>
                  <a:gd name="connsiteY8" fmla="*/ 218549 h 353535"/>
                  <a:gd name="connsiteX9" fmla="*/ 97550 w 153267"/>
                  <a:gd name="connsiteY9" fmla="*/ 218549 h 353535"/>
                  <a:gd name="connsiteX10" fmla="*/ 99954 w 153267"/>
                  <a:gd name="connsiteY10" fmla="*/ 228524 h 353535"/>
                  <a:gd name="connsiteX11" fmla="*/ 98529 w 153267"/>
                  <a:gd name="connsiteY11" fmla="*/ 277949 h 353535"/>
                  <a:gd name="connsiteX12" fmla="*/ 96392 w 153267"/>
                  <a:gd name="connsiteY12" fmla="*/ 301549 h 353535"/>
                  <a:gd name="connsiteX13" fmla="*/ 94255 w 153267"/>
                  <a:gd name="connsiteY13" fmla="*/ 310455 h 353535"/>
                  <a:gd name="connsiteX14" fmla="*/ 83924 w 153267"/>
                  <a:gd name="connsiteY14" fmla="*/ 305468 h 353535"/>
                  <a:gd name="connsiteX15" fmla="*/ 68607 w 153267"/>
                  <a:gd name="connsiteY15" fmla="*/ 286054 h 353535"/>
                  <a:gd name="connsiteX16" fmla="*/ 57297 w 153267"/>
                  <a:gd name="connsiteY16" fmla="*/ 273319 h 353535"/>
                  <a:gd name="connsiteX17" fmla="*/ 44116 w 153267"/>
                  <a:gd name="connsiteY17" fmla="*/ 223804 h 353535"/>
                  <a:gd name="connsiteX18" fmla="*/ 56228 w 153267"/>
                  <a:gd name="connsiteY18" fmla="*/ 162801 h 353535"/>
                  <a:gd name="connsiteX19" fmla="*/ 23277 w 153267"/>
                  <a:gd name="connsiteY19" fmla="*/ 25388 h 353535"/>
                  <a:gd name="connsiteX20" fmla="*/ 33340 w 153267"/>
                  <a:gd name="connsiteY20" fmla="*/ 18976 h 353535"/>
                  <a:gd name="connsiteX21" fmla="*/ 63531 w 153267"/>
                  <a:gd name="connsiteY21" fmla="*/ 3124 h 353535"/>
                  <a:gd name="connsiteX22" fmla="*/ 97728 w 153267"/>
                  <a:gd name="connsiteY22" fmla="*/ -438 h 353535"/>
                  <a:gd name="connsiteX23" fmla="*/ 131747 w 153267"/>
                  <a:gd name="connsiteY23" fmla="*/ 25388 h 353535"/>
                  <a:gd name="connsiteX24" fmla="*/ 128897 w 153267"/>
                  <a:gd name="connsiteY24" fmla="*/ 149353 h 353535"/>
                  <a:gd name="connsiteX25" fmla="*/ 151339 w 153267"/>
                  <a:gd name="connsiteY25" fmla="*/ 168322 h 353535"/>
                  <a:gd name="connsiteX26" fmla="*/ 152408 w 153267"/>
                  <a:gd name="connsiteY26" fmla="*/ 180701 h 353535"/>
                  <a:gd name="connsiteX27" fmla="*/ 152408 w 153267"/>
                  <a:gd name="connsiteY27" fmla="*/ 186044 h 353535"/>
                  <a:gd name="connsiteX28" fmla="*/ 127829 w 153267"/>
                  <a:gd name="connsiteY28" fmla="*/ 212761 h 353535"/>
                  <a:gd name="connsiteX29" fmla="*/ 127829 w 153267"/>
                  <a:gd name="connsiteY29" fmla="*/ 248383 h 353535"/>
                  <a:gd name="connsiteX30" fmla="*/ 127829 w 153267"/>
                  <a:gd name="connsiteY30" fmla="*/ 326218 h 353535"/>
                  <a:gd name="connsiteX31" fmla="*/ 120793 w 153267"/>
                  <a:gd name="connsiteY31" fmla="*/ 350263 h 353535"/>
                  <a:gd name="connsiteX32" fmla="*/ 107346 w 153267"/>
                  <a:gd name="connsiteY32" fmla="*/ 352133 h 353535"/>
                  <a:gd name="connsiteX33" fmla="*/ 83034 w 153267"/>
                  <a:gd name="connsiteY33" fmla="*/ 333609 h 353535"/>
                  <a:gd name="connsiteX34" fmla="*/ 61393 w 153267"/>
                  <a:gd name="connsiteY34" fmla="*/ 305735 h 353535"/>
                  <a:gd name="connsiteX35" fmla="*/ 47411 w 153267"/>
                  <a:gd name="connsiteY35" fmla="*/ 284629 h 353535"/>
                  <a:gd name="connsiteX36" fmla="*/ 36725 w 153267"/>
                  <a:gd name="connsiteY36" fmla="*/ 268688 h 353535"/>
                  <a:gd name="connsiteX37" fmla="*/ 31381 w 153267"/>
                  <a:gd name="connsiteY37" fmla="*/ 257022 h 353535"/>
                  <a:gd name="connsiteX38" fmla="*/ 26394 w 153267"/>
                  <a:gd name="connsiteY38" fmla="*/ 298432 h 353535"/>
                  <a:gd name="connsiteX39" fmla="*/ 18557 w 153267"/>
                  <a:gd name="connsiteY39" fmla="*/ 303420 h 353535"/>
                  <a:gd name="connsiteX40" fmla="*/ 8583 w 153267"/>
                  <a:gd name="connsiteY40" fmla="*/ 300570 h 353535"/>
                  <a:gd name="connsiteX41" fmla="*/ -323 w 153267"/>
                  <a:gd name="connsiteY41" fmla="*/ 291664 h 353535"/>
                  <a:gd name="connsiteX42" fmla="*/ 5466 w 153267"/>
                  <a:gd name="connsiteY42" fmla="*/ 252301 h 353535"/>
                  <a:gd name="connsiteX43" fmla="*/ 18735 w 153267"/>
                  <a:gd name="connsiteY43" fmla="*/ 202698 h 353535"/>
                  <a:gd name="connsiteX44" fmla="*/ 36547 w 153267"/>
                  <a:gd name="connsiteY44" fmla="*/ 106250 h 353535"/>
                  <a:gd name="connsiteX45" fmla="*/ 58098 w 153267"/>
                  <a:gd name="connsiteY45" fmla="*/ 39993 h 353535"/>
                  <a:gd name="connsiteX46" fmla="*/ 67004 w 153267"/>
                  <a:gd name="connsiteY46" fmla="*/ 32067 h 353535"/>
                  <a:gd name="connsiteX47" fmla="*/ 75108 w 153267"/>
                  <a:gd name="connsiteY47" fmla="*/ 40171 h 353535"/>
                  <a:gd name="connsiteX48" fmla="*/ 72792 w 153267"/>
                  <a:gd name="connsiteY48" fmla="*/ 53975 h 353535"/>
                  <a:gd name="connsiteX49" fmla="*/ 65223 w 153267"/>
                  <a:gd name="connsiteY49" fmla="*/ 78910 h 353535"/>
                  <a:gd name="connsiteX50" fmla="*/ 58187 w 153267"/>
                  <a:gd name="connsiteY50" fmla="*/ 111148 h 353535"/>
                  <a:gd name="connsiteX51" fmla="*/ 68874 w 153267"/>
                  <a:gd name="connsiteY51" fmla="*/ 105004 h 353535"/>
                  <a:gd name="connsiteX52" fmla="*/ 81342 w 153267"/>
                  <a:gd name="connsiteY52" fmla="*/ 98324 h 353535"/>
                  <a:gd name="connsiteX53" fmla="*/ 91316 w 153267"/>
                  <a:gd name="connsiteY53" fmla="*/ 92536 h 353535"/>
                  <a:gd name="connsiteX54" fmla="*/ 99598 w 153267"/>
                  <a:gd name="connsiteY54" fmla="*/ 90487 h 353535"/>
                  <a:gd name="connsiteX55" fmla="*/ 100399 w 153267"/>
                  <a:gd name="connsiteY55" fmla="*/ 39102 h 353535"/>
                  <a:gd name="connsiteX56" fmla="*/ 90425 w 153267"/>
                  <a:gd name="connsiteY56" fmla="*/ 20044 h 353535"/>
                  <a:gd name="connsiteX57" fmla="*/ 65223 w 153267"/>
                  <a:gd name="connsiteY57" fmla="*/ 24675 h 353535"/>
                  <a:gd name="connsiteX58" fmla="*/ 40732 w 153267"/>
                  <a:gd name="connsiteY58" fmla="*/ 40794 h 353535"/>
                  <a:gd name="connsiteX59" fmla="*/ 23545 w 153267"/>
                  <a:gd name="connsiteY59" fmla="*/ 25566 h 35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153267" h="353535">
                    <a:moveTo>
                      <a:pt x="56495" y="162979"/>
                    </a:moveTo>
                    <a:cubicBezTo>
                      <a:pt x="56495" y="162979"/>
                      <a:pt x="57742" y="155498"/>
                      <a:pt x="61482" y="154073"/>
                    </a:cubicBezTo>
                    <a:cubicBezTo>
                      <a:pt x="65223" y="152648"/>
                      <a:pt x="65401" y="152381"/>
                      <a:pt x="66024" y="158170"/>
                    </a:cubicBezTo>
                    <a:cubicBezTo>
                      <a:pt x="66648" y="163958"/>
                      <a:pt x="76800" y="179454"/>
                      <a:pt x="85438" y="179810"/>
                    </a:cubicBezTo>
                    <a:cubicBezTo>
                      <a:pt x="94077" y="180167"/>
                      <a:pt x="99064" y="182571"/>
                      <a:pt x="99064" y="185866"/>
                    </a:cubicBezTo>
                    <a:cubicBezTo>
                      <a:pt x="99064" y="189161"/>
                      <a:pt x="103160" y="191387"/>
                      <a:pt x="92474" y="199046"/>
                    </a:cubicBezTo>
                    <a:cubicBezTo>
                      <a:pt x="81787" y="206705"/>
                      <a:pt x="68696" y="211158"/>
                      <a:pt x="67271" y="214898"/>
                    </a:cubicBezTo>
                    <a:cubicBezTo>
                      <a:pt x="65846" y="218639"/>
                      <a:pt x="68696" y="222379"/>
                      <a:pt x="76978" y="221132"/>
                    </a:cubicBezTo>
                    <a:cubicBezTo>
                      <a:pt x="85260" y="219885"/>
                      <a:pt x="86507" y="219974"/>
                      <a:pt x="88644" y="218549"/>
                    </a:cubicBezTo>
                    <a:cubicBezTo>
                      <a:pt x="90782" y="217125"/>
                      <a:pt x="96659" y="216590"/>
                      <a:pt x="97550" y="218549"/>
                    </a:cubicBezTo>
                    <a:cubicBezTo>
                      <a:pt x="99353" y="221550"/>
                      <a:pt x="100193" y="225031"/>
                      <a:pt x="99954" y="228524"/>
                    </a:cubicBezTo>
                    <a:cubicBezTo>
                      <a:pt x="99954" y="232175"/>
                      <a:pt x="99331" y="271716"/>
                      <a:pt x="98529" y="277949"/>
                    </a:cubicBezTo>
                    <a:cubicBezTo>
                      <a:pt x="97728" y="284183"/>
                      <a:pt x="97639" y="297453"/>
                      <a:pt x="96392" y="301549"/>
                    </a:cubicBezTo>
                    <a:cubicBezTo>
                      <a:pt x="95145" y="305646"/>
                      <a:pt x="96926" y="309297"/>
                      <a:pt x="94255" y="310455"/>
                    </a:cubicBezTo>
                    <a:cubicBezTo>
                      <a:pt x="91583" y="311613"/>
                      <a:pt x="88021" y="311256"/>
                      <a:pt x="83924" y="305468"/>
                    </a:cubicBezTo>
                    <a:cubicBezTo>
                      <a:pt x="79242" y="298674"/>
                      <a:pt x="74125" y="292189"/>
                      <a:pt x="68607" y="286054"/>
                    </a:cubicBezTo>
                    <a:cubicBezTo>
                      <a:pt x="64552" y="282070"/>
                      <a:pt x="60774" y="277815"/>
                      <a:pt x="57297" y="273319"/>
                    </a:cubicBezTo>
                    <a:cubicBezTo>
                      <a:pt x="47295" y="258842"/>
                      <a:pt x="42636" y="241338"/>
                      <a:pt x="44116" y="223804"/>
                    </a:cubicBezTo>
                    <a:cubicBezTo>
                      <a:pt x="44690" y="202933"/>
                      <a:pt x="48785" y="182308"/>
                      <a:pt x="56228" y="162801"/>
                    </a:cubicBezTo>
                    <a:moveTo>
                      <a:pt x="23277" y="25388"/>
                    </a:moveTo>
                    <a:lnTo>
                      <a:pt x="33340" y="18976"/>
                    </a:lnTo>
                    <a:cubicBezTo>
                      <a:pt x="42993" y="12944"/>
                      <a:pt x="53085" y="7646"/>
                      <a:pt x="63531" y="3124"/>
                    </a:cubicBezTo>
                    <a:cubicBezTo>
                      <a:pt x="74787" y="828"/>
                      <a:pt x="86240" y="-365"/>
                      <a:pt x="97728" y="-438"/>
                    </a:cubicBezTo>
                    <a:cubicBezTo>
                      <a:pt x="105119" y="7"/>
                      <a:pt x="127205" y="5350"/>
                      <a:pt x="131747" y="25388"/>
                    </a:cubicBezTo>
                    <a:cubicBezTo>
                      <a:pt x="132371" y="49967"/>
                      <a:pt x="122307" y="142674"/>
                      <a:pt x="128897" y="149353"/>
                    </a:cubicBezTo>
                    <a:cubicBezTo>
                      <a:pt x="135487" y="156032"/>
                      <a:pt x="148579" y="164315"/>
                      <a:pt x="151339" y="168322"/>
                    </a:cubicBezTo>
                    <a:cubicBezTo>
                      <a:pt x="153017" y="172226"/>
                      <a:pt x="153391" y="176567"/>
                      <a:pt x="152408" y="180701"/>
                    </a:cubicBezTo>
                    <a:cubicBezTo>
                      <a:pt x="152955" y="182440"/>
                      <a:pt x="152955" y="184305"/>
                      <a:pt x="152408" y="186044"/>
                    </a:cubicBezTo>
                    <a:cubicBezTo>
                      <a:pt x="151607" y="189339"/>
                      <a:pt x="152408" y="196731"/>
                      <a:pt x="127829" y="212761"/>
                    </a:cubicBezTo>
                    <a:cubicBezTo>
                      <a:pt x="127829" y="228257"/>
                      <a:pt x="127829" y="242862"/>
                      <a:pt x="127829" y="248383"/>
                    </a:cubicBezTo>
                    <a:cubicBezTo>
                      <a:pt x="127829" y="253905"/>
                      <a:pt x="129877" y="319628"/>
                      <a:pt x="127829" y="326218"/>
                    </a:cubicBezTo>
                    <a:cubicBezTo>
                      <a:pt x="125780" y="332808"/>
                      <a:pt x="126226" y="346879"/>
                      <a:pt x="120793" y="350263"/>
                    </a:cubicBezTo>
                    <a:cubicBezTo>
                      <a:pt x="116949" y="353200"/>
                      <a:pt x="111846" y="353910"/>
                      <a:pt x="107346" y="352133"/>
                    </a:cubicBezTo>
                    <a:cubicBezTo>
                      <a:pt x="102270" y="350708"/>
                      <a:pt x="95412" y="348838"/>
                      <a:pt x="83034" y="333609"/>
                    </a:cubicBezTo>
                    <a:cubicBezTo>
                      <a:pt x="70655" y="318381"/>
                      <a:pt x="64243" y="309921"/>
                      <a:pt x="61393" y="305735"/>
                    </a:cubicBezTo>
                    <a:cubicBezTo>
                      <a:pt x="57088" y="298470"/>
                      <a:pt x="52422" y="291426"/>
                      <a:pt x="47411" y="284629"/>
                    </a:cubicBezTo>
                    <a:cubicBezTo>
                      <a:pt x="45007" y="278840"/>
                      <a:pt x="39218" y="274031"/>
                      <a:pt x="36725" y="268688"/>
                    </a:cubicBezTo>
                    <a:cubicBezTo>
                      <a:pt x="34231" y="263344"/>
                      <a:pt x="34677" y="254973"/>
                      <a:pt x="31381" y="257022"/>
                    </a:cubicBezTo>
                    <a:cubicBezTo>
                      <a:pt x="28086" y="259070"/>
                      <a:pt x="24791" y="286855"/>
                      <a:pt x="26394" y="298432"/>
                    </a:cubicBezTo>
                    <a:cubicBezTo>
                      <a:pt x="24924" y="301433"/>
                      <a:pt x="21898" y="303359"/>
                      <a:pt x="18557" y="303420"/>
                    </a:cubicBezTo>
                    <a:cubicBezTo>
                      <a:pt x="15618" y="303420"/>
                      <a:pt x="11522" y="300570"/>
                      <a:pt x="8583" y="300570"/>
                    </a:cubicBezTo>
                    <a:cubicBezTo>
                      <a:pt x="5644" y="300570"/>
                      <a:pt x="746" y="303420"/>
                      <a:pt x="-323" y="291664"/>
                    </a:cubicBezTo>
                    <a:cubicBezTo>
                      <a:pt x="173" y="278372"/>
                      <a:pt x="2114" y="265174"/>
                      <a:pt x="5466" y="252301"/>
                    </a:cubicBezTo>
                    <a:cubicBezTo>
                      <a:pt x="7069" y="243396"/>
                      <a:pt x="17043" y="212583"/>
                      <a:pt x="18735" y="202698"/>
                    </a:cubicBezTo>
                    <a:cubicBezTo>
                      <a:pt x="20428" y="192812"/>
                      <a:pt x="31560" y="127713"/>
                      <a:pt x="36547" y="106250"/>
                    </a:cubicBezTo>
                    <a:cubicBezTo>
                      <a:pt x="42320" y="83730"/>
                      <a:pt x="49518" y="61600"/>
                      <a:pt x="58098" y="39993"/>
                    </a:cubicBezTo>
                    <a:cubicBezTo>
                      <a:pt x="61838" y="32958"/>
                      <a:pt x="60948" y="27970"/>
                      <a:pt x="67004" y="32067"/>
                    </a:cubicBezTo>
                    <a:cubicBezTo>
                      <a:pt x="73060" y="36163"/>
                      <a:pt x="75108" y="38123"/>
                      <a:pt x="75108" y="40171"/>
                    </a:cubicBezTo>
                    <a:cubicBezTo>
                      <a:pt x="75298" y="44883"/>
                      <a:pt x="74510" y="49583"/>
                      <a:pt x="72792" y="53975"/>
                    </a:cubicBezTo>
                    <a:cubicBezTo>
                      <a:pt x="70299" y="59763"/>
                      <a:pt x="66826" y="73923"/>
                      <a:pt x="65223" y="78910"/>
                    </a:cubicBezTo>
                    <a:cubicBezTo>
                      <a:pt x="63620" y="83897"/>
                      <a:pt x="55248" y="108299"/>
                      <a:pt x="58187" y="111148"/>
                    </a:cubicBezTo>
                    <a:cubicBezTo>
                      <a:pt x="61126" y="113998"/>
                      <a:pt x="66024" y="107408"/>
                      <a:pt x="68874" y="105004"/>
                    </a:cubicBezTo>
                    <a:cubicBezTo>
                      <a:pt x="72458" y="101843"/>
                      <a:pt x="76725" y="99557"/>
                      <a:pt x="81342" y="98324"/>
                    </a:cubicBezTo>
                    <a:cubicBezTo>
                      <a:pt x="85082" y="97879"/>
                      <a:pt x="88377" y="92536"/>
                      <a:pt x="91316" y="92536"/>
                    </a:cubicBezTo>
                    <a:cubicBezTo>
                      <a:pt x="94255" y="92536"/>
                      <a:pt x="98975" y="93159"/>
                      <a:pt x="99598" y="90487"/>
                    </a:cubicBezTo>
                    <a:cubicBezTo>
                      <a:pt x="100819" y="73387"/>
                      <a:pt x="101087" y="56232"/>
                      <a:pt x="100399" y="39102"/>
                    </a:cubicBezTo>
                    <a:cubicBezTo>
                      <a:pt x="99153" y="34204"/>
                      <a:pt x="96214" y="20044"/>
                      <a:pt x="90425" y="20044"/>
                    </a:cubicBezTo>
                    <a:cubicBezTo>
                      <a:pt x="81741" y="18501"/>
                      <a:pt x="72791" y="20145"/>
                      <a:pt x="65223" y="24675"/>
                    </a:cubicBezTo>
                    <a:cubicBezTo>
                      <a:pt x="49014" y="32067"/>
                      <a:pt x="53556" y="37855"/>
                      <a:pt x="40732" y="40794"/>
                    </a:cubicBezTo>
                    <a:cubicBezTo>
                      <a:pt x="27908" y="43733"/>
                      <a:pt x="19270" y="37499"/>
                      <a:pt x="23545" y="25566"/>
                    </a:cubicBezTo>
                    <a:close/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" name="任意多边形: 形状 199">
                <a:extLst>
                  <a:ext uri="{FF2B5EF4-FFF2-40B4-BE49-F238E27FC236}">
                    <a16:creationId xmlns:a16="http://schemas.microsoft.com/office/drawing/2014/main" id="{CE76E9D8-A71D-43F9-9AC5-EA6E682CCA67}"/>
                  </a:ext>
                </a:extLst>
              </p:cNvPr>
              <p:cNvSpPr/>
              <p:nvPr/>
            </p:nvSpPr>
            <p:spPr>
              <a:xfrm>
                <a:off x="1459851" y="6022750"/>
                <a:ext cx="169846" cy="296483"/>
              </a:xfrm>
              <a:custGeom>
                <a:avLst/>
                <a:gdLst>
                  <a:gd name="connsiteX0" fmla="*/ 94717 w 169846"/>
                  <a:gd name="connsiteY0" fmla="*/ 132135 h 296483"/>
                  <a:gd name="connsiteX1" fmla="*/ 99437 w 169846"/>
                  <a:gd name="connsiteY1" fmla="*/ 128840 h 296483"/>
                  <a:gd name="connsiteX2" fmla="*/ 113063 w 169846"/>
                  <a:gd name="connsiteY2" fmla="*/ 133738 h 296483"/>
                  <a:gd name="connsiteX3" fmla="*/ 121256 w 169846"/>
                  <a:gd name="connsiteY3" fmla="*/ 134985 h 296483"/>
                  <a:gd name="connsiteX4" fmla="*/ 122146 w 169846"/>
                  <a:gd name="connsiteY4" fmla="*/ 147185 h 296483"/>
                  <a:gd name="connsiteX5" fmla="*/ 120276 w 169846"/>
                  <a:gd name="connsiteY5" fmla="*/ 163483 h 296483"/>
                  <a:gd name="connsiteX6" fmla="*/ 92402 w 169846"/>
                  <a:gd name="connsiteY6" fmla="*/ 185747 h 296483"/>
                  <a:gd name="connsiteX7" fmla="*/ 85990 w 169846"/>
                  <a:gd name="connsiteY7" fmla="*/ 184054 h 296483"/>
                  <a:gd name="connsiteX8" fmla="*/ 94895 w 169846"/>
                  <a:gd name="connsiteY8" fmla="*/ 132135 h 296483"/>
                  <a:gd name="connsiteX9" fmla="*/ 59986 w 169846"/>
                  <a:gd name="connsiteY9" fmla="*/ 15116 h 296483"/>
                  <a:gd name="connsiteX10" fmla="*/ 66220 w 169846"/>
                  <a:gd name="connsiteY10" fmla="*/ 11643 h 296483"/>
                  <a:gd name="connsiteX11" fmla="*/ 91511 w 169846"/>
                  <a:gd name="connsiteY11" fmla="*/ 8526 h 296483"/>
                  <a:gd name="connsiteX12" fmla="*/ 113419 w 169846"/>
                  <a:gd name="connsiteY12" fmla="*/ 511 h 296483"/>
                  <a:gd name="connsiteX13" fmla="*/ 140136 w 169846"/>
                  <a:gd name="connsiteY13" fmla="*/ 1757 h 296483"/>
                  <a:gd name="connsiteX14" fmla="*/ 167387 w 169846"/>
                  <a:gd name="connsiteY14" fmla="*/ 28474 h 296483"/>
                  <a:gd name="connsiteX15" fmla="*/ 163468 w 169846"/>
                  <a:gd name="connsiteY15" fmla="*/ 65165 h 296483"/>
                  <a:gd name="connsiteX16" fmla="*/ 162578 w 169846"/>
                  <a:gd name="connsiteY16" fmla="*/ 146740 h 296483"/>
                  <a:gd name="connsiteX17" fmla="*/ 169524 w 169846"/>
                  <a:gd name="connsiteY17" fmla="*/ 143712 h 296483"/>
                  <a:gd name="connsiteX18" fmla="*/ 167476 w 169846"/>
                  <a:gd name="connsiteY18" fmla="*/ 152173 h 296483"/>
                  <a:gd name="connsiteX19" fmla="*/ 168901 w 169846"/>
                  <a:gd name="connsiteY19" fmla="*/ 162147 h 296483"/>
                  <a:gd name="connsiteX20" fmla="*/ 168901 w 169846"/>
                  <a:gd name="connsiteY20" fmla="*/ 177375 h 296483"/>
                  <a:gd name="connsiteX21" fmla="*/ 157323 w 169846"/>
                  <a:gd name="connsiteY21" fmla="*/ 196789 h 296483"/>
                  <a:gd name="connsiteX22" fmla="*/ 152514 w 169846"/>
                  <a:gd name="connsiteY22" fmla="*/ 278008 h 296483"/>
                  <a:gd name="connsiteX23" fmla="*/ 145924 w 169846"/>
                  <a:gd name="connsiteY23" fmla="*/ 295374 h 296483"/>
                  <a:gd name="connsiteX24" fmla="*/ 128915 w 169846"/>
                  <a:gd name="connsiteY24" fmla="*/ 292880 h 296483"/>
                  <a:gd name="connsiteX25" fmla="*/ 111103 w 169846"/>
                  <a:gd name="connsiteY25" fmla="*/ 270527 h 296483"/>
                  <a:gd name="connsiteX26" fmla="*/ 111905 w 169846"/>
                  <a:gd name="connsiteY26" fmla="*/ 255210 h 296483"/>
                  <a:gd name="connsiteX27" fmla="*/ 114220 w 169846"/>
                  <a:gd name="connsiteY27" fmla="*/ 227870 h 296483"/>
                  <a:gd name="connsiteX28" fmla="*/ 105315 w 169846"/>
                  <a:gd name="connsiteY28" fmla="*/ 233302 h 296483"/>
                  <a:gd name="connsiteX29" fmla="*/ 86346 w 169846"/>
                  <a:gd name="connsiteY29" fmla="*/ 248709 h 296483"/>
                  <a:gd name="connsiteX30" fmla="*/ 60164 w 169846"/>
                  <a:gd name="connsiteY30" fmla="*/ 268568 h 296483"/>
                  <a:gd name="connsiteX31" fmla="*/ 42352 w 169846"/>
                  <a:gd name="connsiteY31" fmla="*/ 280502 h 296483"/>
                  <a:gd name="connsiteX32" fmla="*/ 30241 w 169846"/>
                  <a:gd name="connsiteY32" fmla="*/ 278810 h 296483"/>
                  <a:gd name="connsiteX33" fmla="*/ 7532 w 169846"/>
                  <a:gd name="connsiteY33" fmla="*/ 256991 h 296483"/>
                  <a:gd name="connsiteX34" fmla="*/ 1921 w 169846"/>
                  <a:gd name="connsiteY34" fmla="*/ 245414 h 296483"/>
                  <a:gd name="connsiteX35" fmla="*/ -305 w 169846"/>
                  <a:gd name="connsiteY35" fmla="*/ 235351 h 296483"/>
                  <a:gd name="connsiteX36" fmla="*/ 2990 w 169846"/>
                  <a:gd name="connsiteY36" fmla="*/ 230809 h 296483"/>
                  <a:gd name="connsiteX37" fmla="*/ 14122 w 169846"/>
                  <a:gd name="connsiteY37" fmla="*/ 238200 h 296483"/>
                  <a:gd name="connsiteX38" fmla="*/ 48586 w 169846"/>
                  <a:gd name="connsiteY38" fmla="*/ 217628 h 296483"/>
                  <a:gd name="connsiteX39" fmla="*/ 47785 w 169846"/>
                  <a:gd name="connsiteY39" fmla="*/ 210326 h 296483"/>
                  <a:gd name="connsiteX40" fmla="*/ 23205 w 169846"/>
                  <a:gd name="connsiteY40" fmla="*/ 192515 h 296483"/>
                  <a:gd name="connsiteX41" fmla="*/ 25254 w 169846"/>
                  <a:gd name="connsiteY41" fmla="*/ 170518 h 296483"/>
                  <a:gd name="connsiteX42" fmla="*/ 31488 w 169846"/>
                  <a:gd name="connsiteY42" fmla="*/ 155111 h 296483"/>
                  <a:gd name="connsiteX43" fmla="*/ 45024 w 169846"/>
                  <a:gd name="connsiteY43" fmla="*/ 103726 h 296483"/>
                  <a:gd name="connsiteX44" fmla="*/ 53930 w 169846"/>
                  <a:gd name="connsiteY44" fmla="*/ 71488 h 296483"/>
                  <a:gd name="connsiteX45" fmla="*/ 62835 w 169846"/>
                  <a:gd name="connsiteY45" fmla="*/ 49046 h 296483"/>
                  <a:gd name="connsiteX46" fmla="*/ 92224 w 169846"/>
                  <a:gd name="connsiteY46" fmla="*/ 52430 h 296483"/>
                  <a:gd name="connsiteX47" fmla="*/ 107363 w 169846"/>
                  <a:gd name="connsiteY47" fmla="*/ 72290 h 296483"/>
                  <a:gd name="connsiteX48" fmla="*/ 105760 w 169846"/>
                  <a:gd name="connsiteY48" fmla="*/ 98472 h 296483"/>
                  <a:gd name="connsiteX49" fmla="*/ 124729 w 169846"/>
                  <a:gd name="connsiteY49" fmla="*/ 116283 h 296483"/>
                  <a:gd name="connsiteX50" fmla="*/ 126332 w 169846"/>
                  <a:gd name="connsiteY50" fmla="*/ 113344 h 296483"/>
                  <a:gd name="connsiteX51" fmla="*/ 125530 w 169846"/>
                  <a:gd name="connsiteY51" fmla="*/ 51718 h 296483"/>
                  <a:gd name="connsiteX52" fmla="*/ 120633 w 169846"/>
                  <a:gd name="connsiteY52" fmla="*/ 34975 h 296483"/>
                  <a:gd name="connsiteX53" fmla="*/ 109055 w 169846"/>
                  <a:gd name="connsiteY53" fmla="*/ 40586 h 296483"/>
                  <a:gd name="connsiteX54" fmla="*/ 91957 w 169846"/>
                  <a:gd name="connsiteY54" fmla="*/ 39695 h 296483"/>
                  <a:gd name="connsiteX55" fmla="*/ 68980 w 169846"/>
                  <a:gd name="connsiteY55" fmla="*/ 29988 h 296483"/>
                  <a:gd name="connsiteX56" fmla="*/ 59807 w 169846"/>
                  <a:gd name="connsiteY56" fmla="*/ 15116 h 29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69846" h="296483">
                    <a:moveTo>
                      <a:pt x="94717" y="132135"/>
                    </a:moveTo>
                    <a:cubicBezTo>
                      <a:pt x="94717" y="132135"/>
                      <a:pt x="95964" y="127593"/>
                      <a:pt x="99437" y="128840"/>
                    </a:cubicBezTo>
                    <a:cubicBezTo>
                      <a:pt x="102910" y="130087"/>
                      <a:pt x="110747" y="132758"/>
                      <a:pt x="113063" y="133738"/>
                    </a:cubicBezTo>
                    <a:cubicBezTo>
                      <a:pt x="115706" y="134604"/>
                      <a:pt x="118475" y="135026"/>
                      <a:pt x="121256" y="134985"/>
                    </a:cubicBezTo>
                    <a:cubicBezTo>
                      <a:pt x="122503" y="134985"/>
                      <a:pt x="122325" y="143890"/>
                      <a:pt x="122146" y="147185"/>
                    </a:cubicBezTo>
                    <a:cubicBezTo>
                      <a:pt x="121968" y="150481"/>
                      <a:pt x="120276" y="161613"/>
                      <a:pt x="120276" y="163483"/>
                    </a:cubicBezTo>
                    <a:cubicBezTo>
                      <a:pt x="111816" y="171888"/>
                      <a:pt x="102470" y="179353"/>
                      <a:pt x="92402" y="185747"/>
                    </a:cubicBezTo>
                    <a:cubicBezTo>
                      <a:pt x="89285" y="186726"/>
                      <a:pt x="85634" y="186548"/>
                      <a:pt x="85990" y="184054"/>
                    </a:cubicBezTo>
                    <a:cubicBezTo>
                      <a:pt x="86346" y="181561"/>
                      <a:pt x="88038" y="137300"/>
                      <a:pt x="94895" y="132135"/>
                    </a:cubicBezTo>
                    <a:moveTo>
                      <a:pt x="59986" y="15116"/>
                    </a:moveTo>
                    <a:cubicBezTo>
                      <a:pt x="61186" y="12819"/>
                      <a:pt x="63635" y="11454"/>
                      <a:pt x="66220" y="11643"/>
                    </a:cubicBezTo>
                    <a:cubicBezTo>
                      <a:pt x="74761" y="11939"/>
                      <a:pt x="83297" y="10888"/>
                      <a:pt x="91511" y="8526"/>
                    </a:cubicBezTo>
                    <a:cubicBezTo>
                      <a:pt x="98615" y="5339"/>
                      <a:pt x="105936" y="2661"/>
                      <a:pt x="113419" y="511"/>
                    </a:cubicBezTo>
                    <a:cubicBezTo>
                      <a:pt x="122305" y="-1089"/>
                      <a:pt x="131437" y="-662"/>
                      <a:pt x="140136" y="1757"/>
                    </a:cubicBezTo>
                    <a:cubicBezTo>
                      <a:pt x="153964" y="3986"/>
                      <a:pt x="164885" y="14692"/>
                      <a:pt x="167387" y="28474"/>
                    </a:cubicBezTo>
                    <a:cubicBezTo>
                      <a:pt x="170504" y="46285"/>
                      <a:pt x="165071" y="51450"/>
                      <a:pt x="163468" y="65165"/>
                    </a:cubicBezTo>
                    <a:cubicBezTo>
                      <a:pt x="161556" y="92315"/>
                      <a:pt x="161258" y="119555"/>
                      <a:pt x="162578" y="146740"/>
                    </a:cubicBezTo>
                    <a:cubicBezTo>
                      <a:pt x="164715" y="149145"/>
                      <a:pt x="169524" y="143712"/>
                      <a:pt x="169524" y="143712"/>
                    </a:cubicBezTo>
                    <a:cubicBezTo>
                      <a:pt x="168359" y="146393"/>
                      <a:pt x="167666" y="149255"/>
                      <a:pt x="167476" y="152173"/>
                    </a:cubicBezTo>
                    <a:cubicBezTo>
                      <a:pt x="166833" y="155563"/>
                      <a:pt x="167334" y="159072"/>
                      <a:pt x="168901" y="162147"/>
                    </a:cubicBezTo>
                    <a:cubicBezTo>
                      <a:pt x="168277" y="167223"/>
                      <a:pt x="169702" y="174703"/>
                      <a:pt x="168901" y="177375"/>
                    </a:cubicBezTo>
                    <a:cubicBezTo>
                      <a:pt x="168099" y="180047"/>
                      <a:pt x="158392" y="188685"/>
                      <a:pt x="157323" y="196789"/>
                    </a:cubicBezTo>
                    <a:cubicBezTo>
                      <a:pt x="156255" y="204893"/>
                      <a:pt x="152514" y="278008"/>
                      <a:pt x="152514" y="278008"/>
                    </a:cubicBezTo>
                    <a:cubicBezTo>
                      <a:pt x="152514" y="278008"/>
                      <a:pt x="152514" y="294127"/>
                      <a:pt x="145924" y="295374"/>
                    </a:cubicBezTo>
                    <a:cubicBezTo>
                      <a:pt x="140147" y="296814"/>
                      <a:pt x="134035" y="295918"/>
                      <a:pt x="128915" y="292880"/>
                    </a:cubicBezTo>
                    <a:cubicBezTo>
                      <a:pt x="125174" y="289942"/>
                      <a:pt x="111549" y="279611"/>
                      <a:pt x="111103" y="270527"/>
                    </a:cubicBezTo>
                    <a:cubicBezTo>
                      <a:pt x="110023" y="265440"/>
                      <a:pt x="110299" y="260157"/>
                      <a:pt x="111905" y="255210"/>
                    </a:cubicBezTo>
                    <a:cubicBezTo>
                      <a:pt x="114085" y="246271"/>
                      <a:pt x="114866" y="237048"/>
                      <a:pt x="114220" y="227870"/>
                    </a:cubicBezTo>
                    <a:cubicBezTo>
                      <a:pt x="112528" y="226890"/>
                      <a:pt x="108610" y="228939"/>
                      <a:pt x="105315" y="233302"/>
                    </a:cubicBezTo>
                    <a:cubicBezTo>
                      <a:pt x="99638" y="239185"/>
                      <a:pt x="93268" y="244359"/>
                      <a:pt x="86346" y="248709"/>
                    </a:cubicBezTo>
                    <a:cubicBezTo>
                      <a:pt x="79132" y="253429"/>
                      <a:pt x="66130" y="264383"/>
                      <a:pt x="60164" y="268568"/>
                    </a:cubicBezTo>
                    <a:cubicBezTo>
                      <a:pt x="54197" y="272754"/>
                      <a:pt x="48319" y="279255"/>
                      <a:pt x="42352" y="280502"/>
                    </a:cubicBezTo>
                    <a:cubicBezTo>
                      <a:pt x="36386" y="281749"/>
                      <a:pt x="34337" y="281927"/>
                      <a:pt x="30241" y="278810"/>
                    </a:cubicBezTo>
                    <a:cubicBezTo>
                      <a:pt x="22236" y="272004"/>
                      <a:pt x="14652" y="264718"/>
                      <a:pt x="7532" y="256991"/>
                    </a:cubicBezTo>
                    <a:cubicBezTo>
                      <a:pt x="4358" y="253912"/>
                      <a:pt x="2371" y="249813"/>
                      <a:pt x="1921" y="245414"/>
                    </a:cubicBezTo>
                    <a:cubicBezTo>
                      <a:pt x="2366" y="243187"/>
                      <a:pt x="-573" y="238022"/>
                      <a:pt x="-305" y="235351"/>
                    </a:cubicBezTo>
                    <a:cubicBezTo>
                      <a:pt x="-38" y="232679"/>
                      <a:pt x="1298" y="229562"/>
                      <a:pt x="2990" y="230809"/>
                    </a:cubicBezTo>
                    <a:cubicBezTo>
                      <a:pt x="4682" y="232055"/>
                      <a:pt x="11450" y="239714"/>
                      <a:pt x="14122" y="238200"/>
                    </a:cubicBezTo>
                    <a:cubicBezTo>
                      <a:pt x="16793" y="236686"/>
                      <a:pt x="47161" y="222972"/>
                      <a:pt x="48586" y="217628"/>
                    </a:cubicBezTo>
                    <a:cubicBezTo>
                      <a:pt x="50011" y="212285"/>
                      <a:pt x="49388" y="210593"/>
                      <a:pt x="47785" y="210326"/>
                    </a:cubicBezTo>
                    <a:cubicBezTo>
                      <a:pt x="46182" y="210059"/>
                      <a:pt x="42352" y="210326"/>
                      <a:pt x="23205" y="192515"/>
                    </a:cubicBezTo>
                    <a:cubicBezTo>
                      <a:pt x="20808" y="185215"/>
                      <a:pt x="21550" y="177249"/>
                      <a:pt x="25254" y="170518"/>
                    </a:cubicBezTo>
                    <a:cubicBezTo>
                      <a:pt x="27666" y="165524"/>
                      <a:pt x="29748" y="160377"/>
                      <a:pt x="31488" y="155111"/>
                    </a:cubicBezTo>
                    <a:cubicBezTo>
                      <a:pt x="31488" y="153241"/>
                      <a:pt x="43777" y="111207"/>
                      <a:pt x="45024" y="103726"/>
                    </a:cubicBezTo>
                    <a:cubicBezTo>
                      <a:pt x="46271" y="96245"/>
                      <a:pt x="51614" y="79325"/>
                      <a:pt x="53930" y="71488"/>
                    </a:cubicBezTo>
                    <a:cubicBezTo>
                      <a:pt x="56245" y="63651"/>
                      <a:pt x="55622" y="49046"/>
                      <a:pt x="62835" y="49046"/>
                    </a:cubicBezTo>
                    <a:cubicBezTo>
                      <a:pt x="70049" y="49046"/>
                      <a:pt x="83585" y="46998"/>
                      <a:pt x="92224" y="52430"/>
                    </a:cubicBezTo>
                    <a:cubicBezTo>
                      <a:pt x="100244" y="56139"/>
                      <a:pt x="105911" y="63574"/>
                      <a:pt x="107363" y="72290"/>
                    </a:cubicBezTo>
                    <a:cubicBezTo>
                      <a:pt x="108432" y="81195"/>
                      <a:pt x="103267" y="95177"/>
                      <a:pt x="105760" y="98472"/>
                    </a:cubicBezTo>
                    <a:cubicBezTo>
                      <a:pt x="108254" y="101767"/>
                      <a:pt x="122681" y="113522"/>
                      <a:pt x="124729" y="116283"/>
                    </a:cubicBezTo>
                    <a:cubicBezTo>
                      <a:pt x="126777" y="119044"/>
                      <a:pt x="125976" y="116283"/>
                      <a:pt x="126332" y="113344"/>
                    </a:cubicBezTo>
                    <a:cubicBezTo>
                      <a:pt x="126688" y="110406"/>
                      <a:pt x="125709" y="57061"/>
                      <a:pt x="125530" y="51718"/>
                    </a:cubicBezTo>
                    <a:cubicBezTo>
                      <a:pt x="125352" y="46374"/>
                      <a:pt x="123304" y="34530"/>
                      <a:pt x="120633" y="34975"/>
                    </a:cubicBezTo>
                    <a:cubicBezTo>
                      <a:pt x="116598" y="36460"/>
                      <a:pt x="112720" y="38339"/>
                      <a:pt x="109055" y="40586"/>
                    </a:cubicBezTo>
                    <a:cubicBezTo>
                      <a:pt x="103418" y="42221"/>
                      <a:pt x="97394" y="41907"/>
                      <a:pt x="91957" y="39695"/>
                    </a:cubicBezTo>
                    <a:cubicBezTo>
                      <a:pt x="83747" y="37960"/>
                      <a:pt x="75947" y="34665"/>
                      <a:pt x="68980" y="29988"/>
                    </a:cubicBezTo>
                    <a:cubicBezTo>
                      <a:pt x="62924" y="25713"/>
                      <a:pt x="58561" y="20904"/>
                      <a:pt x="59807" y="15116"/>
                    </a:cubicBezTo>
                    <a:close/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631F8530-CB83-41CE-98C7-0F028A2C4598}"/>
                </a:ext>
              </a:extLst>
            </p:cNvPr>
            <p:cNvGrpSpPr/>
            <p:nvPr/>
          </p:nvGrpSpPr>
          <p:grpSpPr>
            <a:xfrm>
              <a:off x="650975" y="5882279"/>
              <a:ext cx="322203" cy="410101"/>
              <a:chOff x="650975" y="5882279"/>
              <a:chExt cx="371984" cy="473462"/>
            </a:xfrm>
            <a:grpFill/>
          </p:grpSpPr>
          <p:sp>
            <p:nvSpPr>
              <p:cNvPr id="196" name="任意多边形: 形状 195">
                <a:extLst>
                  <a:ext uri="{FF2B5EF4-FFF2-40B4-BE49-F238E27FC236}">
                    <a16:creationId xmlns:a16="http://schemas.microsoft.com/office/drawing/2014/main" id="{EAC3BDD2-FC8E-462B-AA73-DCE5A7A7B49C}"/>
                  </a:ext>
                </a:extLst>
              </p:cNvPr>
              <p:cNvSpPr/>
              <p:nvPr/>
            </p:nvSpPr>
            <p:spPr>
              <a:xfrm>
                <a:off x="650975" y="5915544"/>
                <a:ext cx="160776" cy="414061"/>
              </a:xfrm>
              <a:custGeom>
                <a:avLst/>
                <a:gdLst>
                  <a:gd name="connsiteX0" fmla="*/ 76176 w 160776"/>
                  <a:gd name="connsiteY0" fmla="*/ 119205 h 414061"/>
                  <a:gd name="connsiteX1" fmla="*/ 58365 w 160776"/>
                  <a:gd name="connsiteY1" fmla="*/ 66662 h 414061"/>
                  <a:gd name="connsiteX2" fmla="*/ 106188 w 160776"/>
                  <a:gd name="connsiteY2" fmla="*/ 7886 h 414061"/>
                  <a:gd name="connsiteX3" fmla="*/ 158642 w 160776"/>
                  <a:gd name="connsiteY3" fmla="*/ 27389 h 414061"/>
                  <a:gd name="connsiteX4" fmla="*/ 136289 w 160776"/>
                  <a:gd name="connsiteY4" fmla="*/ 36739 h 414061"/>
                  <a:gd name="connsiteX5" fmla="*/ 106366 w 160776"/>
                  <a:gd name="connsiteY5" fmla="*/ 82514 h 414061"/>
                  <a:gd name="connsiteX6" fmla="*/ 136022 w 160776"/>
                  <a:gd name="connsiteY6" fmla="*/ 114663 h 414061"/>
                  <a:gd name="connsiteX7" fmla="*/ 129432 w 160776"/>
                  <a:gd name="connsiteY7" fmla="*/ 185106 h 414061"/>
                  <a:gd name="connsiteX8" fmla="*/ 92473 w 160776"/>
                  <a:gd name="connsiteY8" fmla="*/ 243438 h 414061"/>
                  <a:gd name="connsiteX9" fmla="*/ 92473 w 160776"/>
                  <a:gd name="connsiteY9" fmla="*/ 301858 h 414061"/>
                  <a:gd name="connsiteX10" fmla="*/ 79828 w 160776"/>
                  <a:gd name="connsiteY10" fmla="*/ 384769 h 414061"/>
                  <a:gd name="connsiteX11" fmla="*/ 73238 w 160776"/>
                  <a:gd name="connsiteY11" fmla="*/ 413623 h 414061"/>
                  <a:gd name="connsiteX12" fmla="*/ 55426 w 160776"/>
                  <a:gd name="connsiteY12" fmla="*/ 410952 h 414061"/>
                  <a:gd name="connsiteX13" fmla="*/ 41445 w 160776"/>
                  <a:gd name="connsiteY13" fmla="*/ 391181 h 414061"/>
                  <a:gd name="connsiteX14" fmla="*/ 49014 w 160776"/>
                  <a:gd name="connsiteY14" fmla="*/ 347366 h 414061"/>
                  <a:gd name="connsiteX15" fmla="*/ 56940 w 160776"/>
                  <a:gd name="connsiteY15" fmla="*/ 309962 h 414061"/>
                  <a:gd name="connsiteX16" fmla="*/ 40376 w 160776"/>
                  <a:gd name="connsiteY16" fmla="*/ 319402 h 414061"/>
                  <a:gd name="connsiteX17" fmla="*/ 15084 w 160776"/>
                  <a:gd name="connsiteY17" fmla="*/ 302749 h 414061"/>
                  <a:gd name="connsiteX18" fmla="*/ 2616 w 160776"/>
                  <a:gd name="connsiteY18" fmla="*/ 282889 h 414061"/>
                  <a:gd name="connsiteX19" fmla="*/ -323 w 160776"/>
                  <a:gd name="connsiteY19" fmla="*/ 263030 h 414061"/>
                  <a:gd name="connsiteX20" fmla="*/ 23099 w 160776"/>
                  <a:gd name="connsiteY20" fmla="*/ 225983 h 414061"/>
                  <a:gd name="connsiteX21" fmla="*/ 66291 w 160776"/>
                  <a:gd name="connsiteY21" fmla="*/ 152779 h 414061"/>
                  <a:gd name="connsiteX22" fmla="*/ 76800 w 160776"/>
                  <a:gd name="connsiteY22" fmla="*/ 119205 h 414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0776" h="414061">
                    <a:moveTo>
                      <a:pt x="76176" y="119205"/>
                    </a:moveTo>
                    <a:cubicBezTo>
                      <a:pt x="57386" y="97297"/>
                      <a:pt x="50974" y="81980"/>
                      <a:pt x="58365" y="66662"/>
                    </a:cubicBezTo>
                    <a:cubicBezTo>
                      <a:pt x="69323" y="43494"/>
                      <a:pt x="85732" y="23326"/>
                      <a:pt x="106188" y="7886"/>
                    </a:cubicBezTo>
                    <a:cubicBezTo>
                      <a:pt x="136111" y="-13933"/>
                      <a:pt x="168527" y="12338"/>
                      <a:pt x="158642" y="27389"/>
                    </a:cubicBezTo>
                    <a:cubicBezTo>
                      <a:pt x="153031" y="33444"/>
                      <a:pt x="143324" y="32109"/>
                      <a:pt x="136289" y="36739"/>
                    </a:cubicBezTo>
                    <a:cubicBezTo>
                      <a:pt x="122129" y="46090"/>
                      <a:pt x="104229" y="69512"/>
                      <a:pt x="106366" y="82514"/>
                    </a:cubicBezTo>
                    <a:cubicBezTo>
                      <a:pt x="110374" y="90707"/>
                      <a:pt x="124712" y="100325"/>
                      <a:pt x="136022" y="114663"/>
                    </a:cubicBezTo>
                    <a:cubicBezTo>
                      <a:pt x="151339" y="133810"/>
                      <a:pt x="157929" y="160616"/>
                      <a:pt x="129432" y="185106"/>
                    </a:cubicBezTo>
                    <a:cubicBezTo>
                      <a:pt x="109661" y="225538"/>
                      <a:pt x="90069" y="237471"/>
                      <a:pt x="92473" y="243438"/>
                    </a:cubicBezTo>
                    <a:cubicBezTo>
                      <a:pt x="111799" y="253857"/>
                      <a:pt x="97550" y="275320"/>
                      <a:pt x="92473" y="301858"/>
                    </a:cubicBezTo>
                    <a:cubicBezTo>
                      <a:pt x="85705" y="335967"/>
                      <a:pt x="79828" y="384591"/>
                      <a:pt x="79828" y="384769"/>
                    </a:cubicBezTo>
                    <a:cubicBezTo>
                      <a:pt x="78581" y="398573"/>
                      <a:pt x="78937" y="410506"/>
                      <a:pt x="73238" y="413623"/>
                    </a:cubicBezTo>
                    <a:cubicBezTo>
                      <a:pt x="67004" y="412109"/>
                      <a:pt x="62640" y="412732"/>
                      <a:pt x="55426" y="410952"/>
                    </a:cubicBezTo>
                    <a:cubicBezTo>
                      <a:pt x="49460" y="405786"/>
                      <a:pt x="49460" y="401512"/>
                      <a:pt x="41445" y="391181"/>
                    </a:cubicBezTo>
                    <a:cubicBezTo>
                      <a:pt x="45096" y="370876"/>
                      <a:pt x="48124" y="357162"/>
                      <a:pt x="49014" y="347366"/>
                    </a:cubicBezTo>
                    <a:cubicBezTo>
                      <a:pt x="50617" y="329555"/>
                      <a:pt x="57920" y="308894"/>
                      <a:pt x="56940" y="309962"/>
                    </a:cubicBezTo>
                    <a:cubicBezTo>
                      <a:pt x="51580" y="313384"/>
                      <a:pt x="46052" y="316535"/>
                      <a:pt x="40376" y="319402"/>
                    </a:cubicBezTo>
                    <a:cubicBezTo>
                      <a:pt x="33340" y="319402"/>
                      <a:pt x="22565" y="310497"/>
                      <a:pt x="15084" y="302749"/>
                    </a:cubicBezTo>
                    <a:cubicBezTo>
                      <a:pt x="11433" y="295624"/>
                      <a:pt x="3952" y="292240"/>
                      <a:pt x="2616" y="282889"/>
                    </a:cubicBezTo>
                    <a:cubicBezTo>
                      <a:pt x="568" y="275409"/>
                      <a:pt x="1904" y="270867"/>
                      <a:pt x="-323" y="263030"/>
                    </a:cubicBezTo>
                    <a:cubicBezTo>
                      <a:pt x="7781" y="249316"/>
                      <a:pt x="17489" y="235690"/>
                      <a:pt x="23099" y="225983"/>
                    </a:cubicBezTo>
                    <a:cubicBezTo>
                      <a:pt x="32005" y="209508"/>
                      <a:pt x="67093" y="162308"/>
                      <a:pt x="66291" y="152779"/>
                    </a:cubicBezTo>
                    <a:cubicBezTo>
                      <a:pt x="68518" y="142003"/>
                      <a:pt x="76800" y="128022"/>
                      <a:pt x="76800" y="119205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" name="任意多边形: 形状 196">
                <a:extLst>
                  <a:ext uri="{FF2B5EF4-FFF2-40B4-BE49-F238E27FC236}">
                    <a16:creationId xmlns:a16="http://schemas.microsoft.com/office/drawing/2014/main" id="{6075164C-D1E0-4E06-AD92-3E11A61478C0}"/>
                  </a:ext>
                </a:extLst>
              </p:cNvPr>
              <p:cNvSpPr/>
              <p:nvPr/>
            </p:nvSpPr>
            <p:spPr>
              <a:xfrm>
                <a:off x="754099" y="6231199"/>
                <a:ext cx="44150" cy="124542"/>
              </a:xfrm>
              <a:custGeom>
                <a:avLst/>
                <a:gdLst>
                  <a:gd name="connsiteX0" fmla="*/ 28979 w 44150"/>
                  <a:gd name="connsiteY0" fmla="*/ -438 h 124542"/>
                  <a:gd name="connsiteX1" fmla="*/ 43763 w 44150"/>
                  <a:gd name="connsiteY1" fmla="*/ 16749 h 124542"/>
                  <a:gd name="connsiteX2" fmla="*/ 34323 w 44150"/>
                  <a:gd name="connsiteY2" fmla="*/ 66888 h 124542"/>
                  <a:gd name="connsiteX3" fmla="*/ 26397 w 44150"/>
                  <a:gd name="connsiteY3" fmla="*/ 121835 h 124542"/>
                  <a:gd name="connsiteX4" fmla="*/ 15087 w 44150"/>
                  <a:gd name="connsiteY4" fmla="*/ 118451 h 124542"/>
                  <a:gd name="connsiteX5" fmla="*/ 125 w 44150"/>
                  <a:gd name="connsiteY5" fmla="*/ 112306 h 124542"/>
                  <a:gd name="connsiteX6" fmla="*/ 8497 w 44150"/>
                  <a:gd name="connsiteY6" fmla="*/ 64127 h 124542"/>
                  <a:gd name="connsiteX7" fmla="*/ 28979 w 44150"/>
                  <a:gd name="connsiteY7" fmla="*/ -438 h 124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150" h="124542">
                    <a:moveTo>
                      <a:pt x="28979" y="-438"/>
                    </a:moveTo>
                    <a:cubicBezTo>
                      <a:pt x="41714" y="11317"/>
                      <a:pt x="44297" y="7755"/>
                      <a:pt x="43763" y="16749"/>
                    </a:cubicBezTo>
                    <a:cubicBezTo>
                      <a:pt x="39738" y="33285"/>
                      <a:pt x="36587" y="50021"/>
                      <a:pt x="34323" y="66888"/>
                    </a:cubicBezTo>
                    <a:cubicBezTo>
                      <a:pt x="30493" y="82829"/>
                      <a:pt x="28089" y="111950"/>
                      <a:pt x="26397" y="121835"/>
                    </a:cubicBezTo>
                    <a:cubicBezTo>
                      <a:pt x="19450" y="126733"/>
                      <a:pt x="21944" y="122815"/>
                      <a:pt x="15087" y="118451"/>
                    </a:cubicBezTo>
                    <a:cubicBezTo>
                      <a:pt x="8229" y="114087"/>
                      <a:pt x="2797" y="114889"/>
                      <a:pt x="125" y="112306"/>
                    </a:cubicBezTo>
                    <a:cubicBezTo>
                      <a:pt x="-2279" y="100016"/>
                      <a:pt x="5647" y="83986"/>
                      <a:pt x="8497" y="64127"/>
                    </a:cubicBezTo>
                    <a:cubicBezTo>
                      <a:pt x="11346" y="44267"/>
                      <a:pt x="21588" y="5528"/>
                      <a:pt x="28979" y="-438"/>
                    </a:cubicBezTo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" name="任意多边形: 形状 197">
                <a:extLst>
                  <a:ext uri="{FF2B5EF4-FFF2-40B4-BE49-F238E27FC236}">
                    <a16:creationId xmlns:a16="http://schemas.microsoft.com/office/drawing/2014/main" id="{ED6F3FA9-9B97-44DC-90AA-A265F229518B}"/>
                  </a:ext>
                </a:extLst>
              </p:cNvPr>
              <p:cNvSpPr/>
              <p:nvPr/>
            </p:nvSpPr>
            <p:spPr>
              <a:xfrm>
                <a:off x="758183" y="5882279"/>
                <a:ext cx="264776" cy="446792"/>
              </a:xfrm>
              <a:custGeom>
                <a:avLst/>
                <a:gdLst>
                  <a:gd name="connsiteX0" fmla="*/ 128467 w 264776"/>
                  <a:gd name="connsiteY0" fmla="*/ 209555 h 446792"/>
                  <a:gd name="connsiteX1" fmla="*/ 129713 w 264776"/>
                  <a:gd name="connsiteY1" fmla="*/ 204835 h 446792"/>
                  <a:gd name="connsiteX2" fmla="*/ 164713 w 264776"/>
                  <a:gd name="connsiteY2" fmla="*/ 204835 h 446792"/>
                  <a:gd name="connsiteX3" fmla="*/ 172549 w 264776"/>
                  <a:gd name="connsiteY3" fmla="*/ 213741 h 446792"/>
                  <a:gd name="connsiteX4" fmla="*/ 130693 w 264776"/>
                  <a:gd name="connsiteY4" fmla="*/ 257022 h 446792"/>
                  <a:gd name="connsiteX5" fmla="*/ 124281 w 264776"/>
                  <a:gd name="connsiteY5" fmla="*/ 254795 h 446792"/>
                  <a:gd name="connsiteX6" fmla="*/ 129446 w 264776"/>
                  <a:gd name="connsiteY6" fmla="*/ 229415 h 446792"/>
                  <a:gd name="connsiteX7" fmla="*/ 128467 w 264776"/>
                  <a:gd name="connsiteY7" fmla="*/ 209555 h 446792"/>
                  <a:gd name="connsiteX8" fmla="*/ 89015 w 264776"/>
                  <a:gd name="connsiteY8" fmla="*/ 231285 h 446792"/>
                  <a:gd name="connsiteX9" fmla="*/ 87768 w 264776"/>
                  <a:gd name="connsiteY9" fmla="*/ 224605 h 446792"/>
                  <a:gd name="connsiteX10" fmla="*/ 113149 w 264776"/>
                  <a:gd name="connsiteY10" fmla="*/ 209377 h 446792"/>
                  <a:gd name="connsiteX11" fmla="*/ 117335 w 264776"/>
                  <a:gd name="connsiteY11" fmla="*/ 212227 h 446792"/>
                  <a:gd name="connsiteX12" fmla="*/ 115643 w 264776"/>
                  <a:gd name="connsiteY12" fmla="*/ 233333 h 446792"/>
                  <a:gd name="connsiteX13" fmla="*/ 92310 w 264776"/>
                  <a:gd name="connsiteY13" fmla="*/ 266105 h 446792"/>
                  <a:gd name="connsiteX14" fmla="*/ 89015 w 264776"/>
                  <a:gd name="connsiteY14" fmla="*/ 231107 h 446792"/>
                  <a:gd name="connsiteX15" fmla="*/ 54194 w 264776"/>
                  <a:gd name="connsiteY15" fmla="*/ 243574 h 446792"/>
                  <a:gd name="connsiteX16" fmla="*/ 61853 w 264776"/>
                  <a:gd name="connsiteY16" fmla="*/ 240547 h 446792"/>
                  <a:gd name="connsiteX17" fmla="*/ 74232 w 264776"/>
                  <a:gd name="connsiteY17" fmla="*/ 233333 h 446792"/>
                  <a:gd name="connsiteX18" fmla="*/ 77527 w 264776"/>
                  <a:gd name="connsiteY18" fmla="*/ 237430 h 446792"/>
                  <a:gd name="connsiteX19" fmla="*/ 81178 w 264776"/>
                  <a:gd name="connsiteY19" fmla="*/ 268332 h 446792"/>
                  <a:gd name="connsiteX20" fmla="*/ 78328 w 264776"/>
                  <a:gd name="connsiteY20" fmla="*/ 272072 h 446792"/>
                  <a:gd name="connsiteX21" fmla="*/ 67553 w 264776"/>
                  <a:gd name="connsiteY21" fmla="*/ 273497 h 446792"/>
                  <a:gd name="connsiteX22" fmla="*/ 56242 w 264776"/>
                  <a:gd name="connsiteY22" fmla="*/ 255686 h 446792"/>
                  <a:gd name="connsiteX23" fmla="*/ 54194 w 264776"/>
                  <a:gd name="connsiteY23" fmla="*/ 243396 h 446792"/>
                  <a:gd name="connsiteX24" fmla="*/ 38609 w 264776"/>
                  <a:gd name="connsiteY24" fmla="*/ 127802 h 446792"/>
                  <a:gd name="connsiteX25" fmla="*/ 59003 w 264776"/>
                  <a:gd name="connsiteY25" fmla="*/ 150422 h 446792"/>
                  <a:gd name="connsiteX26" fmla="*/ 84918 w 264776"/>
                  <a:gd name="connsiteY26" fmla="*/ 149175 h 446792"/>
                  <a:gd name="connsiteX27" fmla="*/ 69244 w 264776"/>
                  <a:gd name="connsiteY27" fmla="*/ 186045 h 446792"/>
                  <a:gd name="connsiteX28" fmla="*/ 75746 w 264776"/>
                  <a:gd name="connsiteY28" fmla="*/ 199670 h 446792"/>
                  <a:gd name="connsiteX29" fmla="*/ 50009 w 264776"/>
                  <a:gd name="connsiteY29" fmla="*/ 217481 h 446792"/>
                  <a:gd name="connsiteX30" fmla="*/ 29170 w 264776"/>
                  <a:gd name="connsiteY30" fmla="*/ 210980 h 446792"/>
                  <a:gd name="connsiteX31" fmla="*/ 40123 w 264776"/>
                  <a:gd name="connsiteY31" fmla="*/ 269400 h 446792"/>
                  <a:gd name="connsiteX32" fmla="*/ 23648 w 264776"/>
                  <a:gd name="connsiteY32" fmla="*/ 280354 h 446792"/>
                  <a:gd name="connsiteX33" fmla="*/ 3699 w 264776"/>
                  <a:gd name="connsiteY33" fmla="*/ 274833 h 446792"/>
                  <a:gd name="connsiteX34" fmla="*/ 850 w 264776"/>
                  <a:gd name="connsiteY34" fmla="*/ 299145 h 446792"/>
                  <a:gd name="connsiteX35" fmla="*/ 98811 w 264776"/>
                  <a:gd name="connsiteY35" fmla="*/ 312325 h 446792"/>
                  <a:gd name="connsiteX36" fmla="*/ 145654 w 264776"/>
                  <a:gd name="connsiteY36" fmla="*/ 366827 h 446792"/>
                  <a:gd name="connsiteX37" fmla="*/ 167028 w 264776"/>
                  <a:gd name="connsiteY37" fmla="*/ 406813 h 446792"/>
                  <a:gd name="connsiteX38" fmla="*/ 67285 w 264776"/>
                  <a:gd name="connsiteY38" fmla="*/ 354092 h 446792"/>
                  <a:gd name="connsiteX39" fmla="*/ 46090 w 264776"/>
                  <a:gd name="connsiteY39" fmla="*/ 358011 h 446792"/>
                  <a:gd name="connsiteX40" fmla="*/ 212090 w 264776"/>
                  <a:gd name="connsiteY40" fmla="*/ 446354 h 446792"/>
                  <a:gd name="connsiteX41" fmla="*/ 221530 w 264776"/>
                  <a:gd name="connsiteY41" fmla="*/ 430324 h 446792"/>
                  <a:gd name="connsiteX42" fmla="*/ 201938 w 264776"/>
                  <a:gd name="connsiteY42" fmla="*/ 393455 h 446792"/>
                  <a:gd name="connsiteX43" fmla="*/ 172015 w 264776"/>
                  <a:gd name="connsiteY43" fmla="*/ 357833 h 446792"/>
                  <a:gd name="connsiteX44" fmla="*/ 210042 w 264776"/>
                  <a:gd name="connsiteY44" fmla="*/ 346701 h 446792"/>
                  <a:gd name="connsiteX45" fmla="*/ 256796 w 264776"/>
                  <a:gd name="connsiteY45" fmla="*/ 354271 h 446792"/>
                  <a:gd name="connsiteX46" fmla="*/ 264010 w 264776"/>
                  <a:gd name="connsiteY46" fmla="*/ 333521 h 446792"/>
                  <a:gd name="connsiteX47" fmla="*/ 253590 w 264776"/>
                  <a:gd name="connsiteY47" fmla="*/ 321943 h 446792"/>
                  <a:gd name="connsiteX48" fmla="*/ 203897 w 264776"/>
                  <a:gd name="connsiteY48" fmla="*/ 318025 h 446792"/>
                  <a:gd name="connsiteX49" fmla="*/ 134879 w 264776"/>
                  <a:gd name="connsiteY49" fmla="*/ 340111 h 446792"/>
                  <a:gd name="connsiteX50" fmla="*/ 149929 w 264776"/>
                  <a:gd name="connsiteY50" fmla="*/ 303064 h 446792"/>
                  <a:gd name="connsiteX51" fmla="*/ 212981 w 264776"/>
                  <a:gd name="connsiteY51" fmla="*/ 293446 h 446792"/>
                  <a:gd name="connsiteX52" fmla="*/ 205650 w 264776"/>
                  <a:gd name="connsiteY52" fmla="*/ 257537 h 446792"/>
                  <a:gd name="connsiteX53" fmla="*/ 189915 w 264776"/>
                  <a:gd name="connsiteY53" fmla="*/ 253281 h 446792"/>
                  <a:gd name="connsiteX54" fmla="*/ 208261 w 264776"/>
                  <a:gd name="connsiteY54" fmla="*/ 237519 h 446792"/>
                  <a:gd name="connsiteX55" fmla="*/ 199801 w 264776"/>
                  <a:gd name="connsiteY55" fmla="*/ 192991 h 446792"/>
                  <a:gd name="connsiteX56" fmla="*/ 101839 w 264776"/>
                  <a:gd name="connsiteY56" fmla="*/ 186312 h 446792"/>
                  <a:gd name="connsiteX57" fmla="*/ 121431 w 264776"/>
                  <a:gd name="connsiteY57" fmla="*/ 143030 h 446792"/>
                  <a:gd name="connsiteX58" fmla="*/ 168275 w 264776"/>
                  <a:gd name="connsiteY58" fmla="*/ 134125 h 446792"/>
                  <a:gd name="connsiteX59" fmla="*/ 192765 w 264776"/>
                  <a:gd name="connsiteY59" fmla="*/ 100996 h 446792"/>
                  <a:gd name="connsiteX60" fmla="*/ 167651 w 264776"/>
                  <a:gd name="connsiteY60" fmla="*/ 106429 h 446792"/>
                  <a:gd name="connsiteX61" fmla="*/ 124370 w 264776"/>
                  <a:gd name="connsiteY61" fmla="*/ 115334 h 446792"/>
                  <a:gd name="connsiteX62" fmla="*/ 140489 w 264776"/>
                  <a:gd name="connsiteY62" fmla="*/ 57092 h 446792"/>
                  <a:gd name="connsiteX63" fmla="*/ 161774 w 264776"/>
                  <a:gd name="connsiteY63" fmla="*/ 23607 h 446792"/>
                  <a:gd name="connsiteX64" fmla="*/ 142715 w 264776"/>
                  <a:gd name="connsiteY64" fmla="*/ -438 h 446792"/>
                  <a:gd name="connsiteX65" fmla="*/ 113772 w 264776"/>
                  <a:gd name="connsiteY65" fmla="*/ 61901 h 446792"/>
                  <a:gd name="connsiteX66" fmla="*/ 92488 w 264776"/>
                  <a:gd name="connsiteY66" fmla="*/ 123082 h 446792"/>
                  <a:gd name="connsiteX67" fmla="*/ 58736 w 264776"/>
                  <a:gd name="connsiteY67" fmla="*/ 130919 h 446792"/>
                  <a:gd name="connsiteX68" fmla="*/ 38609 w 264776"/>
                  <a:gd name="connsiteY68" fmla="*/ 127980 h 44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264776" h="446792">
                    <a:moveTo>
                      <a:pt x="128467" y="209555"/>
                    </a:moveTo>
                    <a:cubicBezTo>
                      <a:pt x="128467" y="209555"/>
                      <a:pt x="126151" y="205013"/>
                      <a:pt x="129713" y="204835"/>
                    </a:cubicBezTo>
                    <a:cubicBezTo>
                      <a:pt x="133276" y="204657"/>
                      <a:pt x="160794" y="204212"/>
                      <a:pt x="164713" y="204835"/>
                    </a:cubicBezTo>
                    <a:cubicBezTo>
                      <a:pt x="168631" y="205459"/>
                      <a:pt x="175043" y="207952"/>
                      <a:pt x="172549" y="213741"/>
                    </a:cubicBezTo>
                    <a:cubicBezTo>
                      <a:pt x="170056" y="219529"/>
                      <a:pt x="164713" y="231552"/>
                      <a:pt x="130693" y="257022"/>
                    </a:cubicBezTo>
                    <a:cubicBezTo>
                      <a:pt x="121788" y="259693"/>
                      <a:pt x="123925" y="255953"/>
                      <a:pt x="124281" y="254795"/>
                    </a:cubicBezTo>
                    <a:cubicBezTo>
                      <a:pt x="124637" y="253638"/>
                      <a:pt x="128645" y="233511"/>
                      <a:pt x="129446" y="229415"/>
                    </a:cubicBezTo>
                    <a:cubicBezTo>
                      <a:pt x="130248" y="225318"/>
                      <a:pt x="131495" y="208932"/>
                      <a:pt x="128467" y="209555"/>
                    </a:cubicBezTo>
                    <a:moveTo>
                      <a:pt x="89015" y="231285"/>
                    </a:moveTo>
                    <a:cubicBezTo>
                      <a:pt x="89015" y="231285"/>
                      <a:pt x="84918" y="226476"/>
                      <a:pt x="87768" y="224605"/>
                    </a:cubicBezTo>
                    <a:cubicBezTo>
                      <a:pt x="95905" y="219009"/>
                      <a:pt x="104382" y="213923"/>
                      <a:pt x="113149" y="209377"/>
                    </a:cubicBezTo>
                    <a:cubicBezTo>
                      <a:pt x="114841" y="209822"/>
                      <a:pt x="117513" y="208308"/>
                      <a:pt x="117335" y="212227"/>
                    </a:cubicBezTo>
                    <a:cubicBezTo>
                      <a:pt x="117305" y="219295"/>
                      <a:pt x="116739" y="226350"/>
                      <a:pt x="115643" y="233333"/>
                    </a:cubicBezTo>
                    <a:cubicBezTo>
                      <a:pt x="114218" y="238231"/>
                      <a:pt x="108429" y="266105"/>
                      <a:pt x="92310" y="266105"/>
                    </a:cubicBezTo>
                    <a:cubicBezTo>
                      <a:pt x="90084" y="254795"/>
                      <a:pt x="91687" y="231463"/>
                      <a:pt x="89015" y="231107"/>
                    </a:cubicBezTo>
                    <a:close/>
                    <a:moveTo>
                      <a:pt x="54194" y="243574"/>
                    </a:moveTo>
                    <a:cubicBezTo>
                      <a:pt x="56874" y="242921"/>
                      <a:pt x="59451" y="241902"/>
                      <a:pt x="61853" y="240547"/>
                    </a:cubicBezTo>
                    <a:cubicBezTo>
                      <a:pt x="65683" y="237665"/>
                      <a:pt x="69837" y="235244"/>
                      <a:pt x="74232" y="233333"/>
                    </a:cubicBezTo>
                    <a:cubicBezTo>
                      <a:pt x="76903" y="233333"/>
                      <a:pt x="77260" y="232086"/>
                      <a:pt x="77527" y="237430"/>
                    </a:cubicBezTo>
                    <a:cubicBezTo>
                      <a:pt x="77794" y="242773"/>
                      <a:pt x="81178" y="268332"/>
                      <a:pt x="81178" y="268332"/>
                    </a:cubicBezTo>
                    <a:cubicBezTo>
                      <a:pt x="81178" y="268332"/>
                      <a:pt x="83048" y="271627"/>
                      <a:pt x="78328" y="272072"/>
                    </a:cubicBezTo>
                    <a:cubicBezTo>
                      <a:pt x="73608" y="272517"/>
                      <a:pt x="68799" y="274744"/>
                      <a:pt x="67553" y="273497"/>
                    </a:cubicBezTo>
                    <a:cubicBezTo>
                      <a:pt x="66306" y="272250"/>
                      <a:pt x="57667" y="257467"/>
                      <a:pt x="56242" y="255686"/>
                    </a:cubicBezTo>
                    <a:cubicBezTo>
                      <a:pt x="54818" y="253905"/>
                      <a:pt x="51879" y="245177"/>
                      <a:pt x="54194" y="243396"/>
                    </a:cubicBezTo>
                    <a:close/>
                    <a:moveTo>
                      <a:pt x="38609" y="127802"/>
                    </a:moveTo>
                    <a:cubicBezTo>
                      <a:pt x="35492" y="138400"/>
                      <a:pt x="46714" y="145613"/>
                      <a:pt x="59003" y="150422"/>
                    </a:cubicBezTo>
                    <a:cubicBezTo>
                      <a:pt x="71293" y="155231"/>
                      <a:pt x="85720" y="145435"/>
                      <a:pt x="84918" y="149175"/>
                    </a:cubicBezTo>
                    <a:cubicBezTo>
                      <a:pt x="81340" y="162102"/>
                      <a:pt x="76070" y="174499"/>
                      <a:pt x="69244" y="186045"/>
                    </a:cubicBezTo>
                    <a:cubicBezTo>
                      <a:pt x="73341" y="192367"/>
                      <a:pt x="77349" y="195662"/>
                      <a:pt x="75746" y="199670"/>
                    </a:cubicBezTo>
                    <a:cubicBezTo>
                      <a:pt x="72718" y="207329"/>
                      <a:pt x="59181" y="211247"/>
                      <a:pt x="50009" y="217481"/>
                    </a:cubicBezTo>
                    <a:cubicBezTo>
                      <a:pt x="44042" y="218104"/>
                      <a:pt x="34780" y="205280"/>
                      <a:pt x="29170" y="210980"/>
                    </a:cubicBezTo>
                    <a:cubicBezTo>
                      <a:pt x="12427" y="227099"/>
                      <a:pt x="33355" y="262632"/>
                      <a:pt x="40123" y="269400"/>
                    </a:cubicBezTo>
                    <a:cubicBezTo>
                      <a:pt x="56599" y="280889"/>
                      <a:pt x="29882" y="280800"/>
                      <a:pt x="23648" y="280354"/>
                    </a:cubicBezTo>
                    <a:cubicBezTo>
                      <a:pt x="12249" y="279642"/>
                      <a:pt x="9844" y="271449"/>
                      <a:pt x="3699" y="274833"/>
                    </a:cubicBezTo>
                    <a:cubicBezTo>
                      <a:pt x="1829" y="275812"/>
                      <a:pt x="-2356" y="282937"/>
                      <a:pt x="850" y="299145"/>
                    </a:cubicBezTo>
                    <a:cubicBezTo>
                      <a:pt x="16791" y="353202"/>
                      <a:pt x="53036" y="318648"/>
                      <a:pt x="98811" y="312325"/>
                    </a:cubicBezTo>
                    <a:cubicBezTo>
                      <a:pt x="106114" y="316244"/>
                      <a:pt x="77438" y="379829"/>
                      <a:pt x="145654" y="366827"/>
                    </a:cubicBezTo>
                    <a:cubicBezTo>
                      <a:pt x="149929" y="369232"/>
                      <a:pt x="170946" y="400223"/>
                      <a:pt x="167028" y="406813"/>
                    </a:cubicBezTo>
                    <a:cubicBezTo>
                      <a:pt x="163109" y="413404"/>
                      <a:pt x="83494" y="389448"/>
                      <a:pt x="67285" y="354092"/>
                    </a:cubicBezTo>
                    <a:cubicBezTo>
                      <a:pt x="58380" y="347413"/>
                      <a:pt x="42795" y="341446"/>
                      <a:pt x="46090" y="358011"/>
                    </a:cubicBezTo>
                    <a:cubicBezTo>
                      <a:pt x="46090" y="396216"/>
                      <a:pt x="163020" y="444038"/>
                      <a:pt x="212090" y="446354"/>
                    </a:cubicBezTo>
                    <a:cubicBezTo>
                      <a:pt x="219393" y="446354"/>
                      <a:pt x="221441" y="439764"/>
                      <a:pt x="221530" y="430324"/>
                    </a:cubicBezTo>
                    <a:cubicBezTo>
                      <a:pt x="221530" y="423289"/>
                      <a:pt x="210309" y="409129"/>
                      <a:pt x="201938" y="393455"/>
                    </a:cubicBezTo>
                    <a:cubicBezTo>
                      <a:pt x="193689" y="380232"/>
                      <a:pt x="183615" y="368240"/>
                      <a:pt x="172015" y="357833"/>
                    </a:cubicBezTo>
                    <a:cubicBezTo>
                      <a:pt x="172460" y="354894"/>
                      <a:pt x="190717" y="351421"/>
                      <a:pt x="210042" y="346701"/>
                    </a:cubicBezTo>
                    <a:cubicBezTo>
                      <a:pt x="229456" y="346701"/>
                      <a:pt x="239163" y="358189"/>
                      <a:pt x="256796" y="354271"/>
                    </a:cubicBezTo>
                    <a:cubicBezTo>
                      <a:pt x="264188" y="352044"/>
                      <a:pt x="265256" y="342248"/>
                      <a:pt x="264010" y="333521"/>
                    </a:cubicBezTo>
                    <a:cubicBezTo>
                      <a:pt x="263386" y="329335"/>
                      <a:pt x="261160" y="326218"/>
                      <a:pt x="253590" y="321943"/>
                    </a:cubicBezTo>
                    <a:cubicBezTo>
                      <a:pt x="236848" y="312503"/>
                      <a:pt x="213604" y="317312"/>
                      <a:pt x="203897" y="318025"/>
                    </a:cubicBezTo>
                    <a:cubicBezTo>
                      <a:pt x="179751" y="321181"/>
                      <a:pt x="156371" y="328662"/>
                      <a:pt x="134879" y="340111"/>
                    </a:cubicBezTo>
                    <a:cubicBezTo>
                      <a:pt x="119828" y="341179"/>
                      <a:pt x="135502" y="312593"/>
                      <a:pt x="149929" y="303064"/>
                    </a:cubicBezTo>
                    <a:cubicBezTo>
                      <a:pt x="175043" y="298967"/>
                      <a:pt x="202205" y="301015"/>
                      <a:pt x="212981" y="293446"/>
                    </a:cubicBezTo>
                    <a:cubicBezTo>
                      <a:pt x="220872" y="281505"/>
                      <a:pt x="217591" y="265428"/>
                      <a:pt x="205650" y="257537"/>
                    </a:cubicBezTo>
                    <a:cubicBezTo>
                      <a:pt x="200999" y="254463"/>
                      <a:pt x="195481" y="252971"/>
                      <a:pt x="189915" y="253281"/>
                    </a:cubicBezTo>
                    <a:cubicBezTo>
                      <a:pt x="183681" y="253281"/>
                      <a:pt x="194546" y="244376"/>
                      <a:pt x="208261" y="237519"/>
                    </a:cubicBezTo>
                    <a:cubicBezTo>
                      <a:pt x="218057" y="226476"/>
                      <a:pt x="222421" y="208219"/>
                      <a:pt x="199801" y="192991"/>
                    </a:cubicBezTo>
                    <a:cubicBezTo>
                      <a:pt x="166583" y="174556"/>
                      <a:pt x="110745" y="185777"/>
                      <a:pt x="101839" y="186312"/>
                    </a:cubicBezTo>
                    <a:cubicBezTo>
                      <a:pt x="108251" y="166452"/>
                      <a:pt x="115643" y="147572"/>
                      <a:pt x="121431" y="143030"/>
                    </a:cubicBezTo>
                    <a:cubicBezTo>
                      <a:pt x="133276" y="140448"/>
                      <a:pt x="149128" y="137598"/>
                      <a:pt x="168275" y="134125"/>
                    </a:cubicBezTo>
                    <a:cubicBezTo>
                      <a:pt x="187422" y="130652"/>
                      <a:pt x="221708" y="123616"/>
                      <a:pt x="192765" y="100996"/>
                    </a:cubicBezTo>
                    <a:cubicBezTo>
                      <a:pt x="175845" y="93248"/>
                      <a:pt x="171481" y="100996"/>
                      <a:pt x="167651" y="106429"/>
                    </a:cubicBezTo>
                    <a:cubicBezTo>
                      <a:pt x="143784" y="109635"/>
                      <a:pt x="132474" y="116136"/>
                      <a:pt x="124370" y="115334"/>
                    </a:cubicBezTo>
                    <a:cubicBezTo>
                      <a:pt x="126953" y="99037"/>
                      <a:pt x="136749" y="71964"/>
                      <a:pt x="140489" y="57092"/>
                    </a:cubicBezTo>
                    <a:cubicBezTo>
                      <a:pt x="144230" y="42219"/>
                      <a:pt x="157054" y="31444"/>
                      <a:pt x="161774" y="23607"/>
                    </a:cubicBezTo>
                    <a:cubicBezTo>
                      <a:pt x="162614" y="11863"/>
                      <a:pt x="154341" y="1425"/>
                      <a:pt x="142715" y="-438"/>
                    </a:cubicBezTo>
                    <a:cubicBezTo>
                      <a:pt x="128674" y="18004"/>
                      <a:pt x="118799" y="39273"/>
                      <a:pt x="113772" y="61901"/>
                    </a:cubicBezTo>
                    <a:cubicBezTo>
                      <a:pt x="111190" y="71430"/>
                      <a:pt x="97654" y="122013"/>
                      <a:pt x="92488" y="123082"/>
                    </a:cubicBezTo>
                    <a:cubicBezTo>
                      <a:pt x="81458" y="126567"/>
                      <a:pt x="70173" y="129188"/>
                      <a:pt x="58736" y="130919"/>
                    </a:cubicBezTo>
                    <a:cubicBezTo>
                      <a:pt x="52413" y="129850"/>
                      <a:pt x="41726" y="125130"/>
                      <a:pt x="38609" y="127980"/>
                    </a:cubicBezTo>
                    <a:close/>
                  </a:path>
                </a:pathLst>
              </a:custGeom>
              <a:grpFill/>
              <a:ln w="88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2C7B4E47-3080-45CB-87B2-94CA035336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838800" y="350453"/>
            <a:ext cx="1958913" cy="432000"/>
            <a:chOff x="468000" y="514800"/>
            <a:chExt cx="2301723" cy="507600"/>
          </a:xfrm>
        </p:grpSpPr>
        <p:sp>
          <p:nvSpPr>
            <p:cNvPr id="121" name="任意多边形: 形状 120">
              <a:extLst>
                <a:ext uri="{FF2B5EF4-FFF2-40B4-BE49-F238E27FC236}">
                  <a16:creationId xmlns:a16="http://schemas.microsoft.com/office/drawing/2014/main" id="{198744CB-B8BA-4B79-9CC0-CB8DC24A0494}"/>
                </a:ext>
              </a:extLst>
            </p:cNvPr>
            <p:cNvSpPr/>
            <p:nvPr/>
          </p:nvSpPr>
          <p:spPr>
            <a:xfrm>
              <a:off x="1074082" y="585500"/>
              <a:ext cx="1695641" cy="384233"/>
            </a:xfrm>
            <a:custGeom>
              <a:avLst/>
              <a:gdLst>
                <a:gd name="connsiteX0" fmla="*/ 337551 w 1695641"/>
                <a:gd name="connsiteY0" fmla="*/ 383456 h 384233"/>
                <a:gd name="connsiteX1" fmla="*/ 338074 w 1695641"/>
                <a:gd name="connsiteY1" fmla="*/ 383688 h 384233"/>
                <a:gd name="connsiteX2" fmla="*/ 337450 w 1695641"/>
                <a:gd name="connsiteY2" fmla="*/ 383510 h 384233"/>
                <a:gd name="connsiteX3" fmla="*/ 27042 w 1695641"/>
                <a:gd name="connsiteY3" fmla="*/ 352807 h 384233"/>
                <a:gd name="connsiteX4" fmla="*/ 27132 w 1695641"/>
                <a:gd name="connsiteY4" fmla="*/ 370567 h 384233"/>
                <a:gd name="connsiteX5" fmla="*/ 42750 w 1695641"/>
                <a:gd name="connsiteY5" fmla="*/ 370567 h 384233"/>
                <a:gd name="connsiteX6" fmla="*/ 50336 w 1695641"/>
                <a:gd name="connsiteY6" fmla="*/ 368247 h 384233"/>
                <a:gd name="connsiteX7" fmla="*/ 52835 w 1695641"/>
                <a:gd name="connsiteY7" fmla="*/ 361107 h 384233"/>
                <a:gd name="connsiteX8" fmla="*/ 50246 w 1695641"/>
                <a:gd name="connsiteY8" fmla="*/ 354859 h 384233"/>
                <a:gd name="connsiteX9" fmla="*/ 42482 w 1695641"/>
                <a:gd name="connsiteY9" fmla="*/ 352807 h 384233"/>
                <a:gd name="connsiteX10" fmla="*/ 27042 w 1695641"/>
                <a:gd name="connsiteY10" fmla="*/ 326836 h 384233"/>
                <a:gd name="connsiteX11" fmla="*/ 27132 w 1695641"/>
                <a:gd name="connsiteY11" fmla="*/ 341562 h 384233"/>
                <a:gd name="connsiteX12" fmla="*/ 41857 w 1695641"/>
                <a:gd name="connsiteY12" fmla="*/ 341562 h 384233"/>
                <a:gd name="connsiteX13" fmla="*/ 49086 w 1695641"/>
                <a:gd name="connsiteY13" fmla="*/ 339599 h 384233"/>
                <a:gd name="connsiteX14" fmla="*/ 51407 w 1695641"/>
                <a:gd name="connsiteY14" fmla="*/ 333619 h 384233"/>
                <a:gd name="connsiteX15" fmla="*/ 48908 w 1695641"/>
                <a:gd name="connsiteY15" fmla="*/ 328532 h 384233"/>
                <a:gd name="connsiteX16" fmla="*/ 41322 w 1695641"/>
                <a:gd name="connsiteY16" fmla="*/ 326836 h 384233"/>
                <a:gd name="connsiteX17" fmla="*/ 1530352 w 1695641"/>
                <a:gd name="connsiteY17" fmla="*/ 324967 h 384233"/>
                <a:gd name="connsiteX18" fmla="*/ 1519062 w 1695641"/>
                <a:gd name="connsiteY18" fmla="*/ 327682 h 384233"/>
                <a:gd name="connsiteX19" fmla="*/ 1515712 w 1695641"/>
                <a:gd name="connsiteY19" fmla="*/ 331030 h 384233"/>
                <a:gd name="connsiteX20" fmla="*/ 1511249 w 1695641"/>
                <a:gd name="connsiteY20" fmla="*/ 348880 h 384233"/>
                <a:gd name="connsiteX21" fmla="*/ 1515623 w 1695641"/>
                <a:gd name="connsiteY21" fmla="*/ 365838 h 384233"/>
                <a:gd name="connsiteX22" fmla="*/ 1537102 w 1695641"/>
                <a:gd name="connsiteY22" fmla="*/ 368992 h 384233"/>
                <a:gd name="connsiteX23" fmla="*/ 1540255 w 1695641"/>
                <a:gd name="connsiteY23" fmla="*/ 365838 h 384233"/>
                <a:gd name="connsiteX24" fmla="*/ 1540255 w 1695641"/>
                <a:gd name="connsiteY24" fmla="*/ 365838 h 384233"/>
                <a:gd name="connsiteX25" fmla="*/ 1544717 w 1695641"/>
                <a:gd name="connsiteY25" fmla="*/ 348880 h 384233"/>
                <a:gd name="connsiteX26" fmla="*/ 1540255 w 1695641"/>
                <a:gd name="connsiteY26" fmla="*/ 331030 h 384233"/>
                <a:gd name="connsiteX27" fmla="*/ 1530352 w 1695641"/>
                <a:gd name="connsiteY27" fmla="*/ 324967 h 384233"/>
                <a:gd name="connsiteX28" fmla="*/ 1404435 w 1695641"/>
                <a:gd name="connsiteY28" fmla="*/ 324962 h 384233"/>
                <a:gd name="connsiteX29" fmla="*/ 1393086 w 1695641"/>
                <a:gd name="connsiteY29" fmla="*/ 327727 h 384233"/>
                <a:gd name="connsiteX30" fmla="*/ 1389782 w 1695641"/>
                <a:gd name="connsiteY30" fmla="*/ 331031 h 384233"/>
                <a:gd name="connsiteX31" fmla="*/ 1385409 w 1695641"/>
                <a:gd name="connsiteY31" fmla="*/ 348881 h 384233"/>
                <a:gd name="connsiteX32" fmla="*/ 1389782 w 1695641"/>
                <a:gd name="connsiteY32" fmla="*/ 365838 h 384233"/>
                <a:gd name="connsiteX33" fmla="*/ 1411261 w 1695641"/>
                <a:gd name="connsiteY33" fmla="*/ 368991 h 384233"/>
                <a:gd name="connsiteX34" fmla="*/ 1414415 w 1695641"/>
                <a:gd name="connsiteY34" fmla="*/ 365838 h 384233"/>
                <a:gd name="connsiteX35" fmla="*/ 1418788 w 1695641"/>
                <a:gd name="connsiteY35" fmla="*/ 348881 h 384233"/>
                <a:gd name="connsiteX36" fmla="*/ 1414415 w 1695641"/>
                <a:gd name="connsiteY36" fmla="*/ 331031 h 384233"/>
                <a:gd name="connsiteX37" fmla="*/ 1404435 w 1695641"/>
                <a:gd name="connsiteY37" fmla="*/ 324962 h 384233"/>
                <a:gd name="connsiteX38" fmla="*/ 939002 w 1695641"/>
                <a:gd name="connsiteY38" fmla="*/ 324962 h 384233"/>
                <a:gd name="connsiteX39" fmla="*/ 927653 w 1695641"/>
                <a:gd name="connsiteY39" fmla="*/ 327727 h 384233"/>
                <a:gd name="connsiteX40" fmla="*/ 924349 w 1695641"/>
                <a:gd name="connsiteY40" fmla="*/ 331031 h 384233"/>
                <a:gd name="connsiteX41" fmla="*/ 919976 w 1695641"/>
                <a:gd name="connsiteY41" fmla="*/ 348881 h 384233"/>
                <a:gd name="connsiteX42" fmla="*/ 924349 w 1695641"/>
                <a:gd name="connsiteY42" fmla="*/ 365838 h 384233"/>
                <a:gd name="connsiteX43" fmla="*/ 945828 w 1695641"/>
                <a:gd name="connsiteY43" fmla="*/ 368991 h 384233"/>
                <a:gd name="connsiteX44" fmla="*/ 948982 w 1695641"/>
                <a:gd name="connsiteY44" fmla="*/ 365838 h 384233"/>
                <a:gd name="connsiteX45" fmla="*/ 953355 w 1695641"/>
                <a:gd name="connsiteY45" fmla="*/ 348881 h 384233"/>
                <a:gd name="connsiteX46" fmla="*/ 948982 w 1695641"/>
                <a:gd name="connsiteY46" fmla="*/ 331031 h 384233"/>
                <a:gd name="connsiteX47" fmla="*/ 939002 w 1695641"/>
                <a:gd name="connsiteY47" fmla="*/ 324962 h 384233"/>
                <a:gd name="connsiteX48" fmla="*/ 1636450 w 1695641"/>
                <a:gd name="connsiteY48" fmla="*/ 315451 h 384233"/>
                <a:gd name="connsiteX49" fmla="*/ 1644036 w 1695641"/>
                <a:gd name="connsiteY49" fmla="*/ 315451 h 384233"/>
                <a:gd name="connsiteX50" fmla="*/ 1651712 w 1695641"/>
                <a:gd name="connsiteY50" fmla="*/ 315451 h 384233"/>
                <a:gd name="connsiteX51" fmla="*/ 1664518 w 1695641"/>
                <a:gd name="connsiteY51" fmla="*/ 344353 h 384233"/>
                <a:gd name="connsiteX52" fmla="*/ 1664475 w 1695641"/>
                <a:gd name="connsiteY52" fmla="*/ 344457 h 384233"/>
                <a:gd name="connsiteX53" fmla="*/ 1664564 w 1695641"/>
                <a:gd name="connsiteY53" fmla="*/ 344457 h 384233"/>
                <a:gd name="connsiteX54" fmla="*/ 1664518 w 1695641"/>
                <a:gd name="connsiteY54" fmla="*/ 344353 h 384233"/>
                <a:gd name="connsiteX55" fmla="*/ 1676522 w 1695641"/>
                <a:gd name="connsiteY55" fmla="*/ 315451 h 384233"/>
                <a:gd name="connsiteX56" fmla="*/ 1683841 w 1695641"/>
                <a:gd name="connsiteY56" fmla="*/ 315451 h 384233"/>
                <a:gd name="connsiteX57" fmla="*/ 1691070 w 1695641"/>
                <a:gd name="connsiteY57" fmla="*/ 315451 h 384233"/>
                <a:gd name="connsiteX58" fmla="*/ 1670721 w 1695641"/>
                <a:gd name="connsiteY58" fmla="*/ 356951 h 384233"/>
                <a:gd name="connsiteX59" fmla="*/ 1670721 w 1695641"/>
                <a:gd name="connsiteY59" fmla="*/ 382388 h 384233"/>
                <a:gd name="connsiteX60" fmla="*/ 1664385 w 1695641"/>
                <a:gd name="connsiteY60" fmla="*/ 382388 h 384233"/>
                <a:gd name="connsiteX61" fmla="*/ 1657870 w 1695641"/>
                <a:gd name="connsiteY61" fmla="*/ 382388 h 384233"/>
                <a:gd name="connsiteX62" fmla="*/ 1657870 w 1695641"/>
                <a:gd name="connsiteY62" fmla="*/ 357219 h 384233"/>
                <a:gd name="connsiteX63" fmla="*/ 1445726 w 1695641"/>
                <a:gd name="connsiteY63" fmla="*/ 315451 h 384233"/>
                <a:gd name="connsiteX64" fmla="*/ 1452152 w 1695641"/>
                <a:gd name="connsiteY64" fmla="*/ 315451 h 384233"/>
                <a:gd name="connsiteX65" fmla="*/ 1458578 w 1695641"/>
                <a:gd name="connsiteY65" fmla="*/ 315451 h 384233"/>
                <a:gd name="connsiteX66" fmla="*/ 1458578 w 1695641"/>
                <a:gd name="connsiteY66" fmla="*/ 370428 h 384233"/>
                <a:gd name="connsiteX67" fmla="*/ 1489101 w 1695641"/>
                <a:gd name="connsiteY67" fmla="*/ 370428 h 384233"/>
                <a:gd name="connsiteX68" fmla="*/ 1489101 w 1695641"/>
                <a:gd name="connsiteY68" fmla="*/ 376408 h 384233"/>
                <a:gd name="connsiteX69" fmla="*/ 1489101 w 1695641"/>
                <a:gd name="connsiteY69" fmla="*/ 382298 h 384233"/>
                <a:gd name="connsiteX70" fmla="*/ 1445726 w 1695641"/>
                <a:gd name="connsiteY70" fmla="*/ 382298 h 384233"/>
                <a:gd name="connsiteX71" fmla="*/ 1309711 w 1695641"/>
                <a:gd name="connsiteY71" fmla="*/ 315451 h 384233"/>
                <a:gd name="connsiteX72" fmla="*/ 1316405 w 1695641"/>
                <a:gd name="connsiteY72" fmla="*/ 315451 h 384233"/>
                <a:gd name="connsiteX73" fmla="*/ 1323099 w 1695641"/>
                <a:gd name="connsiteY73" fmla="*/ 315451 h 384233"/>
                <a:gd name="connsiteX74" fmla="*/ 1347820 w 1695641"/>
                <a:gd name="connsiteY74" fmla="*/ 362396 h 384233"/>
                <a:gd name="connsiteX75" fmla="*/ 1347820 w 1695641"/>
                <a:gd name="connsiteY75" fmla="*/ 315451 h 384233"/>
                <a:gd name="connsiteX76" fmla="*/ 1353800 w 1695641"/>
                <a:gd name="connsiteY76" fmla="*/ 315451 h 384233"/>
                <a:gd name="connsiteX77" fmla="*/ 1359868 w 1695641"/>
                <a:gd name="connsiteY77" fmla="*/ 315451 h 384233"/>
                <a:gd name="connsiteX78" fmla="*/ 1359868 w 1695641"/>
                <a:gd name="connsiteY78" fmla="*/ 382298 h 384233"/>
                <a:gd name="connsiteX79" fmla="*/ 1353442 w 1695641"/>
                <a:gd name="connsiteY79" fmla="*/ 382298 h 384233"/>
                <a:gd name="connsiteX80" fmla="*/ 1347016 w 1695641"/>
                <a:gd name="connsiteY80" fmla="*/ 382298 h 384233"/>
                <a:gd name="connsiteX81" fmla="*/ 1321670 w 1695641"/>
                <a:gd name="connsiteY81" fmla="*/ 334104 h 384233"/>
                <a:gd name="connsiteX82" fmla="*/ 1321670 w 1695641"/>
                <a:gd name="connsiteY82" fmla="*/ 382298 h 384233"/>
                <a:gd name="connsiteX83" fmla="*/ 1315691 w 1695641"/>
                <a:gd name="connsiteY83" fmla="*/ 382298 h 384233"/>
                <a:gd name="connsiteX84" fmla="*/ 1309711 w 1695641"/>
                <a:gd name="connsiteY84" fmla="*/ 382298 h 384233"/>
                <a:gd name="connsiteX85" fmla="*/ 1244559 w 1695641"/>
                <a:gd name="connsiteY85" fmla="*/ 315451 h 384233"/>
                <a:gd name="connsiteX86" fmla="*/ 1250896 w 1695641"/>
                <a:gd name="connsiteY86" fmla="*/ 315451 h 384233"/>
                <a:gd name="connsiteX87" fmla="*/ 1257322 w 1695641"/>
                <a:gd name="connsiteY87" fmla="*/ 315451 h 384233"/>
                <a:gd name="connsiteX88" fmla="*/ 1257322 w 1695641"/>
                <a:gd name="connsiteY88" fmla="*/ 340530 h 384233"/>
                <a:gd name="connsiteX89" fmla="*/ 1281418 w 1695641"/>
                <a:gd name="connsiteY89" fmla="*/ 340530 h 384233"/>
                <a:gd name="connsiteX90" fmla="*/ 1281418 w 1695641"/>
                <a:gd name="connsiteY90" fmla="*/ 315451 h 384233"/>
                <a:gd name="connsiteX91" fmla="*/ 1287844 w 1695641"/>
                <a:gd name="connsiteY91" fmla="*/ 315451 h 384233"/>
                <a:gd name="connsiteX92" fmla="*/ 1294270 w 1695641"/>
                <a:gd name="connsiteY92" fmla="*/ 315451 h 384233"/>
                <a:gd name="connsiteX93" fmla="*/ 1294270 w 1695641"/>
                <a:gd name="connsiteY93" fmla="*/ 382298 h 384233"/>
                <a:gd name="connsiteX94" fmla="*/ 1287844 w 1695641"/>
                <a:gd name="connsiteY94" fmla="*/ 382298 h 384233"/>
                <a:gd name="connsiteX95" fmla="*/ 1281418 w 1695641"/>
                <a:gd name="connsiteY95" fmla="*/ 382298 h 384233"/>
                <a:gd name="connsiteX96" fmla="*/ 1281418 w 1695641"/>
                <a:gd name="connsiteY96" fmla="*/ 352043 h 384233"/>
                <a:gd name="connsiteX97" fmla="*/ 1257322 w 1695641"/>
                <a:gd name="connsiteY97" fmla="*/ 352043 h 384233"/>
                <a:gd name="connsiteX98" fmla="*/ 1257322 w 1695641"/>
                <a:gd name="connsiteY98" fmla="*/ 382298 h 384233"/>
                <a:gd name="connsiteX99" fmla="*/ 1250985 w 1695641"/>
                <a:gd name="connsiteY99" fmla="*/ 382298 h 384233"/>
                <a:gd name="connsiteX100" fmla="*/ 1244559 w 1695641"/>
                <a:gd name="connsiteY100" fmla="*/ 382298 h 384233"/>
                <a:gd name="connsiteX101" fmla="*/ 1119075 w 1695641"/>
                <a:gd name="connsiteY101" fmla="*/ 315451 h 384233"/>
                <a:gd name="connsiteX102" fmla="*/ 1164324 w 1695641"/>
                <a:gd name="connsiteY102" fmla="*/ 315451 h 384233"/>
                <a:gd name="connsiteX103" fmla="*/ 1164324 w 1695641"/>
                <a:gd name="connsiteY103" fmla="*/ 321341 h 384233"/>
                <a:gd name="connsiteX104" fmla="*/ 1164324 w 1695641"/>
                <a:gd name="connsiteY104" fmla="*/ 327321 h 384233"/>
                <a:gd name="connsiteX105" fmla="*/ 1131927 w 1695641"/>
                <a:gd name="connsiteY105" fmla="*/ 327321 h 384233"/>
                <a:gd name="connsiteX106" fmla="*/ 1131927 w 1695641"/>
                <a:gd name="connsiteY106" fmla="*/ 341512 h 384233"/>
                <a:gd name="connsiteX107" fmla="*/ 1162003 w 1695641"/>
                <a:gd name="connsiteY107" fmla="*/ 341512 h 384233"/>
                <a:gd name="connsiteX108" fmla="*/ 1162003 w 1695641"/>
                <a:gd name="connsiteY108" fmla="*/ 347224 h 384233"/>
                <a:gd name="connsiteX109" fmla="*/ 1162003 w 1695641"/>
                <a:gd name="connsiteY109" fmla="*/ 353024 h 384233"/>
                <a:gd name="connsiteX110" fmla="*/ 1131927 w 1695641"/>
                <a:gd name="connsiteY110" fmla="*/ 353024 h 384233"/>
                <a:gd name="connsiteX111" fmla="*/ 1131927 w 1695641"/>
                <a:gd name="connsiteY111" fmla="*/ 370428 h 384233"/>
                <a:gd name="connsiteX112" fmla="*/ 1165752 w 1695641"/>
                <a:gd name="connsiteY112" fmla="*/ 370428 h 384233"/>
                <a:gd name="connsiteX113" fmla="*/ 1165752 w 1695641"/>
                <a:gd name="connsiteY113" fmla="*/ 376408 h 384233"/>
                <a:gd name="connsiteX114" fmla="*/ 1165752 w 1695641"/>
                <a:gd name="connsiteY114" fmla="*/ 382298 h 384233"/>
                <a:gd name="connsiteX115" fmla="*/ 1119075 w 1695641"/>
                <a:gd name="connsiteY115" fmla="*/ 382298 h 384233"/>
                <a:gd name="connsiteX116" fmla="*/ 1057939 w 1695641"/>
                <a:gd name="connsiteY116" fmla="*/ 315451 h 384233"/>
                <a:gd name="connsiteX117" fmla="*/ 1108007 w 1695641"/>
                <a:gd name="connsiteY117" fmla="*/ 315451 h 384233"/>
                <a:gd name="connsiteX118" fmla="*/ 1108007 w 1695641"/>
                <a:gd name="connsiteY118" fmla="*/ 321341 h 384233"/>
                <a:gd name="connsiteX119" fmla="*/ 1108007 w 1695641"/>
                <a:gd name="connsiteY119" fmla="*/ 327321 h 384233"/>
                <a:gd name="connsiteX120" fmla="*/ 1089354 w 1695641"/>
                <a:gd name="connsiteY120" fmla="*/ 327321 h 384233"/>
                <a:gd name="connsiteX121" fmla="*/ 1089354 w 1695641"/>
                <a:gd name="connsiteY121" fmla="*/ 382298 h 384233"/>
                <a:gd name="connsiteX122" fmla="*/ 1083017 w 1695641"/>
                <a:gd name="connsiteY122" fmla="*/ 382298 h 384233"/>
                <a:gd name="connsiteX123" fmla="*/ 1076592 w 1695641"/>
                <a:gd name="connsiteY123" fmla="*/ 382298 h 384233"/>
                <a:gd name="connsiteX124" fmla="*/ 1076592 w 1695641"/>
                <a:gd name="connsiteY124" fmla="*/ 327321 h 384233"/>
                <a:gd name="connsiteX125" fmla="*/ 1057939 w 1695641"/>
                <a:gd name="connsiteY125" fmla="*/ 327321 h 384233"/>
                <a:gd name="connsiteX126" fmla="*/ 1057939 w 1695641"/>
                <a:gd name="connsiteY126" fmla="*/ 321431 h 384233"/>
                <a:gd name="connsiteX127" fmla="*/ 980293 w 1695641"/>
                <a:gd name="connsiteY127" fmla="*/ 315451 h 384233"/>
                <a:gd name="connsiteX128" fmla="*/ 1024024 w 1695641"/>
                <a:gd name="connsiteY128" fmla="*/ 315451 h 384233"/>
                <a:gd name="connsiteX129" fmla="*/ 1024024 w 1695641"/>
                <a:gd name="connsiteY129" fmla="*/ 321341 h 384233"/>
                <a:gd name="connsiteX130" fmla="*/ 1024024 w 1695641"/>
                <a:gd name="connsiteY130" fmla="*/ 327321 h 384233"/>
                <a:gd name="connsiteX131" fmla="*/ 993145 w 1695641"/>
                <a:gd name="connsiteY131" fmla="*/ 327321 h 384233"/>
                <a:gd name="connsiteX132" fmla="*/ 993145 w 1695641"/>
                <a:gd name="connsiteY132" fmla="*/ 342494 h 384233"/>
                <a:gd name="connsiteX133" fmla="*/ 1020098 w 1695641"/>
                <a:gd name="connsiteY133" fmla="*/ 342494 h 384233"/>
                <a:gd name="connsiteX134" fmla="*/ 1020098 w 1695641"/>
                <a:gd name="connsiteY134" fmla="*/ 348295 h 384233"/>
                <a:gd name="connsiteX135" fmla="*/ 1020098 w 1695641"/>
                <a:gd name="connsiteY135" fmla="*/ 354006 h 384233"/>
                <a:gd name="connsiteX136" fmla="*/ 993145 w 1695641"/>
                <a:gd name="connsiteY136" fmla="*/ 354006 h 384233"/>
                <a:gd name="connsiteX137" fmla="*/ 993145 w 1695641"/>
                <a:gd name="connsiteY137" fmla="*/ 382298 h 384233"/>
                <a:gd name="connsiteX138" fmla="*/ 986719 w 1695641"/>
                <a:gd name="connsiteY138" fmla="*/ 382298 h 384233"/>
                <a:gd name="connsiteX139" fmla="*/ 980293 w 1695641"/>
                <a:gd name="connsiteY139" fmla="*/ 382298 h 384233"/>
                <a:gd name="connsiteX140" fmla="*/ 822323 w 1695641"/>
                <a:gd name="connsiteY140" fmla="*/ 315451 h 384233"/>
                <a:gd name="connsiteX141" fmla="*/ 867661 w 1695641"/>
                <a:gd name="connsiteY141" fmla="*/ 315451 h 384233"/>
                <a:gd name="connsiteX142" fmla="*/ 867661 w 1695641"/>
                <a:gd name="connsiteY142" fmla="*/ 321341 h 384233"/>
                <a:gd name="connsiteX143" fmla="*/ 867661 w 1695641"/>
                <a:gd name="connsiteY143" fmla="*/ 327321 h 384233"/>
                <a:gd name="connsiteX144" fmla="*/ 835175 w 1695641"/>
                <a:gd name="connsiteY144" fmla="*/ 327321 h 384233"/>
                <a:gd name="connsiteX145" fmla="*/ 835175 w 1695641"/>
                <a:gd name="connsiteY145" fmla="*/ 341512 h 384233"/>
                <a:gd name="connsiteX146" fmla="*/ 865251 w 1695641"/>
                <a:gd name="connsiteY146" fmla="*/ 341512 h 384233"/>
                <a:gd name="connsiteX147" fmla="*/ 865251 w 1695641"/>
                <a:gd name="connsiteY147" fmla="*/ 347224 h 384233"/>
                <a:gd name="connsiteX148" fmla="*/ 865251 w 1695641"/>
                <a:gd name="connsiteY148" fmla="*/ 353024 h 384233"/>
                <a:gd name="connsiteX149" fmla="*/ 835175 w 1695641"/>
                <a:gd name="connsiteY149" fmla="*/ 353024 h 384233"/>
                <a:gd name="connsiteX150" fmla="*/ 835175 w 1695641"/>
                <a:gd name="connsiteY150" fmla="*/ 370428 h 384233"/>
                <a:gd name="connsiteX151" fmla="*/ 869089 w 1695641"/>
                <a:gd name="connsiteY151" fmla="*/ 370428 h 384233"/>
                <a:gd name="connsiteX152" fmla="*/ 869089 w 1695641"/>
                <a:gd name="connsiteY152" fmla="*/ 376408 h 384233"/>
                <a:gd name="connsiteX153" fmla="*/ 869089 w 1695641"/>
                <a:gd name="connsiteY153" fmla="*/ 382298 h 384233"/>
                <a:gd name="connsiteX154" fmla="*/ 822323 w 1695641"/>
                <a:gd name="connsiteY154" fmla="*/ 382298 h 384233"/>
                <a:gd name="connsiteX155" fmla="*/ 761277 w 1695641"/>
                <a:gd name="connsiteY155" fmla="*/ 315451 h 384233"/>
                <a:gd name="connsiteX156" fmla="*/ 811256 w 1695641"/>
                <a:gd name="connsiteY156" fmla="*/ 315451 h 384233"/>
                <a:gd name="connsiteX157" fmla="*/ 811256 w 1695641"/>
                <a:gd name="connsiteY157" fmla="*/ 321341 h 384233"/>
                <a:gd name="connsiteX158" fmla="*/ 811256 w 1695641"/>
                <a:gd name="connsiteY158" fmla="*/ 327321 h 384233"/>
                <a:gd name="connsiteX159" fmla="*/ 792692 w 1695641"/>
                <a:gd name="connsiteY159" fmla="*/ 327321 h 384233"/>
                <a:gd name="connsiteX160" fmla="*/ 792692 w 1695641"/>
                <a:gd name="connsiteY160" fmla="*/ 382298 h 384233"/>
                <a:gd name="connsiteX161" fmla="*/ 786266 w 1695641"/>
                <a:gd name="connsiteY161" fmla="*/ 382298 h 384233"/>
                <a:gd name="connsiteX162" fmla="*/ 779841 w 1695641"/>
                <a:gd name="connsiteY162" fmla="*/ 382298 h 384233"/>
                <a:gd name="connsiteX163" fmla="*/ 779841 w 1695641"/>
                <a:gd name="connsiteY163" fmla="*/ 327321 h 384233"/>
                <a:gd name="connsiteX164" fmla="*/ 761277 w 1695641"/>
                <a:gd name="connsiteY164" fmla="*/ 327321 h 384233"/>
                <a:gd name="connsiteX165" fmla="*/ 761277 w 1695641"/>
                <a:gd name="connsiteY165" fmla="*/ 321431 h 384233"/>
                <a:gd name="connsiteX166" fmla="*/ 640166 w 1695641"/>
                <a:gd name="connsiteY166" fmla="*/ 315451 h 384233"/>
                <a:gd name="connsiteX167" fmla="*/ 690145 w 1695641"/>
                <a:gd name="connsiteY167" fmla="*/ 315451 h 384233"/>
                <a:gd name="connsiteX168" fmla="*/ 690145 w 1695641"/>
                <a:gd name="connsiteY168" fmla="*/ 321341 h 384233"/>
                <a:gd name="connsiteX169" fmla="*/ 690145 w 1695641"/>
                <a:gd name="connsiteY169" fmla="*/ 327321 h 384233"/>
                <a:gd name="connsiteX170" fmla="*/ 671581 w 1695641"/>
                <a:gd name="connsiteY170" fmla="*/ 327321 h 384233"/>
                <a:gd name="connsiteX171" fmla="*/ 671581 w 1695641"/>
                <a:gd name="connsiteY171" fmla="*/ 382298 h 384233"/>
                <a:gd name="connsiteX172" fmla="*/ 665155 w 1695641"/>
                <a:gd name="connsiteY172" fmla="*/ 382298 h 384233"/>
                <a:gd name="connsiteX173" fmla="*/ 658730 w 1695641"/>
                <a:gd name="connsiteY173" fmla="*/ 382298 h 384233"/>
                <a:gd name="connsiteX174" fmla="*/ 658730 w 1695641"/>
                <a:gd name="connsiteY174" fmla="*/ 327321 h 384233"/>
                <a:gd name="connsiteX175" fmla="*/ 640166 w 1695641"/>
                <a:gd name="connsiteY175" fmla="*/ 327321 h 384233"/>
                <a:gd name="connsiteX176" fmla="*/ 640166 w 1695641"/>
                <a:gd name="connsiteY176" fmla="*/ 321431 h 384233"/>
                <a:gd name="connsiteX177" fmla="*/ 617140 w 1695641"/>
                <a:gd name="connsiteY177" fmla="*/ 315451 h 384233"/>
                <a:gd name="connsiteX178" fmla="*/ 623566 w 1695641"/>
                <a:gd name="connsiteY178" fmla="*/ 315451 h 384233"/>
                <a:gd name="connsiteX179" fmla="*/ 629992 w 1695641"/>
                <a:gd name="connsiteY179" fmla="*/ 315451 h 384233"/>
                <a:gd name="connsiteX180" fmla="*/ 629992 w 1695641"/>
                <a:gd name="connsiteY180" fmla="*/ 382298 h 384233"/>
                <a:gd name="connsiteX181" fmla="*/ 623655 w 1695641"/>
                <a:gd name="connsiteY181" fmla="*/ 382298 h 384233"/>
                <a:gd name="connsiteX182" fmla="*/ 617140 w 1695641"/>
                <a:gd name="connsiteY182" fmla="*/ 382298 h 384233"/>
                <a:gd name="connsiteX183" fmla="*/ 557165 w 1695641"/>
                <a:gd name="connsiteY183" fmla="*/ 315451 h 384233"/>
                <a:gd name="connsiteX184" fmla="*/ 607144 w 1695641"/>
                <a:gd name="connsiteY184" fmla="*/ 315451 h 384233"/>
                <a:gd name="connsiteX185" fmla="*/ 607144 w 1695641"/>
                <a:gd name="connsiteY185" fmla="*/ 321341 h 384233"/>
                <a:gd name="connsiteX186" fmla="*/ 607144 w 1695641"/>
                <a:gd name="connsiteY186" fmla="*/ 327321 h 384233"/>
                <a:gd name="connsiteX187" fmla="*/ 588580 w 1695641"/>
                <a:gd name="connsiteY187" fmla="*/ 327321 h 384233"/>
                <a:gd name="connsiteX188" fmla="*/ 588580 w 1695641"/>
                <a:gd name="connsiteY188" fmla="*/ 382298 h 384233"/>
                <a:gd name="connsiteX189" fmla="*/ 582154 w 1695641"/>
                <a:gd name="connsiteY189" fmla="*/ 382298 h 384233"/>
                <a:gd name="connsiteX190" fmla="*/ 575729 w 1695641"/>
                <a:gd name="connsiteY190" fmla="*/ 382298 h 384233"/>
                <a:gd name="connsiteX191" fmla="*/ 575729 w 1695641"/>
                <a:gd name="connsiteY191" fmla="*/ 327321 h 384233"/>
                <a:gd name="connsiteX192" fmla="*/ 557165 w 1695641"/>
                <a:gd name="connsiteY192" fmla="*/ 327321 h 384233"/>
                <a:gd name="connsiteX193" fmla="*/ 557165 w 1695641"/>
                <a:gd name="connsiteY193" fmla="*/ 321431 h 384233"/>
                <a:gd name="connsiteX194" fmla="*/ 435876 w 1695641"/>
                <a:gd name="connsiteY194" fmla="*/ 315451 h 384233"/>
                <a:gd name="connsiteX195" fmla="*/ 442659 w 1695641"/>
                <a:gd name="connsiteY195" fmla="*/ 315451 h 384233"/>
                <a:gd name="connsiteX196" fmla="*/ 449353 w 1695641"/>
                <a:gd name="connsiteY196" fmla="*/ 315451 h 384233"/>
                <a:gd name="connsiteX197" fmla="*/ 474074 w 1695641"/>
                <a:gd name="connsiteY197" fmla="*/ 362396 h 384233"/>
                <a:gd name="connsiteX198" fmla="*/ 474074 w 1695641"/>
                <a:gd name="connsiteY198" fmla="*/ 315451 h 384233"/>
                <a:gd name="connsiteX199" fmla="*/ 480054 w 1695641"/>
                <a:gd name="connsiteY199" fmla="*/ 315451 h 384233"/>
                <a:gd name="connsiteX200" fmla="*/ 486123 w 1695641"/>
                <a:gd name="connsiteY200" fmla="*/ 315451 h 384233"/>
                <a:gd name="connsiteX201" fmla="*/ 486123 w 1695641"/>
                <a:gd name="connsiteY201" fmla="*/ 382298 h 384233"/>
                <a:gd name="connsiteX202" fmla="*/ 479697 w 1695641"/>
                <a:gd name="connsiteY202" fmla="*/ 382298 h 384233"/>
                <a:gd name="connsiteX203" fmla="*/ 473271 w 1695641"/>
                <a:gd name="connsiteY203" fmla="*/ 382298 h 384233"/>
                <a:gd name="connsiteX204" fmla="*/ 447925 w 1695641"/>
                <a:gd name="connsiteY204" fmla="*/ 334104 h 384233"/>
                <a:gd name="connsiteX205" fmla="*/ 447925 w 1695641"/>
                <a:gd name="connsiteY205" fmla="*/ 382298 h 384233"/>
                <a:gd name="connsiteX206" fmla="*/ 441945 w 1695641"/>
                <a:gd name="connsiteY206" fmla="*/ 382298 h 384233"/>
                <a:gd name="connsiteX207" fmla="*/ 435876 w 1695641"/>
                <a:gd name="connsiteY207" fmla="*/ 382298 h 384233"/>
                <a:gd name="connsiteX208" fmla="*/ 408298 w 1695641"/>
                <a:gd name="connsiteY208" fmla="*/ 315451 h 384233"/>
                <a:gd name="connsiteX209" fmla="*/ 414635 w 1695641"/>
                <a:gd name="connsiteY209" fmla="*/ 315451 h 384233"/>
                <a:gd name="connsiteX210" fmla="*/ 421150 w 1695641"/>
                <a:gd name="connsiteY210" fmla="*/ 315451 h 384233"/>
                <a:gd name="connsiteX211" fmla="*/ 421150 w 1695641"/>
                <a:gd name="connsiteY211" fmla="*/ 382298 h 384233"/>
                <a:gd name="connsiteX212" fmla="*/ 414724 w 1695641"/>
                <a:gd name="connsiteY212" fmla="*/ 382298 h 384233"/>
                <a:gd name="connsiteX213" fmla="*/ 408298 w 1695641"/>
                <a:gd name="connsiteY213" fmla="*/ 382298 h 384233"/>
                <a:gd name="connsiteX214" fmla="*/ 246043 w 1695641"/>
                <a:gd name="connsiteY214" fmla="*/ 315451 h 384233"/>
                <a:gd name="connsiteX215" fmla="*/ 252737 w 1695641"/>
                <a:gd name="connsiteY215" fmla="*/ 315451 h 384233"/>
                <a:gd name="connsiteX216" fmla="*/ 259520 w 1695641"/>
                <a:gd name="connsiteY216" fmla="*/ 315451 h 384233"/>
                <a:gd name="connsiteX217" fmla="*/ 284152 w 1695641"/>
                <a:gd name="connsiteY217" fmla="*/ 362396 h 384233"/>
                <a:gd name="connsiteX218" fmla="*/ 284152 w 1695641"/>
                <a:gd name="connsiteY218" fmla="*/ 315451 h 384233"/>
                <a:gd name="connsiteX219" fmla="*/ 290131 w 1695641"/>
                <a:gd name="connsiteY219" fmla="*/ 315451 h 384233"/>
                <a:gd name="connsiteX220" fmla="*/ 296200 w 1695641"/>
                <a:gd name="connsiteY220" fmla="*/ 315451 h 384233"/>
                <a:gd name="connsiteX221" fmla="*/ 296200 w 1695641"/>
                <a:gd name="connsiteY221" fmla="*/ 382298 h 384233"/>
                <a:gd name="connsiteX222" fmla="*/ 289775 w 1695641"/>
                <a:gd name="connsiteY222" fmla="*/ 382298 h 384233"/>
                <a:gd name="connsiteX223" fmla="*/ 283349 w 1695641"/>
                <a:gd name="connsiteY223" fmla="*/ 382298 h 384233"/>
                <a:gd name="connsiteX224" fmla="*/ 258002 w 1695641"/>
                <a:gd name="connsiteY224" fmla="*/ 334104 h 384233"/>
                <a:gd name="connsiteX225" fmla="*/ 258002 w 1695641"/>
                <a:gd name="connsiteY225" fmla="*/ 382298 h 384233"/>
                <a:gd name="connsiteX226" fmla="*/ 252023 w 1695641"/>
                <a:gd name="connsiteY226" fmla="*/ 382298 h 384233"/>
                <a:gd name="connsiteX227" fmla="*/ 246043 w 1695641"/>
                <a:gd name="connsiteY227" fmla="*/ 382298 h 384233"/>
                <a:gd name="connsiteX228" fmla="*/ 218377 w 1695641"/>
                <a:gd name="connsiteY228" fmla="*/ 315451 h 384233"/>
                <a:gd name="connsiteX229" fmla="*/ 224803 w 1695641"/>
                <a:gd name="connsiteY229" fmla="*/ 315451 h 384233"/>
                <a:gd name="connsiteX230" fmla="*/ 231229 w 1695641"/>
                <a:gd name="connsiteY230" fmla="*/ 315451 h 384233"/>
                <a:gd name="connsiteX231" fmla="*/ 231229 w 1695641"/>
                <a:gd name="connsiteY231" fmla="*/ 382298 h 384233"/>
                <a:gd name="connsiteX232" fmla="*/ 224803 w 1695641"/>
                <a:gd name="connsiteY232" fmla="*/ 382298 h 384233"/>
                <a:gd name="connsiteX233" fmla="*/ 218377 w 1695641"/>
                <a:gd name="connsiteY233" fmla="*/ 382298 h 384233"/>
                <a:gd name="connsiteX234" fmla="*/ 140016 w 1695641"/>
                <a:gd name="connsiteY234" fmla="*/ 315451 h 384233"/>
                <a:gd name="connsiteX235" fmla="*/ 146442 w 1695641"/>
                <a:gd name="connsiteY235" fmla="*/ 315451 h 384233"/>
                <a:gd name="connsiteX236" fmla="*/ 152868 w 1695641"/>
                <a:gd name="connsiteY236" fmla="*/ 315451 h 384233"/>
                <a:gd name="connsiteX237" fmla="*/ 152868 w 1695641"/>
                <a:gd name="connsiteY237" fmla="*/ 382298 h 384233"/>
                <a:gd name="connsiteX238" fmla="*/ 146531 w 1695641"/>
                <a:gd name="connsiteY238" fmla="*/ 382298 h 384233"/>
                <a:gd name="connsiteX239" fmla="*/ 140016 w 1695641"/>
                <a:gd name="connsiteY239" fmla="*/ 382298 h 384233"/>
                <a:gd name="connsiteX240" fmla="*/ 80487 w 1695641"/>
                <a:gd name="connsiteY240" fmla="*/ 315451 h 384233"/>
                <a:gd name="connsiteX241" fmla="*/ 125736 w 1695641"/>
                <a:gd name="connsiteY241" fmla="*/ 315451 h 384233"/>
                <a:gd name="connsiteX242" fmla="*/ 125736 w 1695641"/>
                <a:gd name="connsiteY242" fmla="*/ 321341 h 384233"/>
                <a:gd name="connsiteX243" fmla="*/ 125736 w 1695641"/>
                <a:gd name="connsiteY243" fmla="*/ 327321 h 384233"/>
                <a:gd name="connsiteX244" fmla="*/ 93339 w 1695641"/>
                <a:gd name="connsiteY244" fmla="*/ 327321 h 384233"/>
                <a:gd name="connsiteX245" fmla="*/ 93339 w 1695641"/>
                <a:gd name="connsiteY245" fmla="*/ 341512 h 384233"/>
                <a:gd name="connsiteX246" fmla="*/ 123415 w 1695641"/>
                <a:gd name="connsiteY246" fmla="*/ 341512 h 384233"/>
                <a:gd name="connsiteX247" fmla="*/ 123415 w 1695641"/>
                <a:gd name="connsiteY247" fmla="*/ 347224 h 384233"/>
                <a:gd name="connsiteX248" fmla="*/ 123415 w 1695641"/>
                <a:gd name="connsiteY248" fmla="*/ 353024 h 384233"/>
                <a:gd name="connsiteX249" fmla="*/ 93339 w 1695641"/>
                <a:gd name="connsiteY249" fmla="*/ 353024 h 384233"/>
                <a:gd name="connsiteX250" fmla="*/ 93339 w 1695641"/>
                <a:gd name="connsiteY250" fmla="*/ 370428 h 384233"/>
                <a:gd name="connsiteX251" fmla="*/ 127164 w 1695641"/>
                <a:gd name="connsiteY251" fmla="*/ 370428 h 384233"/>
                <a:gd name="connsiteX252" fmla="*/ 127164 w 1695641"/>
                <a:gd name="connsiteY252" fmla="*/ 376408 h 384233"/>
                <a:gd name="connsiteX253" fmla="*/ 127164 w 1695641"/>
                <a:gd name="connsiteY253" fmla="*/ 382298 h 384233"/>
                <a:gd name="connsiteX254" fmla="*/ 80487 w 1695641"/>
                <a:gd name="connsiteY254" fmla="*/ 382298 h 384233"/>
                <a:gd name="connsiteX255" fmla="*/ 190189 w 1695641"/>
                <a:gd name="connsiteY255" fmla="*/ 315324 h 384233"/>
                <a:gd name="connsiteX256" fmla="*/ 202952 w 1695641"/>
                <a:gd name="connsiteY256" fmla="*/ 315324 h 384233"/>
                <a:gd name="connsiteX257" fmla="*/ 202952 w 1695641"/>
                <a:gd name="connsiteY257" fmla="*/ 363429 h 384233"/>
                <a:gd name="connsiteX258" fmla="*/ 197954 w 1695641"/>
                <a:gd name="connsiteY258" fmla="*/ 378779 h 384233"/>
                <a:gd name="connsiteX259" fmla="*/ 183138 w 1695641"/>
                <a:gd name="connsiteY259" fmla="*/ 384045 h 384233"/>
                <a:gd name="connsiteX260" fmla="*/ 167878 w 1695641"/>
                <a:gd name="connsiteY260" fmla="*/ 378243 h 384233"/>
                <a:gd name="connsiteX261" fmla="*/ 163326 w 1695641"/>
                <a:gd name="connsiteY261" fmla="*/ 360394 h 384233"/>
                <a:gd name="connsiteX262" fmla="*/ 163326 w 1695641"/>
                <a:gd name="connsiteY262" fmla="*/ 356914 h 384233"/>
                <a:gd name="connsiteX263" fmla="*/ 175553 w 1695641"/>
                <a:gd name="connsiteY263" fmla="*/ 356914 h 384233"/>
                <a:gd name="connsiteX264" fmla="*/ 175553 w 1695641"/>
                <a:gd name="connsiteY264" fmla="*/ 360930 h 384233"/>
                <a:gd name="connsiteX265" fmla="*/ 177248 w 1695641"/>
                <a:gd name="connsiteY265" fmla="*/ 369854 h 384233"/>
                <a:gd name="connsiteX266" fmla="*/ 183049 w 1695641"/>
                <a:gd name="connsiteY266" fmla="*/ 372799 h 384233"/>
                <a:gd name="connsiteX267" fmla="*/ 188493 w 1695641"/>
                <a:gd name="connsiteY267" fmla="*/ 370657 h 384233"/>
                <a:gd name="connsiteX268" fmla="*/ 190189 w 1695641"/>
                <a:gd name="connsiteY268" fmla="*/ 363697 h 384233"/>
                <a:gd name="connsiteX269" fmla="*/ 14815 w 1695641"/>
                <a:gd name="connsiteY269" fmla="*/ 315323 h 384233"/>
                <a:gd name="connsiteX270" fmla="*/ 44891 w 1695641"/>
                <a:gd name="connsiteY270" fmla="*/ 315323 h 384233"/>
                <a:gd name="connsiteX271" fmla="*/ 58814 w 1695641"/>
                <a:gd name="connsiteY271" fmla="*/ 319785 h 384233"/>
                <a:gd name="connsiteX272" fmla="*/ 63902 w 1695641"/>
                <a:gd name="connsiteY272" fmla="*/ 332280 h 384233"/>
                <a:gd name="connsiteX273" fmla="*/ 58189 w 1695641"/>
                <a:gd name="connsiteY273" fmla="*/ 344864 h 384233"/>
                <a:gd name="connsiteX274" fmla="*/ 56137 w 1695641"/>
                <a:gd name="connsiteY274" fmla="*/ 346203 h 384233"/>
                <a:gd name="connsiteX275" fmla="*/ 60064 w 1695641"/>
                <a:gd name="connsiteY275" fmla="*/ 348434 h 384233"/>
                <a:gd name="connsiteX276" fmla="*/ 65954 w 1695641"/>
                <a:gd name="connsiteY276" fmla="*/ 361285 h 384233"/>
                <a:gd name="connsiteX277" fmla="*/ 60064 w 1695641"/>
                <a:gd name="connsiteY277" fmla="*/ 376815 h 384233"/>
                <a:gd name="connsiteX278" fmla="*/ 43017 w 1695641"/>
                <a:gd name="connsiteY278" fmla="*/ 382170 h 384233"/>
                <a:gd name="connsiteX279" fmla="*/ 15083 w 1695641"/>
                <a:gd name="connsiteY279" fmla="*/ 382170 h 384233"/>
                <a:gd name="connsiteX280" fmla="*/ 700246 w 1695641"/>
                <a:gd name="connsiteY280" fmla="*/ 315235 h 384233"/>
                <a:gd name="connsiteX281" fmla="*/ 713098 w 1695641"/>
                <a:gd name="connsiteY281" fmla="*/ 315235 h 384233"/>
                <a:gd name="connsiteX282" fmla="*/ 713098 w 1695641"/>
                <a:gd name="connsiteY282" fmla="*/ 357360 h 384233"/>
                <a:gd name="connsiteX283" fmla="*/ 716132 w 1695641"/>
                <a:gd name="connsiteY283" fmla="*/ 368159 h 384233"/>
                <a:gd name="connsiteX284" fmla="*/ 725057 w 1695641"/>
                <a:gd name="connsiteY284" fmla="*/ 371729 h 384233"/>
                <a:gd name="connsiteX285" fmla="*/ 733982 w 1695641"/>
                <a:gd name="connsiteY285" fmla="*/ 368427 h 384233"/>
                <a:gd name="connsiteX286" fmla="*/ 736749 w 1695641"/>
                <a:gd name="connsiteY286" fmla="*/ 357360 h 384233"/>
                <a:gd name="connsiteX287" fmla="*/ 736749 w 1695641"/>
                <a:gd name="connsiteY287" fmla="*/ 315235 h 384233"/>
                <a:gd name="connsiteX288" fmla="*/ 749958 w 1695641"/>
                <a:gd name="connsiteY288" fmla="*/ 315235 h 384233"/>
                <a:gd name="connsiteX289" fmla="*/ 749958 w 1695641"/>
                <a:gd name="connsiteY289" fmla="*/ 356914 h 384233"/>
                <a:gd name="connsiteX290" fmla="*/ 744156 w 1695641"/>
                <a:gd name="connsiteY290" fmla="*/ 377620 h 384233"/>
                <a:gd name="connsiteX291" fmla="*/ 725146 w 1695641"/>
                <a:gd name="connsiteY291" fmla="*/ 383956 h 384233"/>
                <a:gd name="connsiteX292" fmla="*/ 706404 w 1695641"/>
                <a:gd name="connsiteY292" fmla="*/ 377352 h 384233"/>
                <a:gd name="connsiteX293" fmla="*/ 700246 w 1695641"/>
                <a:gd name="connsiteY293" fmla="*/ 356914 h 384233"/>
                <a:gd name="connsiteX294" fmla="*/ 1526374 w 1695641"/>
                <a:gd name="connsiteY294" fmla="*/ 313761 h 384233"/>
                <a:gd name="connsiteX295" fmla="*/ 1547261 w 1695641"/>
                <a:gd name="connsiteY295" fmla="*/ 321079 h 384233"/>
                <a:gd name="connsiteX296" fmla="*/ 1549537 w 1695641"/>
                <a:gd name="connsiteY296" fmla="*/ 323355 h 384233"/>
                <a:gd name="connsiteX297" fmla="*/ 1557570 w 1695641"/>
                <a:gd name="connsiteY297" fmla="*/ 349327 h 384233"/>
                <a:gd name="connsiteX298" fmla="*/ 1549537 w 1695641"/>
                <a:gd name="connsiteY298" fmla="*/ 374763 h 384233"/>
                <a:gd name="connsiteX299" fmla="*/ 1508175 w 1695641"/>
                <a:gd name="connsiteY299" fmla="*/ 376508 h 384233"/>
                <a:gd name="connsiteX300" fmla="*/ 1506430 w 1695641"/>
                <a:gd name="connsiteY300" fmla="*/ 374763 h 384233"/>
                <a:gd name="connsiteX301" fmla="*/ 1498397 w 1695641"/>
                <a:gd name="connsiteY301" fmla="*/ 349327 h 384233"/>
                <a:gd name="connsiteX302" fmla="*/ 1506430 w 1695641"/>
                <a:gd name="connsiteY302" fmla="*/ 323355 h 384233"/>
                <a:gd name="connsiteX303" fmla="*/ 1526374 w 1695641"/>
                <a:gd name="connsiteY303" fmla="*/ 313761 h 384233"/>
                <a:gd name="connsiteX304" fmla="*/ 1400517 w 1695641"/>
                <a:gd name="connsiteY304" fmla="*/ 313754 h 384233"/>
                <a:gd name="connsiteX305" fmla="*/ 1421460 w 1695641"/>
                <a:gd name="connsiteY305" fmla="*/ 321118 h 384233"/>
                <a:gd name="connsiteX306" fmla="*/ 1423697 w 1695641"/>
                <a:gd name="connsiteY306" fmla="*/ 323355 h 384233"/>
                <a:gd name="connsiteX307" fmla="*/ 1431641 w 1695641"/>
                <a:gd name="connsiteY307" fmla="*/ 349327 h 384233"/>
                <a:gd name="connsiteX308" fmla="*/ 1423697 w 1695641"/>
                <a:gd name="connsiteY308" fmla="*/ 374763 h 384233"/>
                <a:gd name="connsiteX309" fmla="*/ 1382207 w 1695641"/>
                <a:gd name="connsiteY309" fmla="*/ 376469 h 384233"/>
                <a:gd name="connsiteX310" fmla="*/ 1380501 w 1695641"/>
                <a:gd name="connsiteY310" fmla="*/ 374763 h 384233"/>
                <a:gd name="connsiteX311" fmla="*/ 1380500 w 1695641"/>
                <a:gd name="connsiteY311" fmla="*/ 374763 h 384233"/>
                <a:gd name="connsiteX312" fmla="*/ 1372557 w 1695641"/>
                <a:gd name="connsiteY312" fmla="*/ 349327 h 384233"/>
                <a:gd name="connsiteX313" fmla="*/ 1380500 w 1695641"/>
                <a:gd name="connsiteY313" fmla="*/ 323355 h 384233"/>
                <a:gd name="connsiteX314" fmla="*/ 1400517 w 1695641"/>
                <a:gd name="connsiteY314" fmla="*/ 313754 h 384233"/>
                <a:gd name="connsiteX315" fmla="*/ 935084 w 1695641"/>
                <a:gd name="connsiteY315" fmla="*/ 313754 h 384233"/>
                <a:gd name="connsiteX316" fmla="*/ 956027 w 1695641"/>
                <a:gd name="connsiteY316" fmla="*/ 321118 h 384233"/>
                <a:gd name="connsiteX317" fmla="*/ 958264 w 1695641"/>
                <a:gd name="connsiteY317" fmla="*/ 323355 h 384233"/>
                <a:gd name="connsiteX318" fmla="*/ 966208 w 1695641"/>
                <a:gd name="connsiteY318" fmla="*/ 349327 h 384233"/>
                <a:gd name="connsiteX319" fmla="*/ 958264 w 1695641"/>
                <a:gd name="connsiteY319" fmla="*/ 374763 h 384233"/>
                <a:gd name="connsiteX320" fmla="*/ 916774 w 1695641"/>
                <a:gd name="connsiteY320" fmla="*/ 376469 h 384233"/>
                <a:gd name="connsiteX321" fmla="*/ 915068 w 1695641"/>
                <a:gd name="connsiteY321" fmla="*/ 374763 h 384233"/>
                <a:gd name="connsiteX322" fmla="*/ 915067 w 1695641"/>
                <a:gd name="connsiteY322" fmla="*/ 374763 h 384233"/>
                <a:gd name="connsiteX323" fmla="*/ 907124 w 1695641"/>
                <a:gd name="connsiteY323" fmla="*/ 349327 h 384233"/>
                <a:gd name="connsiteX324" fmla="*/ 915067 w 1695641"/>
                <a:gd name="connsiteY324" fmla="*/ 323355 h 384233"/>
                <a:gd name="connsiteX325" fmla="*/ 935084 w 1695641"/>
                <a:gd name="connsiteY325" fmla="*/ 313754 h 384233"/>
                <a:gd name="connsiteX326" fmla="*/ 1598624 w 1695641"/>
                <a:gd name="connsiteY326" fmla="*/ 313717 h 384233"/>
                <a:gd name="connsiteX327" fmla="*/ 1617099 w 1695641"/>
                <a:gd name="connsiteY327" fmla="*/ 319786 h 384233"/>
                <a:gd name="connsiteX328" fmla="*/ 1625578 w 1695641"/>
                <a:gd name="connsiteY328" fmla="*/ 336207 h 384233"/>
                <a:gd name="connsiteX329" fmla="*/ 1612994 w 1695641"/>
                <a:gd name="connsiteY329" fmla="*/ 336207 h 384233"/>
                <a:gd name="connsiteX330" fmla="*/ 1608442 w 1695641"/>
                <a:gd name="connsiteY330" fmla="*/ 328621 h 384233"/>
                <a:gd name="connsiteX331" fmla="*/ 1599517 w 1695641"/>
                <a:gd name="connsiteY331" fmla="*/ 325319 h 384233"/>
                <a:gd name="connsiteX332" fmla="*/ 1586397 w 1695641"/>
                <a:gd name="connsiteY332" fmla="*/ 331566 h 384233"/>
                <a:gd name="connsiteX333" fmla="*/ 1586397 w 1695641"/>
                <a:gd name="connsiteY333" fmla="*/ 366373 h 384233"/>
                <a:gd name="connsiteX334" fmla="*/ 1599696 w 1695641"/>
                <a:gd name="connsiteY334" fmla="*/ 372353 h 384233"/>
                <a:gd name="connsiteX335" fmla="*/ 1611298 w 1695641"/>
                <a:gd name="connsiteY335" fmla="*/ 366106 h 384233"/>
                <a:gd name="connsiteX336" fmla="*/ 1614689 w 1695641"/>
                <a:gd name="connsiteY336" fmla="*/ 357895 h 384233"/>
                <a:gd name="connsiteX337" fmla="*/ 1600231 w 1695641"/>
                <a:gd name="connsiteY337" fmla="*/ 357895 h 384233"/>
                <a:gd name="connsiteX338" fmla="*/ 1600231 w 1695641"/>
                <a:gd name="connsiteY338" fmla="*/ 346382 h 384233"/>
                <a:gd name="connsiteX339" fmla="*/ 1626024 w 1695641"/>
                <a:gd name="connsiteY339" fmla="*/ 346382 h 384233"/>
                <a:gd name="connsiteX340" fmla="*/ 1626024 w 1695641"/>
                <a:gd name="connsiteY340" fmla="*/ 382081 h 384233"/>
                <a:gd name="connsiteX341" fmla="*/ 1617099 w 1695641"/>
                <a:gd name="connsiteY341" fmla="*/ 382081 h 384233"/>
                <a:gd name="connsiteX342" fmla="*/ 1615850 w 1695641"/>
                <a:gd name="connsiteY342" fmla="*/ 373156 h 384233"/>
                <a:gd name="connsiteX343" fmla="*/ 1615671 w 1695641"/>
                <a:gd name="connsiteY343" fmla="*/ 374762 h 384233"/>
                <a:gd name="connsiteX344" fmla="*/ 1597821 w 1695641"/>
                <a:gd name="connsiteY344" fmla="*/ 384223 h 384233"/>
                <a:gd name="connsiteX345" fmla="*/ 1597821 w 1695641"/>
                <a:gd name="connsiteY345" fmla="*/ 383687 h 384233"/>
                <a:gd name="connsiteX346" fmla="*/ 1576401 w 1695641"/>
                <a:gd name="connsiteY346" fmla="*/ 374762 h 384233"/>
                <a:gd name="connsiteX347" fmla="*/ 1576401 w 1695641"/>
                <a:gd name="connsiteY347" fmla="*/ 323356 h 384233"/>
                <a:gd name="connsiteX348" fmla="*/ 1598624 w 1695641"/>
                <a:gd name="connsiteY348" fmla="*/ 313717 h 384233"/>
                <a:gd name="connsiteX349" fmla="*/ 1205662 w 1695641"/>
                <a:gd name="connsiteY349" fmla="*/ 313538 h 384233"/>
                <a:gd name="connsiteX350" fmla="*/ 1223511 w 1695641"/>
                <a:gd name="connsiteY350" fmla="*/ 319964 h 384233"/>
                <a:gd name="connsiteX351" fmla="*/ 1232436 w 1695641"/>
                <a:gd name="connsiteY351" fmla="*/ 337367 h 384233"/>
                <a:gd name="connsiteX352" fmla="*/ 1219584 w 1695641"/>
                <a:gd name="connsiteY352" fmla="*/ 337367 h 384233"/>
                <a:gd name="connsiteX353" fmla="*/ 1215300 w 1695641"/>
                <a:gd name="connsiteY353" fmla="*/ 328442 h 384233"/>
                <a:gd name="connsiteX354" fmla="*/ 1206376 w 1695641"/>
                <a:gd name="connsiteY354" fmla="*/ 325229 h 384233"/>
                <a:gd name="connsiteX355" fmla="*/ 1195130 w 1695641"/>
                <a:gd name="connsiteY355" fmla="*/ 331477 h 384233"/>
                <a:gd name="connsiteX356" fmla="*/ 1191114 w 1695641"/>
                <a:gd name="connsiteY356" fmla="*/ 348702 h 384233"/>
                <a:gd name="connsiteX357" fmla="*/ 1195130 w 1695641"/>
                <a:gd name="connsiteY357" fmla="*/ 365480 h 384233"/>
                <a:gd name="connsiteX358" fmla="*/ 1214212 w 1695641"/>
                <a:gd name="connsiteY358" fmla="*/ 369182 h 384233"/>
                <a:gd name="connsiteX359" fmla="*/ 1215746 w 1695641"/>
                <a:gd name="connsiteY359" fmla="*/ 367979 h 384233"/>
                <a:gd name="connsiteX360" fmla="*/ 1220030 w 1695641"/>
                <a:gd name="connsiteY360" fmla="*/ 358430 h 384233"/>
                <a:gd name="connsiteX361" fmla="*/ 1231901 w 1695641"/>
                <a:gd name="connsiteY361" fmla="*/ 358787 h 384233"/>
                <a:gd name="connsiteX362" fmla="*/ 1223511 w 1695641"/>
                <a:gd name="connsiteY362" fmla="*/ 377172 h 384233"/>
                <a:gd name="connsiteX363" fmla="*/ 1205662 w 1695641"/>
                <a:gd name="connsiteY363" fmla="*/ 384044 h 384233"/>
                <a:gd name="connsiteX364" fmla="*/ 1185045 w 1695641"/>
                <a:gd name="connsiteY364" fmla="*/ 374584 h 384233"/>
                <a:gd name="connsiteX365" fmla="*/ 1177370 w 1695641"/>
                <a:gd name="connsiteY365" fmla="*/ 349148 h 384233"/>
                <a:gd name="connsiteX366" fmla="*/ 1185045 w 1695641"/>
                <a:gd name="connsiteY366" fmla="*/ 323177 h 384233"/>
                <a:gd name="connsiteX367" fmla="*/ 1205662 w 1695641"/>
                <a:gd name="connsiteY367" fmla="*/ 313538 h 384233"/>
                <a:gd name="connsiteX368" fmla="*/ 523890 w 1695641"/>
                <a:gd name="connsiteY368" fmla="*/ 313538 h 384233"/>
                <a:gd name="connsiteX369" fmla="*/ 540758 w 1695641"/>
                <a:gd name="connsiteY369" fmla="*/ 319428 h 384233"/>
                <a:gd name="connsiteX370" fmla="*/ 547898 w 1695641"/>
                <a:gd name="connsiteY370" fmla="*/ 335404 h 384233"/>
                <a:gd name="connsiteX371" fmla="*/ 534867 w 1695641"/>
                <a:gd name="connsiteY371" fmla="*/ 335404 h 384233"/>
                <a:gd name="connsiteX372" fmla="*/ 531029 w 1695641"/>
                <a:gd name="connsiteY372" fmla="*/ 327817 h 384233"/>
                <a:gd name="connsiteX373" fmla="*/ 522105 w 1695641"/>
                <a:gd name="connsiteY373" fmla="*/ 325051 h 384233"/>
                <a:gd name="connsiteX374" fmla="*/ 514519 w 1695641"/>
                <a:gd name="connsiteY374" fmla="*/ 327371 h 384233"/>
                <a:gd name="connsiteX375" fmla="*/ 511752 w 1695641"/>
                <a:gd name="connsiteY375" fmla="*/ 333886 h 384233"/>
                <a:gd name="connsiteX376" fmla="*/ 514608 w 1695641"/>
                <a:gd name="connsiteY376" fmla="*/ 338527 h 384233"/>
                <a:gd name="connsiteX377" fmla="*/ 526745 w 1695641"/>
                <a:gd name="connsiteY377" fmla="*/ 342365 h 384233"/>
                <a:gd name="connsiteX378" fmla="*/ 544595 w 1695641"/>
                <a:gd name="connsiteY378" fmla="*/ 349951 h 384233"/>
                <a:gd name="connsiteX379" fmla="*/ 549058 w 1695641"/>
                <a:gd name="connsiteY379" fmla="*/ 363517 h 384233"/>
                <a:gd name="connsiteX380" fmla="*/ 542274 w 1695641"/>
                <a:gd name="connsiteY380" fmla="*/ 378510 h 384233"/>
                <a:gd name="connsiteX381" fmla="*/ 523801 w 1695641"/>
                <a:gd name="connsiteY381" fmla="*/ 384044 h 384233"/>
                <a:gd name="connsiteX382" fmla="*/ 505951 w 1695641"/>
                <a:gd name="connsiteY382" fmla="*/ 378153 h 384233"/>
                <a:gd name="connsiteX383" fmla="*/ 498900 w 1695641"/>
                <a:gd name="connsiteY383" fmla="*/ 361464 h 384233"/>
                <a:gd name="connsiteX384" fmla="*/ 511306 w 1695641"/>
                <a:gd name="connsiteY384" fmla="*/ 361465 h 384233"/>
                <a:gd name="connsiteX385" fmla="*/ 514876 w 1695641"/>
                <a:gd name="connsiteY385" fmla="*/ 369675 h 384233"/>
                <a:gd name="connsiteX386" fmla="*/ 523801 w 1695641"/>
                <a:gd name="connsiteY386" fmla="*/ 372531 h 384233"/>
                <a:gd name="connsiteX387" fmla="*/ 533439 w 1695641"/>
                <a:gd name="connsiteY387" fmla="*/ 370389 h 384233"/>
                <a:gd name="connsiteX388" fmla="*/ 536920 w 1695641"/>
                <a:gd name="connsiteY388" fmla="*/ 364410 h 384233"/>
                <a:gd name="connsiteX389" fmla="*/ 534421 w 1695641"/>
                <a:gd name="connsiteY389" fmla="*/ 358787 h 384233"/>
                <a:gd name="connsiteX390" fmla="*/ 523979 w 1695641"/>
                <a:gd name="connsiteY390" fmla="*/ 355128 h 384233"/>
                <a:gd name="connsiteX391" fmla="*/ 504434 w 1695641"/>
                <a:gd name="connsiteY391" fmla="*/ 347452 h 384233"/>
                <a:gd name="connsiteX392" fmla="*/ 499525 w 1695641"/>
                <a:gd name="connsiteY392" fmla="*/ 334690 h 384233"/>
                <a:gd name="connsiteX393" fmla="*/ 506040 w 1695641"/>
                <a:gd name="connsiteY393" fmla="*/ 319249 h 384233"/>
                <a:gd name="connsiteX394" fmla="*/ 523890 w 1695641"/>
                <a:gd name="connsiteY394" fmla="*/ 313538 h 384233"/>
                <a:gd name="connsiteX395" fmla="*/ 336367 w 1695641"/>
                <a:gd name="connsiteY395" fmla="*/ 313293 h 384233"/>
                <a:gd name="connsiteX396" fmla="*/ 357351 w 1695641"/>
                <a:gd name="connsiteY396" fmla="*/ 319250 h 384233"/>
                <a:gd name="connsiteX397" fmla="*/ 365830 w 1695641"/>
                <a:gd name="connsiteY397" fmla="*/ 335672 h 384233"/>
                <a:gd name="connsiteX398" fmla="*/ 352978 w 1695641"/>
                <a:gd name="connsiteY398" fmla="*/ 335672 h 384233"/>
                <a:gd name="connsiteX399" fmla="*/ 348515 w 1695641"/>
                <a:gd name="connsiteY399" fmla="*/ 328086 h 384233"/>
                <a:gd name="connsiteX400" fmla="*/ 339591 w 1695641"/>
                <a:gd name="connsiteY400" fmla="*/ 324783 h 384233"/>
                <a:gd name="connsiteX401" fmla="*/ 326472 w 1695641"/>
                <a:gd name="connsiteY401" fmla="*/ 331031 h 384233"/>
                <a:gd name="connsiteX402" fmla="*/ 321741 w 1695641"/>
                <a:gd name="connsiteY402" fmla="*/ 348881 h 384233"/>
                <a:gd name="connsiteX403" fmla="*/ 326293 w 1695641"/>
                <a:gd name="connsiteY403" fmla="*/ 366195 h 384233"/>
                <a:gd name="connsiteX404" fmla="*/ 339591 w 1695641"/>
                <a:gd name="connsiteY404" fmla="*/ 372175 h 384233"/>
                <a:gd name="connsiteX405" fmla="*/ 351193 w 1695641"/>
                <a:gd name="connsiteY405" fmla="*/ 365928 h 384233"/>
                <a:gd name="connsiteX406" fmla="*/ 354584 w 1695641"/>
                <a:gd name="connsiteY406" fmla="*/ 357717 h 384233"/>
                <a:gd name="connsiteX407" fmla="*/ 340127 w 1695641"/>
                <a:gd name="connsiteY407" fmla="*/ 357717 h 384233"/>
                <a:gd name="connsiteX408" fmla="*/ 340127 w 1695641"/>
                <a:gd name="connsiteY408" fmla="*/ 346203 h 384233"/>
                <a:gd name="connsiteX409" fmla="*/ 366187 w 1695641"/>
                <a:gd name="connsiteY409" fmla="*/ 346203 h 384233"/>
                <a:gd name="connsiteX410" fmla="*/ 366187 w 1695641"/>
                <a:gd name="connsiteY410" fmla="*/ 381903 h 384233"/>
                <a:gd name="connsiteX411" fmla="*/ 357262 w 1695641"/>
                <a:gd name="connsiteY411" fmla="*/ 381903 h 384233"/>
                <a:gd name="connsiteX412" fmla="*/ 356012 w 1695641"/>
                <a:gd name="connsiteY412" fmla="*/ 372978 h 384233"/>
                <a:gd name="connsiteX413" fmla="*/ 355299 w 1695641"/>
                <a:gd name="connsiteY413" fmla="*/ 374049 h 384233"/>
                <a:gd name="connsiteX414" fmla="*/ 337551 w 1695641"/>
                <a:gd name="connsiteY414" fmla="*/ 383456 h 384233"/>
                <a:gd name="connsiteX415" fmla="*/ 316743 w 1695641"/>
                <a:gd name="connsiteY415" fmla="*/ 374228 h 384233"/>
                <a:gd name="connsiteX416" fmla="*/ 316743 w 1695641"/>
                <a:gd name="connsiteY416" fmla="*/ 322820 h 384233"/>
                <a:gd name="connsiteX417" fmla="*/ 336367 w 1695641"/>
                <a:gd name="connsiteY417" fmla="*/ 313293 h 384233"/>
                <a:gd name="connsiteX418" fmla="*/ 381539 w 1695641"/>
                <a:gd name="connsiteY418" fmla="*/ 228751 h 384233"/>
                <a:gd name="connsiteX419" fmla="*/ 381449 w 1695641"/>
                <a:gd name="connsiteY419" fmla="*/ 228930 h 384233"/>
                <a:gd name="connsiteX420" fmla="*/ 381464 w 1695641"/>
                <a:gd name="connsiteY420" fmla="*/ 228833 h 384233"/>
                <a:gd name="connsiteX421" fmla="*/ 350212 w 1695641"/>
                <a:gd name="connsiteY421" fmla="*/ 205101 h 384233"/>
                <a:gd name="connsiteX422" fmla="*/ 359137 w 1695641"/>
                <a:gd name="connsiteY422" fmla="*/ 216256 h 384233"/>
                <a:gd name="connsiteX423" fmla="*/ 368597 w 1695641"/>
                <a:gd name="connsiteY423" fmla="*/ 213936 h 384233"/>
                <a:gd name="connsiteX424" fmla="*/ 379575 w 1695641"/>
                <a:gd name="connsiteY424" fmla="*/ 213936 h 384233"/>
                <a:gd name="connsiteX425" fmla="*/ 383413 w 1695641"/>
                <a:gd name="connsiteY425" fmla="*/ 215721 h 384233"/>
                <a:gd name="connsiteX426" fmla="*/ 382520 w 1695641"/>
                <a:gd name="connsiteY426" fmla="*/ 221968 h 384233"/>
                <a:gd name="connsiteX427" fmla="*/ 381464 w 1695641"/>
                <a:gd name="connsiteY427" fmla="*/ 228833 h 384233"/>
                <a:gd name="connsiteX428" fmla="*/ 376719 w 1695641"/>
                <a:gd name="connsiteY428" fmla="*/ 234017 h 384233"/>
                <a:gd name="connsiteX429" fmla="*/ 371810 w 1695641"/>
                <a:gd name="connsiteY429" fmla="*/ 237676 h 384233"/>
                <a:gd name="connsiteX430" fmla="*/ 368330 w 1695641"/>
                <a:gd name="connsiteY430" fmla="*/ 247583 h 384233"/>
                <a:gd name="connsiteX431" fmla="*/ 361368 w 1695641"/>
                <a:gd name="connsiteY431" fmla="*/ 252313 h 384233"/>
                <a:gd name="connsiteX432" fmla="*/ 353336 w 1695641"/>
                <a:gd name="connsiteY432" fmla="*/ 253027 h 384233"/>
                <a:gd name="connsiteX433" fmla="*/ 342715 w 1695641"/>
                <a:gd name="connsiteY433" fmla="*/ 257490 h 384233"/>
                <a:gd name="connsiteX434" fmla="*/ 330041 w 1695641"/>
                <a:gd name="connsiteY434" fmla="*/ 247048 h 384233"/>
                <a:gd name="connsiteX435" fmla="*/ 331380 w 1695641"/>
                <a:gd name="connsiteY435" fmla="*/ 239193 h 384233"/>
                <a:gd name="connsiteX436" fmla="*/ 329506 w 1695641"/>
                <a:gd name="connsiteY436" fmla="*/ 232946 h 384233"/>
                <a:gd name="connsiteX437" fmla="*/ 333344 w 1695641"/>
                <a:gd name="connsiteY437" fmla="*/ 225627 h 384233"/>
                <a:gd name="connsiteX438" fmla="*/ 343072 w 1695641"/>
                <a:gd name="connsiteY438" fmla="*/ 208939 h 384233"/>
                <a:gd name="connsiteX439" fmla="*/ 350212 w 1695641"/>
                <a:gd name="connsiteY439" fmla="*/ 205101 h 384233"/>
                <a:gd name="connsiteX440" fmla="*/ 469269 w 1695641"/>
                <a:gd name="connsiteY440" fmla="*/ 183145 h 384233"/>
                <a:gd name="connsiteX441" fmla="*/ 476410 w 1695641"/>
                <a:gd name="connsiteY441" fmla="*/ 184752 h 384233"/>
                <a:gd name="connsiteX442" fmla="*/ 483639 w 1695641"/>
                <a:gd name="connsiteY442" fmla="*/ 188500 h 384233"/>
                <a:gd name="connsiteX443" fmla="*/ 490868 w 1695641"/>
                <a:gd name="connsiteY443" fmla="*/ 189125 h 384233"/>
                <a:gd name="connsiteX444" fmla="*/ 498008 w 1695641"/>
                <a:gd name="connsiteY444" fmla="*/ 191356 h 384233"/>
                <a:gd name="connsiteX445" fmla="*/ 504166 w 1695641"/>
                <a:gd name="connsiteY445" fmla="*/ 190375 h 384233"/>
                <a:gd name="connsiteX446" fmla="*/ 518802 w 1695641"/>
                <a:gd name="connsiteY446" fmla="*/ 203316 h 384233"/>
                <a:gd name="connsiteX447" fmla="*/ 517999 w 1695641"/>
                <a:gd name="connsiteY447" fmla="*/ 203494 h 384233"/>
                <a:gd name="connsiteX448" fmla="*/ 521837 w 1695641"/>
                <a:gd name="connsiteY448" fmla="*/ 209117 h 384233"/>
                <a:gd name="connsiteX449" fmla="*/ 521837 w 1695641"/>
                <a:gd name="connsiteY449" fmla="*/ 216435 h 384233"/>
                <a:gd name="connsiteX450" fmla="*/ 516660 w 1695641"/>
                <a:gd name="connsiteY450" fmla="*/ 223219 h 384233"/>
                <a:gd name="connsiteX451" fmla="*/ 512644 w 1695641"/>
                <a:gd name="connsiteY451" fmla="*/ 231430 h 384233"/>
                <a:gd name="connsiteX452" fmla="*/ 507915 w 1695641"/>
                <a:gd name="connsiteY452" fmla="*/ 236963 h 384233"/>
                <a:gd name="connsiteX453" fmla="*/ 499704 w 1695641"/>
                <a:gd name="connsiteY453" fmla="*/ 240265 h 384233"/>
                <a:gd name="connsiteX454" fmla="*/ 492742 w 1695641"/>
                <a:gd name="connsiteY454" fmla="*/ 240265 h 384233"/>
                <a:gd name="connsiteX455" fmla="*/ 485424 w 1695641"/>
                <a:gd name="connsiteY455" fmla="*/ 243746 h 384233"/>
                <a:gd name="connsiteX456" fmla="*/ 479712 w 1695641"/>
                <a:gd name="connsiteY456" fmla="*/ 237677 h 384233"/>
                <a:gd name="connsiteX457" fmla="*/ 479712 w 1695641"/>
                <a:gd name="connsiteY457" fmla="*/ 229645 h 384233"/>
                <a:gd name="connsiteX458" fmla="*/ 473821 w 1695641"/>
                <a:gd name="connsiteY458" fmla="*/ 218845 h 384233"/>
                <a:gd name="connsiteX459" fmla="*/ 469091 w 1695641"/>
                <a:gd name="connsiteY459" fmla="*/ 209474 h 384233"/>
                <a:gd name="connsiteX460" fmla="*/ 466324 w 1695641"/>
                <a:gd name="connsiteY460" fmla="*/ 199032 h 384233"/>
                <a:gd name="connsiteX461" fmla="*/ 466860 w 1695641"/>
                <a:gd name="connsiteY461" fmla="*/ 192606 h 384233"/>
                <a:gd name="connsiteX462" fmla="*/ 469269 w 1695641"/>
                <a:gd name="connsiteY462" fmla="*/ 183145 h 384233"/>
                <a:gd name="connsiteX463" fmla="*/ 443656 w 1695641"/>
                <a:gd name="connsiteY463" fmla="*/ 131382 h 384233"/>
                <a:gd name="connsiteX464" fmla="*/ 437051 w 1695641"/>
                <a:gd name="connsiteY464" fmla="*/ 132274 h 384233"/>
                <a:gd name="connsiteX465" fmla="*/ 430269 w 1695641"/>
                <a:gd name="connsiteY465" fmla="*/ 134505 h 384233"/>
                <a:gd name="connsiteX466" fmla="*/ 425181 w 1695641"/>
                <a:gd name="connsiteY466" fmla="*/ 137718 h 384233"/>
                <a:gd name="connsiteX467" fmla="*/ 411972 w 1695641"/>
                <a:gd name="connsiteY467" fmla="*/ 143429 h 384233"/>
                <a:gd name="connsiteX468" fmla="*/ 407956 w 1695641"/>
                <a:gd name="connsiteY468" fmla="*/ 150212 h 384233"/>
                <a:gd name="connsiteX469" fmla="*/ 413668 w 1695641"/>
                <a:gd name="connsiteY469" fmla="*/ 155924 h 384233"/>
                <a:gd name="connsiteX470" fmla="*/ 423753 w 1695641"/>
                <a:gd name="connsiteY470" fmla="*/ 152801 h 384233"/>
                <a:gd name="connsiteX471" fmla="*/ 433214 w 1695641"/>
                <a:gd name="connsiteY471" fmla="*/ 145482 h 384233"/>
                <a:gd name="connsiteX472" fmla="*/ 441068 w 1695641"/>
                <a:gd name="connsiteY472" fmla="*/ 138521 h 384233"/>
                <a:gd name="connsiteX473" fmla="*/ 443656 w 1695641"/>
                <a:gd name="connsiteY473" fmla="*/ 131382 h 384233"/>
                <a:gd name="connsiteX474" fmla="*/ 757186 w 1695641"/>
                <a:gd name="connsiteY474" fmla="*/ 117012 h 384233"/>
                <a:gd name="connsiteX475" fmla="*/ 746743 w 1695641"/>
                <a:gd name="connsiteY475" fmla="*/ 118797 h 384233"/>
                <a:gd name="connsiteX476" fmla="*/ 744244 w 1695641"/>
                <a:gd name="connsiteY476" fmla="*/ 124330 h 384233"/>
                <a:gd name="connsiteX477" fmla="*/ 745048 w 1695641"/>
                <a:gd name="connsiteY477" fmla="*/ 129507 h 384233"/>
                <a:gd name="connsiteX478" fmla="*/ 753973 w 1695641"/>
                <a:gd name="connsiteY478" fmla="*/ 130488 h 384233"/>
                <a:gd name="connsiteX479" fmla="*/ 754062 w 1695641"/>
                <a:gd name="connsiteY479" fmla="*/ 130488 h 384233"/>
                <a:gd name="connsiteX480" fmla="*/ 760042 w 1695641"/>
                <a:gd name="connsiteY480" fmla="*/ 120135 h 384233"/>
                <a:gd name="connsiteX481" fmla="*/ 760062 w 1695641"/>
                <a:gd name="connsiteY481" fmla="*/ 119664 h 384233"/>
                <a:gd name="connsiteX482" fmla="*/ 757186 w 1695641"/>
                <a:gd name="connsiteY482" fmla="*/ 117012 h 384233"/>
                <a:gd name="connsiteX483" fmla="*/ 788423 w 1695641"/>
                <a:gd name="connsiteY483" fmla="*/ 107730 h 384233"/>
                <a:gd name="connsiteX484" fmla="*/ 780302 w 1695641"/>
                <a:gd name="connsiteY484" fmla="*/ 110407 h 384233"/>
                <a:gd name="connsiteX485" fmla="*/ 779319 w 1695641"/>
                <a:gd name="connsiteY485" fmla="*/ 118529 h 384233"/>
                <a:gd name="connsiteX486" fmla="*/ 784317 w 1695641"/>
                <a:gd name="connsiteY486" fmla="*/ 123080 h 384233"/>
                <a:gd name="connsiteX487" fmla="*/ 793242 w 1695641"/>
                <a:gd name="connsiteY487" fmla="*/ 116387 h 384233"/>
                <a:gd name="connsiteX488" fmla="*/ 793600 w 1695641"/>
                <a:gd name="connsiteY488" fmla="*/ 116387 h 384233"/>
                <a:gd name="connsiteX489" fmla="*/ 793600 w 1695641"/>
                <a:gd name="connsiteY489" fmla="*/ 109604 h 384233"/>
                <a:gd name="connsiteX490" fmla="*/ 788423 w 1695641"/>
                <a:gd name="connsiteY490" fmla="*/ 107730 h 384233"/>
                <a:gd name="connsiteX491" fmla="*/ 462041 w 1695641"/>
                <a:gd name="connsiteY491" fmla="*/ 97466 h 384233"/>
                <a:gd name="connsiteX492" fmla="*/ 469716 w 1695641"/>
                <a:gd name="connsiteY492" fmla="*/ 100412 h 384233"/>
                <a:gd name="connsiteX493" fmla="*/ 478641 w 1695641"/>
                <a:gd name="connsiteY493" fmla="*/ 100412 h 384233"/>
                <a:gd name="connsiteX494" fmla="*/ 491225 w 1695641"/>
                <a:gd name="connsiteY494" fmla="*/ 108623 h 384233"/>
                <a:gd name="connsiteX495" fmla="*/ 494706 w 1695641"/>
                <a:gd name="connsiteY495" fmla="*/ 119065 h 384233"/>
                <a:gd name="connsiteX496" fmla="*/ 494706 w 1695641"/>
                <a:gd name="connsiteY496" fmla="*/ 127187 h 384233"/>
                <a:gd name="connsiteX497" fmla="*/ 484085 w 1695641"/>
                <a:gd name="connsiteY497" fmla="*/ 137985 h 384233"/>
                <a:gd name="connsiteX498" fmla="*/ 483728 w 1695641"/>
                <a:gd name="connsiteY498" fmla="*/ 137985 h 384233"/>
                <a:gd name="connsiteX499" fmla="*/ 478641 w 1695641"/>
                <a:gd name="connsiteY499" fmla="*/ 146910 h 384233"/>
                <a:gd name="connsiteX500" fmla="*/ 461951 w 1695641"/>
                <a:gd name="connsiteY500" fmla="*/ 176006 h 384233"/>
                <a:gd name="connsiteX501" fmla="*/ 454633 w 1695641"/>
                <a:gd name="connsiteY501" fmla="*/ 185377 h 384233"/>
                <a:gd name="connsiteX502" fmla="*/ 449189 w 1695641"/>
                <a:gd name="connsiteY502" fmla="*/ 186091 h 384233"/>
                <a:gd name="connsiteX503" fmla="*/ 444013 w 1695641"/>
                <a:gd name="connsiteY503" fmla="*/ 191892 h 384233"/>
                <a:gd name="connsiteX504" fmla="*/ 445709 w 1695641"/>
                <a:gd name="connsiteY504" fmla="*/ 202513 h 384233"/>
                <a:gd name="connsiteX505" fmla="*/ 445709 w 1695641"/>
                <a:gd name="connsiteY505" fmla="*/ 249725 h 384233"/>
                <a:gd name="connsiteX506" fmla="*/ 436784 w 1695641"/>
                <a:gd name="connsiteY506" fmla="*/ 263113 h 384233"/>
                <a:gd name="connsiteX507" fmla="*/ 427234 w 1695641"/>
                <a:gd name="connsiteY507" fmla="*/ 272662 h 384233"/>
                <a:gd name="connsiteX508" fmla="*/ 418309 w 1695641"/>
                <a:gd name="connsiteY508" fmla="*/ 277214 h 384233"/>
                <a:gd name="connsiteX509" fmla="*/ 414293 w 1695641"/>
                <a:gd name="connsiteY509" fmla="*/ 274447 h 384233"/>
                <a:gd name="connsiteX510" fmla="*/ 408045 w 1695641"/>
                <a:gd name="connsiteY510" fmla="*/ 271681 h 384233"/>
                <a:gd name="connsiteX511" fmla="*/ 403136 w 1695641"/>
                <a:gd name="connsiteY511" fmla="*/ 267843 h 384233"/>
                <a:gd name="connsiteX512" fmla="*/ 394926 w 1695641"/>
                <a:gd name="connsiteY512" fmla="*/ 263827 h 384233"/>
                <a:gd name="connsiteX513" fmla="*/ 390464 w 1695641"/>
                <a:gd name="connsiteY513" fmla="*/ 255437 h 384233"/>
                <a:gd name="connsiteX514" fmla="*/ 377880 w 1695641"/>
                <a:gd name="connsiteY514" fmla="*/ 242585 h 384233"/>
                <a:gd name="connsiteX515" fmla="*/ 385912 w 1695641"/>
                <a:gd name="connsiteY515" fmla="*/ 239283 h 384233"/>
                <a:gd name="connsiteX516" fmla="*/ 397781 w 1695641"/>
                <a:gd name="connsiteY516" fmla="*/ 243388 h 384233"/>
                <a:gd name="connsiteX517" fmla="*/ 407331 w 1695641"/>
                <a:gd name="connsiteY517" fmla="*/ 232232 h 384233"/>
                <a:gd name="connsiteX518" fmla="*/ 407331 w 1695641"/>
                <a:gd name="connsiteY518" fmla="*/ 224467 h 384233"/>
                <a:gd name="connsiteX519" fmla="*/ 407331 w 1695641"/>
                <a:gd name="connsiteY519" fmla="*/ 213847 h 384233"/>
                <a:gd name="connsiteX520" fmla="*/ 409027 w 1695641"/>
                <a:gd name="connsiteY520" fmla="*/ 199657 h 384233"/>
                <a:gd name="connsiteX521" fmla="*/ 406439 w 1695641"/>
                <a:gd name="connsiteY521" fmla="*/ 194837 h 384233"/>
                <a:gd name="connsiteX522" fmla="*/ 398763 w 1695641"/>
                <a:gd name="connsiteY522" fmla="*/ 192695 h 384233"/>
                <a:gd name="connsiteX523" fmla="*/ 392695 w 1695641"/>
                <a:gd name="connsiteY523" fmla="*/ 193766 h 384233"/>
                <a:gd name="connsiteX524" fmla="*/ 382967 w 1695641"/>
                <a:gd name="connsiteY524" fmla="*/ 192874 h 384233"/>
                <a:gd name="connsiteX525" fmla="*/ 379486 w 1695641"/>
                <a:gd name="connsiteY525" fmla="*/ 189750 h 384233"/>
                <a:gd name="connsiteX526" fmla="*/ 377522 w 1695641"/>
                <a:gd name="connsiteY526" fmla="*/ 182610 h 384233"/>
                <a:gd name="connsiteX527" fmla="*/ 375827 w 1695641"/>
                <a:gd name="connsiteY527" fmla="*/ 178772 h 384233"/>
                <a:gd name="connsiteX528" fmla="*/ 374934 w 1695641"/>
                <a:gd name="connsiteY528" fmla="*/ 171275 h 384233"/>
                <a:gd name="connsiteX529" fmla="*/ 372524 w 1695641"/>
                <a:gd name="connsiteY529" fmla="*/ 160298 h 384233"/>
                <a:gd name="connsiteX530" fmla="*/ 370204 w 1695641"/>
                <a:gd name="connsiteY530" fmla="*/ 146196 h 384233"/>
                <a:gd name="connsiteX531" fmla="*/ 369490 w 1695641"/>
                <a:gd name="connsiteY531" fmla="*/ 131917 h 384233"/>
                <a:gd name="connsiteX532" fmla="*/ 378415 w 1695641"/>
                <a:gd name="connsiteY532" fmla="*/ 115763 h 384233"/>
                <a:gd name="connsiteX533" fmla="*/ 386626 w 1695641"/>
                <a:gd name="connsiteY533" fmla="*/ 112104 h 384233"/>
                <a:gd name="connsiteX534" fmla="*/ 393944 w 1695641"/>
                <a:gd name="connsiteY534" fmla="*/ 115941 h 384233"/>
                <a:gd name="connsiteX535" fmla="*/ 397424 w 1695641"/>
                <a:gd name="connsiteY535" fmla="*/ 120582 h 384233"/>
                <a:gd name="connsiteX536" fmla="*/ 412597 w 1695641"/>
                <a:gd name="connsiteY536" fmla="*/ 116120 h 384233"/>
                <a:gd name="connsiteX537" fmla="*/ 423842 w 1695641"/>
                <a:gd name="connsiteY537" fmla="*/ 113085 h 384233"/>
                <a:gd name="connsiteX538" fmla="*/ 432053 w 1695641"/>
                <a:gd name="connsiteY538" fmla="*/ 110140 h 384233"/>
                <a:gd name="connsiteX539" fmla="*/ 438479 w 1695641"/>
                <a:gd name="connsiteY539" fmla="*/ 108266 h 384233"/>
                <a:gd name="connsiteX540" fmla="*/ 447404 w 1695641"/>
                <a:gd name="connsiteY540" fmla="*/ 104785 h 384233"/>
                <a:gd name="connsiteX541" fmla="*/ 452492 w 1695641"/>
                <a:gd name="connsiteY541" fmla="*/ 101483 h 384233"/>
                <a:gd name="connsiteX542" fmla="*/ 456953 w 1695641"/>
                <a:gd name="connsiteY542" fmla="*/ 99162 h 384233"/>
                <a:gd name="connsiteX543" fmla="*/ 462041 w 1695641"/>
                <a:gd name="connsiteY543" fmla="*/ 97466 h 384233"/>
                <a:gd name="connsiteX544" fmla="*/ 754508 w 1695641"/>
                <a:gd name="connsiteY544" fmla="*/ 82830 h 384233"/>
                <a:gd name="connsiteX545" fmla="*/ 745583 w 1695641"/>
                <a:gd name="connsiteY545" fmla="*/ 88988 h 384233"/>
                <a:gd name="connsiteX546" fmla="*/ 746565 w 1695641"/>
                <a:gd name="connsiteY546" fmla="*/ 97913 h 384233"/>
                <a:gd name="connsiteX547" fmla="*/ 750402 w 1695641"/>
                <a:gd name="connsiteY547" fmla="*/ 100234 h 384233"/>
                <a:gd name="connsiteX548" fmla="*/ 760577 w 1695641"/>
                <a:gd name="connsiteY548" fmla="*/ 90595 h 384233"/>
                <a:gd name="connsiteX549" fmla="*/ 761023 w 1695641"/>
                <a:gd name="connsiteY549" fmla="*/ 90327 h 384233"/>
                <a:gd name="connsiteX550" fmla="*/ 754508 w 1695641"/>
                <a:gd name="connsiteY550" fmla="*/ 82830 h 384233"/>
                <a:gd name="connsiteX551" fmla="*/ 802702 w 1695641"/>
                <a:gd name="connsiteY551" fmla="*/ 69710 h 384233"/>
                <a:gd name="connsiteX552" fmla="*/ 782265 w 1695641"/>
                <a:gd name="connsiteY552" fmla="*/ 77742 h 384233"/>
                <a:gd name="connsiteX553" fmla="*/ 785210 w 1695641"/>
                <a:gd name="connsiteY553" fmla="*/ 87381 h 384233"/>
                <a:gd name="connsiteX554" fmla="*/ 796188 w 1695641"/>
                <a:gd name="connsiteY554" fmla="*/ 88006 h 384233"/>
                <a:gd name="connsiteX555" fmla="*/ 803505 w 1695641"/>
                <a:gd name="connsiteY555" fmla="*/ 77564 h 384233"/>
                <a:gd name="connsiteX556" fmla="*/ 802702 w 1695641"/>
                <a:gd name="connsiteY556" fmla="*/ 69710 h 384233"/>
                <a:gd name="connsiteX557" fmla="*/ 1094368 w 1695641"/>
                <a:gd name="connsiteY557" fmla="*/ 67658 h 384233"/>
                <a:gd name="connsiteX558" fmla="*/ 1100348 w 1695641"/>
                <a:gd name="connsiteY558" fmla="*/ 71139 h 384233"/>
                <a:gd name="connsiteX559" fmla="*/ 1109273 w 1695641"/>
                <a:gd name="connsiteY559" fmla="*/ 79438 h 384233"/>
                <a:gd name="connsiteX560" fmla="*/ 1111950 w 1695641"/>
                <a:gd name="connsiteY560" fmla="*/ 87649 h 384233"/>
                <a:gd name="connsiteX561" fmla="*/ 1115430 w 1695641"/>
                <a:gd name="connsiteY561" fmla="*/ 93093 h 384233"/>
                <a:gd name="connsiteX562" fmla="*/ 1101597 w 1695641"/>
                <a:gd name="connsiteY562" fmla="*/ 105945 h 384233"/>
                <a:gd name="connsiteX563" fmla="*/ 1090709 w 1695641"/>
                <a:gd name="connsiteY563" fmla="*/ 114870 h 384233"/>
                <a:gd name="connsiteX564" fmla="*/ 1082319 w 1695641"/>
                <a:gd name="connsiteY564" fmla="*/ 120493 h 384233"/>
                <a:gd name="connsiteX565" fmla="*/ 1065630 w 1695641"/>
                <a:gd name="connsiteY565" fmla="*/ 132185 h 384233"/>
                <a:gd name="connsiteX566" fmla="*/ 1069646 w 1695641"/>
                <a:gd name="connsiteY566" fmla="*/ 146108 h 384233"/>
                <a:gd name="connsiteX567" fmla="*/ 1066879 w 1695641"/>
                <a:gd name="connsiteY567" fmla="*/ 152533 h 384233"/>
                <a:gd name="connsiteX568" fmla="*/ 1064648 w 1695641"/>
                <a:gd name="connsiteY568" fmla="*/ 158423 h 384233"/>
                <a:gd name="connsiteX569" fmla="*/ 1062952 w 1695641"/>
                <a:gd name="connsiteY569" fmla="*/ 164671 h 384233"/>
                <a:gd name="connsiteX570" fmla="*/ 1061792 w 1695641"/>
                <a:gd name="connsiteY570" fmla="*/ 171275 h 384233"/>
                <a:gd name="connsiteX571" fmla="*/ 1062684 w 1695641"/>
                <a:gd name="connsiteY571" fmla="*/ 188411 h 384233"/>
                <a:gd name="connsiteX572" fmla="*/ 1093565 w 1695641"/>
                <a:gd name="connsiteY572" fmla="*/ 187697 h 384233"/>
                <a:gd name="connsiteX573" fmla="*/ 1101598 w 1695641"/>
                <a:gd name="connsiteY573" fmla="*/ 184574 h 384233"/>
                <a:gd name="connsiteX574" fmla="*/ 1109273 w 1695641"/>
                <a:gd name="connsiteY574" fmla="*/ 183770 h 384233"/>
                <a:gd name="connsiteX575" fmla="*/ 1117662 w 1695641"/>
                <a:gd name="connsiteY575" fmla="*/ 186002 h 384233"/>
                <a:gd name="connsiteX576" fmla="*/ 1125872 w 1695641"/>
                <a:gd name="connsiteY576" fmla="*/ 190553 h 384233"/>
                <a:gd name="connsiteX577" fmla="*/ 1136582 w 1695641"/>
                <a:gd name="connsiteY577" fmla="*/ 199478 h 384233"/>
                <a:gd name="connsiteX578" fmla="*/ 1137564 w 1695641"/>
                <a:gd name="connsiteY578" fmla="*/ 206797 h 384233"/>
                <a:gd name="connsiteX579" fmla="*/ 1136046 w 1695641"/>
                <a:gd name="connsiteY579" fmla="*/ 206975 h 384233"/>
                <a:gd name="connsiteX580" fmla="*/ 1137117 w 1695641"/>
                <a:gd name="connsiteY580" fmla="*/ 209653 h 384233"/>
                <a:gd name="connsiteX581" fmla="*/ 1137832 w 1695641"/>
                <a:gd name="connsiteY581" fmla="*/ 213580 h 384233"/>
                <a:gd name="connsiteX582" fmla="*/ 1135154 w 1695641"/>
                <a:gd name="connsiteY582" fmla="*/ 219917 h 384233"/>
                <a:gd name="connsiteX583" fmla="*/ 1129799 w 1695641"/>
                <a:gd name="connsiteY583" fmla="*/ 225360 h 384233"/>
                <a:gd name="connsiteX584" fmla="*/ 1119357 w 1695641"/>
                <a:gd name="connsiteY584" fmla="*/ 225985 h 384233"/>
                <a:gd name="connsiteX585" fmla="*/ 1108023 w 1695641"/>
                <a:gd name="connsiteY585" fmla="*/ 224021 h 384233"/>
                <a:gd name="connsiteX586" fmla="*/ 1096421 w 1695641"/>
                <a:gd name="connsiteY586" fmla="*/ 225003 h 384233"/>
                <a:gd name="connsiteX587" fmla="*/ 1077232 w 1695641"/>
                <a:gd name="connsiteY587" fmla="*/ 223397 h 384233"/>
                <a:gd name="connsiteX588" fmla="*/ 1059382 w 1695641"/>
                <a:gd name="connsiteY588" fmla="*/ 223397 h 384233"/>
                <a:gd name="connsiteX589" fmla="*/ 1041532 w 1695641"/>
                <a:gd name="connsiteY589" fmla="*/ 224824 h 384233"/>
                <a:gd name="connsiteX590" fmla="*/ 1024486 w 1695641"/>
                <a:gd name="connsiteY590" fmla="*/ 227234 h 384233"/>
                <a:gd name="connsiteX591" fmla="*/ 1005119 w 1695641"/>
                <a:gd name="connsiteY591" fmla="*/ 226788 h 384233"/>
                <a:gd name="connsiteX592" fmla="*/ 970758 w 1695641"/>
                <a:gd name="connsiteY592" fmla="*/ 233839 h 384233"/>
                <a:gd name="connsiteX593" fmla="*/ 928633 w 1695641"/>
                <a:gd name="connsiteY593" fmla="*/ 249904 h 384233"/>
                <a:gd name="connsiteX594" fmla="*/ 912568 w 1695641"/>
                <a:gd name="connsiteY594" fmla="*/ 234731 h 384233"/>
                <a:gd name="connsiteX595" fmla="*/ 912568 w 1695641"/>
                <a:gd name="connsiteY595" fmla="*/ 225806 h 384233"/>
                <a:gd name="connsiteX596" fmla="*/ 911586 w 1695641"/>
                <a:gd name="connsiteY596" fmla="*/ 214919 h 384233"/>
                <a:gd name="connsiteX597" fmla="*/ 929436 w 1695641"/>
                <a:gd name="connsiteY597" fmla="*/ 205190 h 384233"/>
                <a:gd name="connsiteX598" fmla="*/ 939789 w 1695641"/>
                <a:gd name="connsiteY598" fmla="*/ 206172 h 384233"/>
                <a:gd name="connsiteX599" fmla="*/ 961208 w 1695641"/>
                <a:gd name="connsiteY599" fmla="*/ 198050 h 384233"/>
                <a:gd name="connsiteX600" fmla="*/ 970133 w 1695641"/>
                <a:gd name="connsiteY600" fmla="*/ 196355 h 384233"/>
                <a:gd name="connsiteX601" fmla="*/ 993606 w 1695641"/>
                <a:gd name="connsiteY601" fmla="*/ 186537 h 384233"/>
                <a:gd name="connsiteX602" fmla="*/ 1011991 w 1695641"/>
                <a:gd name="connsiteY602" fmla="*/ 155121 h 384233"/>
                <a:gd name="connsiteX603" fmla="*/ 1013866 w 1695641"/>
                <a:gd name="connsiteY603" fmla="*/ 144591 h 384233"/>
                <a:gd name="connsiteX604" fmla="*/ 1011991 w 1695641"/>
                <a:gd name="connsiteY604" fmla="*/ 136290 h 384233"/>
                <a:gd name="connsiteX605" fmla="*/ 1003066 w 1695641"/>
                <a:gd name="connsiteY605" fmla="*/ 137718 h 384233"/>
                <a:gd name="connsiteX606" fmla="*/ 991375 w 1695641"/>
                <a:gd name="connsiteY606" fmla="*/ 138522 h 384233"/>
                <a:gd name="connsiteX607" fmla="*/ 987805 w 1695641"/>
                <a:gd name="connsiteY607" fmla="*/ 127901 h 384233"/>
                <a:gd name="connsiteX608" fmla="*/ 980843 w 1695641"/>
                <a:gd name="connsiteY608" fmla="*/ 115138 h 384233"/>
                <a:gd name="connsiteX609" fmla="*/ 979058 w 1695641"/>
                <a:gd name="connsiteY609" fmla="*/ 104874 h 384233"/>
                <a:gd name="connsiteX610" fmla="*/ 978166 w 1695641"/>
                <a:gd name="connsiteY610" fmla="*/ 94968 h 384233"/>
                <a:gd name="connsiteX611" fmla="*/ 987091 w 1695641"/>
                <a:gd name="connsiteY611" fmla="*/ 87560 h 384233"/>
                <a:gd name="connsiteX612" fmla="*/ 1002799 w 1695641"/>
                <a:gd name="connsiteY612" fmla="*/ 91308 h 384233"/>
                <a:gd name="connsiteX613" fmla="*/ 1040283 w 1695641"/>
                <a:gd name="connsiteY613" fmla="*/ 85061 h 384233"/>
                <a:gd name="connsiteX614" fmla="*/ 1046798 w 1695641"/>
                <a:gd name="connsiteY614" fmla="*/ 83276 h 384233"/>
                <a:gd name="connsiteX615" fmla="*/ 1051439 w 1695641"/>
                <a:gd name="connsiteY615" fmla="*/ 81491 h 384233"/>
                <a:gd name="connsiteX616" fmla="*/ 1079553 w 1695641"/>
                <a:gd name="connsiteY616" fmla="*/ 69622 h 384233"/>
                <a:gd name="connsiteX617" fmla="*/ 1087496 w 1695641"/>
                <a:gd name="connsiteY617" fmla="*/ 68640 h 384233"/>
                <a:gd name="connsiteX618" fmla="*/ 1094368 w 1695641"/>
                <a:gd name="connsiteY618" fmla="*/ 67658 h 384233"/>
                <a:gd name="connsiteX619" fmla="*/ 699531 w 1695641"/>
                <a:gd name="connsiteY619" fmla="*/ 57304 h 384233"/>
                <a:gd name="connsiteX620" fmla="*/ 707564 w 1695641"/>
                <a:gd name="connsiteY620" fmla="*/ 67836 h 384233"/>
                <a:gd name="connsiteX621" fmla="*/ 705689 w 1695641"/>
                <a:gd name="connsiteY621" fmla="*/ 78456 h 384233"/>
                <a:gd name="connsiteX622" fmla="*/ 702030 w 1695641"/>
                <a:gd name="connsiteY622" fmla="*/ 90594 h 384233"/>
                <a:gd name="connsiteX623" fmla="*/ 695426 w 1695641"/>
                <a:gd name="connsiteY623" fmla="*/ 99519 h 384233"/>
                <a:gd name="connsiteX624" fmla="*/ 684449 w 1695641"/>
                <a:gd name="connsiteY624" fmla="*/ 111656 h 384233"/>
                <a:gd name="connsiteX625" fmla="*/ 683288 w 1695641"/>
                <a:gd name="connsiteY625" fmla="*/ 125133 h 384233"/>
                <a:gd name="connsiteX626" fmla="*/ 684091 w 1695641"/>
                <a:gd name="connsiteY626" fmla="*/ 134058 h 384233"/>
                <a:gd name="connsiteX627" fmla="*/ 691231 w 1695641"/>
                <a:gd name="connsiteY627" fmla="*/ 134058 h 384233"/>
                <a:gd name="connsiteX628" fmla="*/ 693552 w 1695641"/>
                <a:gd name="connsiteY628" fmla="*/ 140573 h 384233"/>
                <a:gd name="connsiteX629" fmla="*/ 697925 w 1695641"/>
                <a:gd name="connsiteY629" fmla="*/ 151016 h 384233"/>
                <a:gd name="connsiteX630" fmla="*/ 696408 w 1695641"/>
                <a:gd name="connsiteY630" fmla="*/ 155210 h 384233"/>
                <a:gd name="connsiteX631" fmla="*/ 675791 w 1695641"/>
                <a:gd name="connsiteY631" fmla="*/ 175023 h 384233"/>
                <a:gd name="connsiteX632" fmla="*/ 676773 w 1695641"/>
                <a:gd name="connsiteY632" fmla="*/ 183145 h 384233"/>
                <a:gd name="connsiteX633" fmla="*/ 684627 w 1695641"/>
                <a:gd name="connsiteY633" fmla="*/ 183145 h 384233"/>
                <a:gd name="connsiteX634" fmla="*/ 684359 w 1695641"/>
                <a:gd name="connsiteY634" fmla="*/ 183680 h 384233"/>
                <a:gd name="connsiteX635" fmla="*/ 691499 w 1695641"/>
                <a:gd name="connsiteY635" fmla="*/ 188321 h 384233"/>
                <a:gd name="connsiteX636" fmla="*/ 693641 w 1695641"/>
                <a:gd name="connsiteY636" fmla="*/ 195997 h 384233"/>
                <a:gd name="connsiteX637" fmla="*/ 673560 w 1695641"/>
                <a:gd name="connsiteY637" fmla="*/ 220094 h 384233"/>
                <a:gd name="connsiteX638" fmla="*/ 640806 w 1695641"/>
                <a:gd name="connsiteY638" fmla="*/ 236426 h 384233"/>
                <a:gd name="connsiteX639" fmla="*/ 624830 w 1695641"/>
                <a:gd name="connsiteY639" fmla="*/ 250706 h 384233"/>
                <a:gd name="connsiteX640" fmla="*/ 618494 w 1695641"/>
                <a:gd name="connsiteY640" fmla="*/ 250706 h 384233"/>
                <a:gd name="connsiteX641" fmla="*/ 609569 w 1695641"/>
                <a:gd name="connsiteY641" fmla="*/ 248207 h 384233"/>
                <a:gd name="connsiteX642" fmla="*/ 605732 w 1695641"/>
                <a:gd name="connsiteY642" fmla="*/ 240353 h 384233"/>
                <a:gd name="connsiteX643" fmla="*/ 600198 w 1695641"/>
                <a:gd name="connsiteY643" fmla="*/ 232411 h 384233"/>
                <a:gd name="connsiteX644" fmla="*/ 597699 w 1695641"/>
                <a:gd name="connsiteY644" fmla="*/ 217952 h 384233"/>
                <a:gd name="connsiteX645" fmla="*/ 611889 w 1695641"/>
                <a:gd name="connsiteY645" fmla="*/ 204297 h 384233"/>
                <a:gd name="connsiteX646" fmla="*/ 620011 w 1695641"/>
                <a:gd name="connsiteY646" fmla="*/ 198317 h 384233"/>
                <a:gd name="connsiteX647" fmla="*/ 625812 w 1695641"/>
                <a:gd name="connsiteY647" fmla="*/ 192337 h 384233"/>
                <a:gd name="connsiteX648" fmla="*/ 627329 w 1695641"/>
                <a:gd name="connsiteY648" fmla="*/ 186536 h 384233"/>
                <a:gd name="connsiteX649" fmla="*/ 629024 w 1695641"/>
                <a:gd name="connsiteY649" fmla="*/ 179039 h 384233"/>
                <a:gd name="connsiteX650" fmla="*/ 626347 w 1695641"/>
                <a:gd name="connsiteY650" fmla="*/ 173060 h 384233"/>
                <a:gd name="connsiteX651" fmla="*/ 623134 w 1695641"/>
                <a:gd name="connsiteY651" fmla="*/ 167884 h 384233"/>
                <a:gd name="connsiteX652" fmla="*/ 616708 w 1695641"/>
                <a:gd name="connsiteY652" fmla="*/ 156728 h 384233"/>
                <a:gd name="connsiteX653" fmla="*/ 626972 w 1695641"/>
                <a:gd name="connsiteY653" fmla="*/ 146107 h 384233"/>
                <a:gd name="connsiteX654" fmla="*/ 633844 w 1695641"/>
                <a:gd name="connsiteY654" fmla="*/ 146107 h 384233"/>
                <a:gd name="connsiteX655" fmla="*/ 643484 w 1695641"/>
                <a:gd name="connsiteY655" fmla="*/ 138164 h 384233"/>
                <a:gd name="connsiteX656" fmla="*/ 645625 w 1695641"/>
                <a:gd name="connsiteY656" fmla="*/ 123527 h 384233"/>
                <a:gd name="connsiteX657" fmla="*/ 638128 w 1695641"/>
                <a:gd name="connsiteY657" fmla="*/ 116565 h 384233"/>
                <a:gd name="connsiteX658" fmla="*/ 629203 w 1695641"/>
                <a:gd name="connsiteY658" fmla="*/ 113352 h 384233"/>
                <a:gd name="connsiteX659" fmla="*/ 623581 w 1695641"/>
                <a:gd name="connsiteY659" fmla="*/ 107195 h 384233"/>
                <a:gd name="connsiteX660" fmla="*/ 618940 w 1695641"/>
                <a:gd name="connsiteY660" fmla="*/ 104071 h 384233"/>
                <a:gd name="connsiteX661" fmla="*/ 616440 w 1695641"/>
                <a:gd name="connsiteY661" fmla="*/ 93629 h 384233"/>
                <a:gd name="connsiteX662" fmla="*/ 621260 w 1695641"/>
                <a:gd name="connsiteY662" fmla="*/ 90594 h 384233"/>
                <a:gd name="connsiteX663" fmla="*/ 624919 w 1695641"/>
                <a:gd name="connsiteY663" fmla="*/ 84972 h 384233"/>
                <a:gd name="connsiteX664" fmla="*/ 632684 w 1695641"/>
                <a:gd name="connsiteY664" fmla="*/ 80420 h 384233"/>
                <a:gd name="connsiteX665" fmla="*/ 642859 w 1695641"/>
                <a:gd name="connsiteY665" fmla="*/ 79260 h 384233"/>
                <a:gd name="connsiteX666" fmla="*/ 686947 w 1695641"/>
                <a:gd name="connsiteY666" fmla="*/ 58197 h 384233"/>
                <a:gd name="connsiteX667" fmla="*/ 699531 w 1695641"/>
                <a:gd name="connsiteY667" fmla="*/ 57304 h 384233"/>
                <a:gd name="connsiteX668" fmla="*/ 1315527 w 1695641"/>
                <a:gd name="connsiteY668" fmla="*/ 56948 h 384233"/>
                <a:gd name="connsiteX669" fmla="*/ 1328468 w 1695641"/>
                <a:gd name="connsiteY669" fmla="*/ 57483 h 384233"/>
                <a:gd name="connsiteX670" fmla="*/ 1338821 w 1695641"/>
                <a:gd name="connsiteY670" fmla="*/ 65962 h 384233"/>
                <a:gd name="connsiteX671" fmla="*/ 1341231 w 1695641"/>
                <a:gd name="connsiteY671" fmla="*/ 73280 h 384233"/>
                <a:gd name="connsiteX672" fmla="*/ 1342659 w 1695641"/>
                <a:gd name="connsiteY672" fmla="*/ 80330 h 384233"/>
                <a:gd name="connsiteX673" fmla="*/ 1337215 w 1695641"/>
                <a:gd name="connsiteY673" fmla="*/ 93450 h 384233"/>
                <a:gd name="connsiteX674" fmla="*/ 1337215 w 1695641"/>
                <a:gd name="connsiteY674" fmla="*/ 101125 h 384233"/>
                <a:gd name="connsiteX675" fmla="*/ 1342481 w 1695641"/>
                <a:gd name="connsiteY675" fmla="*/ 99787 h 384233"/>
                <a:gd name="connsiteX676" fmla="*/ 1349085 w 1695641"/>
                <a:gd name="connsiteY676" fmla="*/ 96841 h 384233"/>
                <a:gd name="connsiteX677" fmla="*/ 1356849 w 1695641"/>
                <a:gd name="connsiteY677" fmla="*/ 94164 h 384233"/>
                <a:gd name="connsiteX678" fmla="*/ 1365774 w 1695641"/>
                <a:gd name="connsiteY678" fmla="*/ 87738 h 384233"/>
                <a:gd name="connsiteX679" fmla="*/ 1379697 w 1695641"/>
                <a:gd name="connsiteY679" fmla="*/ 87738 h 384233"/>
                <a:gd name="connsiteX680" fmla="*/ 1391835 w 1695641"/>
                <a:gd name="connsiteY680" fmla="*/ 91665 h 384233"/>
                <a:gd name="connsiteX681" fmla="*/ 1400224 w 1695641"/>
                <a:gd name="connsiteY681" fmla="*/ 107641 h 384233"/>
                <a:gd name="connsiteX682" fmla="*/ 1397011 w 1695641"/>
                <a:gd name="connsiteY682" fmla="*/ 111657 h 384233"/>
                <a:gd name="connsiteX683" fmla="*/ 1390318 w 1695641"/>
                <a:gd name="connsiteY683" fmla="*/ 116655 h 384233"/>
                <a:gd name="connsiteX684" fmla="*/ 1374877 w 1695641"/>
                <a:gd name="connsiteY684" fmla="*/ 123259 h 384233"/>
                <a:gd name="connsiteX685" fmla="*/ 1365952 w 1695641"/>
                <a:gd name="connsiteY685" fmla="*/ 127097 h 384233"/>
                <a:gd name="connsiteX686" fmla="*/ 1355600 w 1695641"/>
                <a:gd name="connsiteY686" fmla="*/ 128436 h 384233"/>
                <a:gd name="connsiteX687" fmla="*/ 1339714 w 1695641"/>
                <a:gd name="connsiteY687" fmla="*/ 134505 h 384233"/>
                <a:gd name="connsiteX688" fmla="*/ 1334448 w 1695641"/>
                <a:gd name="connsiteY688" fmla="*/ 142180 h 384233"/>
                <a:gd name="connsiteX689" fmla="*/ 1336322 w 1695641"/>
                <a:gd name="connsiteY689" fmla="*/ 154496 h 384233"/>
                <a:gd name="connsiteX690" fmla="*/ 1362561 w 1695641"/>
                <a:gd name="connsiteY690" fmla="*/ 181271 h 384233"/>
                <a:gd name="connsiteX691" fmla="*/ 1381928 w 1695641"/>
                <a:gd name="connsiteY691" fmla="*/ 203137 h 384233"/>
                <a:gd name="connsiteX692" fmla="*/ 1401831 w 1695641"/>
                <a:gd name="connsiteY692" fmla="*/ 216791 h 384233"/>
                <a:gd name="connsiteX693" fmla="*/ 1413255 w 1695641"/>
                <a:gd name="connsiteY693" fmla="*/ 221254 h 384233"/>
                <a:gd name="connsiteX694" fmla="*/ 1422179 w 1695641"/>
                <a:gd name="connsiteY694" fmla="*/ 226877 h 384233"/>
                <a:gd name="connsiteX695" fmla="*/ 1441903 w 1695641"/>
                <a:gd name="connsiteY695" fmla="*/ 234195 h 384233"/>
                <a:gd name="connsiteX696" fmla="*/ 1448686 w 1695641"/>
                <a:gd name="connsiteY696" fmla="*/ 237319 h 384233"/>
                <a:gd name="connsiteX697" fmla="*/ 1447972 w 1695641"/>
                <a:gd name="connsiteY697" fmla="*/ 238211 h 384233"/>
                <a:gd name="connsiteX698" fmla="*/ 1445830 w 1695641"/>
                <a:gd name="connsiteY698" fmla="*/ 243388 h 384233"/>
                <a:gd name="connsiteX699" fmla="*/ 1444849 w 1695641"/>
                <a:gd name="connsiteY699" fmla="*/ 250706 h 384233"/>
                <a:gd name="connsiteX700" fmla="*/ 1433514 w 1695641"/>
                <a:gd name="connsiteY700" fmla="*/ 256597 h 384233"/>
                <a:gd name="connsiteX701" fmla="*/ 1428873 w 1695641"/>
                <a:gd name="connsiteY701" fmla="*/ 260435 h 384233"/>
                <a:gd name="connsiteX702" fmla="*/ 1424231 w 1695641"/>
                <a:gd name="connsiteY702" fmla="*/ 261416 h 384233"/>
                <a:gd name="connsiteX703" fmla="*/ 1413790 w 1695641"/>
                <a:gd name="connsiteY703" fmla="*/ 260792 h 384233"/>
                <a:gd name="connsiteX704" fmla="*/ 1402991 w 1695641"/>
                <a:gd name="connsiteY704" fmla="*/ 260792 h 384233"/>
                <a:gd name="connsiteX705" fmla="*/ 1393530 w 1695641"/>
                <a:gd name="connsiteY705" fmla="*/ 259007 h 384233"/>
                <a:gd name="connsiteX706" fmla="*/ 1378715 w 1695641"/>
                <a:gd name="connsiteY706" fmla="*/ 256954 h 384233"/>
                <a:gd name="connsiteX707" fmla="*/ 1370326 w 1695641"/>
                <a:gd name="connsiteY707" fmla="*/ 251153 h 384233"/>
                <a:gd name="connsiteX708" fmla="*/ 1357474 w 1695641"/>
                <a:gd name="connsiteY708" fmla="*/ 228215 h 384233"/>
                <a:gd name="connsiteX709" fmla="*/ 1342927 w 1695641"/>
                <a:gd name="connsiteY709" fmla="*/ 209741 h 384233"/>
                <a:gd name="connsiteX710" fmla="*/ 1334002 w 1695641"/>
                <a:gd name="connsiteY710" fmla="*/ 199656 h 384233"/>
                <a:gd name="connsiteX711" fmla="*/ 1313742 w 1695641"/>
                <a:gd name="connsiteY711" fmla="*/ 181806 h 384233"/>
                <a:gd name="connsiteX712" fmla="*/ 1299730 w 1695641"/>
                <a:gd name="connsiteY712" fmla="*/ 203048 h 384233"/>
                <a:gd name="connsiteX713" fmla="*/ 1279470 w 1695641"/>
                <a:gd name="connsiteY713" fmla="*/ 222860 h 384233"/>
                <a:gd name="connsiteX714" fmla="*/ 1258676 w 1695641"/>
                <a:gd name="connsiteY714" fmla="*/ 235534 h 384233"/>
                <a:gd name="connsiteX715" fmla="*/ 1243236 w 1695641"/>
                <a:gd name="connsiteY715" fmla="*/ 243923 h 384233"/>
                <a:gd name="connsiteX716" fmla="*/ 1229045 w 1695641"/>
                <a:gd name="connsiteY716" fmla="*/ 247583 h 384233"/>
                <a:gd name="connsiteX717" fmla="*/ 1221280 w 1695641"/>
                <a:gd name="connsiteY717" fmla="*/ 249011 h 384233"/>
                <a:gd name="connsiteX718" fmla="*/ 1216014 w 1695641"/>
                <a:gd name="connsiteY718" fmla="*/ 244459 h 384233"/>
                <a:gd name="connsiteX719" fmla="*/ 1211998 w 1695641"/>
                <a:gd name="connsiteY719" fmla="*/ 236426 h 384233"/>
                <a:gd name="connsiteX720" fmla="*/ 1205216 w 1695641"/>
                <a:gd name="connsiteY720" fmla="*/ 234106 h 384233"/>
                <a:gd name="connsiteX721" fmla="*/ 1209589 w 1695641"/>
                <a:gd name="connsiteY721" fmla="*/ 229019 h 384233"/>
                <a:gd name="connsiteX722" fmla="*/ 1219584 w 1695641"/>
                <a:gd name="connsiteY722" fmla="*/ 223128 h 384233"/>
                <a:gd name="connsiteX723" fmla="*/ 1226457 w 1695641"/>
                <a:gd name="connsiteY723" fmla="*/ 218041 h 384233"/>
                <a:gd name="connsiteX724" fmla="*/ 1231277 w 1695641"/>
                <a:gd name="connsiteY724" fmla="*/ 215899 h 384233"/>
                <a:gd name="connsiteX725" fmla="*/ 1263406 w 1695641"/>
                <a:gd name="connsiteY725" fmla="*/ 185109 h 384233"/>
                <a:gd name="connsiteX726" fmla="*/ 1275812 w 1695641"/>
                <a:gd name="connsiteY726" fmla="*/ 163332 h 384233"/>
                <a:gd name="connsiteX727" fmla="*/ 1278400 w 1695641"/>
                <a:gd name="connsiteY727" fmla="*/ 154407 h 384233"/>
                <a:gd name="connsiteX728" fmla="*/ 1271974 w 1695641"/>
                <a:gd name="connsiteY728" fmla="*/ 154407 h 384233"/>
                <a:gd name="connsiteX729" fmla="*/ 1267065 w 1695641"/>
                <a:gd name="connsiteY729" fmla="*/ 154407 h 384233"/>
                <a:gd name="connsiteX730" fmla="*/ 1260461 w 1695641"/>
                <a:gd name="connsiteY730" fmla="*/ 156192 h 384233"/>
                <a:gd name="connsiteX731" fmla="*/ 1254124 w 1695641"/>
                <a:gd name="connsiteY731" fmla="*/ 156192 h 384233"/>
                <a:gd name="connsiteX732" fmla="*/ 1244395 w 1695641"/>
                <a:gd name="connsiteY732" fmla="*/ 151640 h 384233"/>
                <a:gd name="connsiteX733" fmla="*/ 1233060 w 1695641"/>
                <a:gd name="connsiteY733" fmla="*/ 137539 h 384233"/>
                <a:gd name="connsiteX734" fmla="*/ 1236095 w 1695641"/>
                <a:gd name="connsiteY734" fmla="*/ 128614 h 384233"/>
                <a:gd name="connsiteX735" fmla="*/ 1241451 w 1695641"/>
                <a:gd name="connsiteY735" fmla="*/ 123081 h 384233"/>
                <a:gd name="connsiteX736" fmla="*/ 1248234 w 1695641"/>
                <a:gd name="connsiteY736" fmla="*/ 120493 h 384233"/>
                <a:gd name="connsiteX737" fmla="*/ 1253945 w 1695641"/>
                <a:gd name="connsiteY737" fmla="*/ 116744 h 384233"/>
                <a:gd name="connsiteX738" fmla="*/ 1267869 w 1695641"/>
                <a:gd name="connsiteY738" fmla="*/ 116744 h 384233"/>
                <a:gd name="connsiteX739" fmla="*/ 1290805 w 1695641"/>
                <a:gd name="connsiteY739" fmla="*/ 108622 h 384233"/>
                <a:gd name="connsiteX740" fmla="*/ 1295178 w 1695641"/>
                <a:gd name="connsiteY740" fmla="*/ 87470 h 384233"/>
                <a:gd name="connsiteX741" fmla="*/ 1296695 w 1695641"/>
                <a:gd name="connsiteY741" fmla="*/ 74084 h 384233"/>
                <a:gd name="connsiteX742" fmla="*/ 1296071 w 1695641"/>
                <a:gd name="connsiteY742" fmla="*/ 62570 h 384233"/>
                <a:gd name="connsiteX743" fmla="*/ 1299641 w 1695641"/>
                <a:gd name="connsiteY743" fmla="*/ 58465 h 384233"/>
                <a:gd name="connsiteX744" fmla="*/ 1308566 w 1695641"/>
                <a:gd name="connsiteY744" fmla="*/ 59179 h 384233"/>
                <a:gd name="connsiteX745" fmla="*/ 1315527 w 1695641"/>
                <a:gd name="connsiteY745" fmla="*/ 56948 h 384233"/>
                <a:gd name="connsiteX746" fmla="*/ 80146 w 1695641"/>
                <a:gd name="connsiteY746" fmla="*/ 54092 h 384233"/>
                <a:gd name="connsiteX747" fmla="*/ 86750 w 1695641"/>
                <a:gd name="connsiteY747" fmla="*/ 57751 h 384233"/>
                <a:gd name="connsiteX748" fmla="*/ 97280 w 1695641"/>
                <a:gd name="connsiteY748" fmla="*/ 58912 h 384233"/>
                <a:gd name="connsiteX749" fmla="*/ 107991 w 1695641"/>
                <a:gd name="connsiteY749" fmla="*/ 58912 h 384233"/>
                <a:gd name="connsiteX750" fmla="*/ 114952 w 1695641"/>
                <a:gd name="connsiteY750" fmla="*/ 60697 h 384233"/>
                <a:gd name="connsiteX751" fmla="*/ 121110 w 1695641"/>
                <a:gd name="connsiteY751" fmla="*/ 63642 h 384233"/>
                <a:gd name="connsiteX752" fmla="*/ 127715 w 1695641"/>
                <a:gd name="connsiteY752" fmla="*/ 73906 h 384233"/>
                <a:gd name="connsiteX753" fmla="*/ 126554 w 1695641"/>
                <a:gd name="connsiteY753" fmla="*/ 74352 h 384233"/>
                <a:gd name="connsiteX754" fmla="*/ 126019 w 1695641"/>
                <a:gd name="connsiteY754" fmla="*/ 81135 h 384233"/>
                <a:gd name="connsiteX755" fmla="*/ 126019 w 1695641"/>
                <a:gd name="connsiteY755" fmla="*/ 91488 h 384233"/>
                <a:gd name="connsiteX756" fmla="*/ 120753 w 1695641"/>
                <a:gd name="connsiteY756" fmla="*/ 102734 h 384233"/>
                <a:gd name="connsiteX757" fmla="*/ 119236 w 1695641"/>
                <a:gd name="connsiteY757" fmla="*/ 114335 h 384233"/>
                <a:gd name="connsiteX758" fmla="*/ 118076 w 1695641"/>
                <a:gd name="connsiteY758" fmla="*/ 135398 h 384233"/>
                <a:gd name="connsiteX759" fmla="*/ 116201 w 1695641"/>
                <a:gd name="connsiteY759" fmla="*/ 148250 h 384233"/>
                <a:gd name="connsiteX760" fmla="*/ 115398 w 1695641"/>
                <a:gd name="connsiteY760" fmla="*/ 159138 h 384233"/>
                <a:gd name="connsiteX761" fmla="*/ 117897 w 1695641"/>
                <a:gd name="connsiteY761" fmla="*/ 166546 h 384233"/>
                <a:gd name="connsiteX762" fmla="*/ 118611 w 1695641"/>
                <a:gd name="connsiteY762" fmla="*/ 170830 h 384233"/>
                <a:gd name="connsiteX763" fmla="*/ 120039 w 1695641"/>
                <a:gd name="connsiteY763" fmla="*/ 177524 h 384233"/>
                <a:gd name="connsiteX764" fmla="*/ 116023 w 1695641"/>
                <a:gd name="connsiteY764" fmla="*/ 191892 h 384233"/>
                <a:gd name="connsiteX765" fmla="*/ 110936 w 1695641"/>
                <a:gd name="connsiteY765" fmla="*/ 199746 h 384233"/>
                <a:gd name="connsiteX766" fmla="*/ 95763 w 1695641"/>
                <a:gd name="connsiteY766" fmla="*/ 208671 h 384233"/>
                <a:gd name="connsiteX767" fmla="*/ 82466 w 1695641"/>
                <a:gd name="connsiteY767" fmla="*/ 221255 h 384233"/>
                <a:gd name="connsiteX768" fmla="*/ 68454 w 1695641"/>
                <a:gd name="connsiteY768" fmla="*/ 227592 h 384233"/>
                <a:gd name="connsiteX769" fmla="*/ 50604 w 1695641"/>
                <a:gd name="connsiteY769" fmla="*/ 238213 h 384233"/>
                <a:gd name="connsiteX770" fmla="*/ 39626 w 1695641"/>
                <a:gd name="connsiteY770" fmla="*/ 242854 h 384233"/>
                <a:gd name="connsiteX771" fmla="*/ 22491 w 1695641"/>
                <a:gd name="connsiteY771" fmla="*/ 255170 h 384233"/>
                <a:gd name="connsiteX772" fmla="*/ 11513 w 1695641"/>
                <a:gd name="connsiteY772" fmla="*/ 245263 h 384233"/>
                <a:gd name="connsiteX773" fmla="*/ 4463 w 1695641"/>
                <a:gd name="connsiteY773" fmla="*/ 239820 h 384233"/>
                <a:gd name="connsiteX774" fmla="*/ 2499 w 1695641"/>
                <a:gd name="connsiteY774" fmla="*/ 230895 h 384233"/>
                <a:gd name="connsiteX775" fmla="*/ 0 w 1695641"/>
                <a:gd name="connsiteY775" fmla="*/ 223130 h 384233"/>
                <a:gd name="connsiteX776" fmla="*/ 4284 w 1695641"/>
                <a:gd name="connsiteY776" fmla="*/ 217239 h 384233"/>
                <a:gd name="connsiteX777" fmla="*/ 10889 w 1695641"/>
                <a:gd name="connsiteY777" fmla="*/ 216614 h 384233"/>
                <a:gd name="connsiteX778" fmla="*/ 21152 w 1695641"/>
                <a:gd name="connsiteY778" fmla="*/ 210545 h 384233"/>
                <a:gd name="connsiteX779" fmla="*/ 32129 w 1695641"/>
                <a:gd name="connsiteY779" fmla="*/ 206351 h 384233"/>
                <a:gd name="connsiteX780" fmla="*/ 51139 w 1695641"/>
                <a:gd name="connsiteY780" fmla="*/ 195819 h 384233"/>
                <a:gd name="connsiteX781" fmla="*/ 60064 w 1695641"/>
                <a:gd name="connsiteY781" fmla="*/ 186894 h 384233"/>
                <a:gd name="connsiteX782" fmla="*/ 59529 w 1695641"/>
                <a:gd name="connsiteY782" fmla="*/ 166725 h 384233"/>
                <a:gd name="connsiteX783" fmla="*/ 54799 w 1695641"/>
                <a:gd name="connsiteY783" fmla="*/ 163869 h 384233"/>
                <a:gd name="connsiteX784" fmla="*/ 45874 w 1695641"/>
                <a:gd name="connsiteY784" fmla="*/ 165029 h 384233"/>
                <a:gd name="connsiteX785" fmla="*/ 37484 w 1695641"/>
                <a:gd name="connsiteY785" fmla="*/ 168063 h 384233"/>
                <a:gd name="connsiteX786" fmla="*/ 31147 w 1695641"/>
                <a:gd name="connsiteY786" fmla="*/ 168867 h 384233"/>
                <a:gd name="connsiteX787" fmla="*/ 27042 w 1695641"/>
                <a:gd name="connsiteY787" fmla="*/ 165386 h 384233"/>
                <a:gd name="connsiteX788" fmla="*/ 25168 w 1695641"/>
                <a:gd name="connsiteY788" fmla="*/ 155033 h 384233"/>
                <a:gd name="connsiteX789" fmla="*/ 23383 w 1695641"/>
                <a:gd name="connsiteY789" fmla="*/ 147804 h 384233"/>
                <a:gd name="connsiteX790" fmla="*/ 24187 w 1695641"/>
                <a:gd name="connsiteY790" fmla="*/ 133167 h 384233"/>
                <a:gd name="connsiteX791" fmla="*/ 33111 w 1695641"/>
                <a:gd name="connsiteY791" fmla="*/ 124688 h 384233"/>
                <a:gd name="connsiteX792" fmla="*/ 44981 w 1695641"/>
                <a:gd name="connsiteY792" fmla="*/ 120940 h 384233"/>
                <a:gd name="connsiteX793" fmla="*/ 53906 w 1695641"/>
                <a:gd name="connsiteY793" fmla="*/ 120315 h 384233"/>
                <a:gd name="connsiteX794" fmla="*/ 65866 w 1695641"/>
                <a:gd name="connsiteY794" fmla="*/ 114871 h 384233"/>
                <a:gd name="connsiteX795" fmla="*/ 71667 w 1695641"/>
                <a:gd name="connsiteY795" fmla="*/ 103983 h 384233"/>
                <a:gd name="connsiteX796" fmla="*/ 75326 w 1695641"/>
                <a:gd name="connsiteY796" fmla="*/ 80510 h 384233"/>
                <a:gd name="connsiteX797" fmla="*/ 69346 w 1695641"/>
                <a:gd name="connsiteY797" fmla="*/ 65338 h 384233"/>
                <a:gd name="connsiteX798" fmla="*/ 69346 w 1695641"/>
                <a:gd name="connsiteY798" fmla="*/ 61054 h 384233"/>
                <a:gd name="connsiteX799" fmla="*/ 76040 w 1695641"/>
                <a:gd name="connsiteY799" fmla="*/ 55877 h 384233"/>
                <a:gd name="connsiteX800" fmla="*/ 80146 w 1695641"/>
                <a:gd name="connsiteY800" fmla="*/ 54092 h 384233"/>
                <a:gd name="connsiteX801" fmla="*/ 206879 w 1695641"/>
                <a:gd name="connsiteY801" fmla="*/ 42222 h 384233"/>
                <a:gd name="connsiteX802" fmla="*/ 213394 w 1695641"/>
                <a:gd name="connsiteY802" fmla="*/ 46059 h 384233"/>
                <a:gd name="connsiteX803" fmla="*/ 218838 w 1695641"/>
                <a:gd name="connsiteY803" fmla="*/ 47308 h 384233"/>
                <a:gd name="connsiteX804" fmla="*/ 223033 w 1695641"/>
                <a:gd name="connsiteY804" fmla="*/ 52038 h 384233"/>
                <a:gd name="connsiteX805" fmla="*/ 226424 w 1695641"/>
                <a:gd name="connsiteY805" fmla="*/ 65158 h 384233"/>
                <a:gd name="connsiteX806" fmla="*/ 216696 w 1695641"/>
                <a:gd name="connsiteY806" fmla="*/ 83008 h 384233"/>
                <a:gd name="connsiteX807" fmla="*/ 214822 w 1695641"/>
                <a:gd name="connsiteY807" fmla="*/ 91933 h 384233"/>
                <a:gd name="connsiteX808" fmla="*/ 222854 w 1695641"/>
                <a:gd name="connsiteY808" fmla="*/ 94700 h 384233"/>
                <a:gd name="connsiteX809" fmla="*/ 230887 w 1695641"/>
                <a:gd name="connsiteY809" fmla="*/ 90148 h 384233"/>
                <a:gd name="connsiteX810" fmla="*/ 243827 w 1695641"/>
                <a:gd name="connsiteY810" fmla="*/ 94700 h 384233"/>
                <a:gd name="connsiteX811" fmla="*/ 251056 w 1695641"/>
                <a:gd name="connsiteY811" fmla="*/ 108177 h 384233"/>
                <a:gd name="connsiteX812" fmla="*/ 252573 w 1695641"/>
                <a:gd name="connsiteY812" fmla="*/ 117815 h 384233"/>
                <a:gd name="connsiteX813" fmla="*/ 248200 w 1695641"/>
                <a:gd name="connsiteY813" fmla="*/ 122813 h 384233"/>
                <a:gd name="connsiteX814" fmla="*/ 239276 w 1695641"/>
                <a:gd name="connsiteY814" fmla="*/ 125133 h 384233"/>
                <a:gd name="connsiteX815" fmla="*/ 231512 w 1695641"/>
                <a:gd name="connsiteY815" fmla="*/ 130577 h 384233"/>
                <a:gd name="connsiteX816" fmla="*/ 220623 w 1695641"/>
                <a:gd name="connsiteY816" fmla="*/ 136646 h 384233"/>
                <a:gd name="connsiteX817" fmla="*/ 203309 w 1695641"/>
                <a:gd name="connsiteY817" fmla="*/ 145036 h 384233"/>
                <a:gd name="connsiteX818" fmla="*/ 197329 w 1695641"/>
                <a:gd name="connsiteY818" fmla="*/ 164135 h 384233"/>
                <a:gd name="connsiteX819" fmla="*/ 197954 w 1695641"/>
                <a:gd name="connsiteY819" fmla="*/ 173060 h 384233"/>
                <a:gd name="connsiteX820" fmla="*/ 202773 w 1695641"/>
                <a:gd name="connsiteY820" fmla="*/ 188857 h 384233"/>
                <a:gd name="connsiteX821" fmla="*/ 215982 w 1695641"/>
                <a:gd name="connsiteY821" fmla="*/ 194747 h 384233"/>
                <a:gd name="connsiteX822" fmla="*/ 225443 w 1695641"/>
                <a:gd name="connsiteY822" fmla="*/ 195997 h 384233"/>
                <a:gd name="connsiteX823" fmla="*/ 232136 w 1695641"/>
                <a:gd name="connsiteY823" fmla="*/ 197425 h 384233"/>
                <a:gd name="connsiteX824" fmla="*/ 238741 w 1695641"/>
                <a:gd name="connsiteY824" fmla="*/ 200013 h 384233"/>
                <a:gd name="connsiteX825" fmla="*/ 249093 w 1695641"/>
                <a:gd name="connsiteY825" fmla="*/ 201084 h 384233"/>
                <a:gd name="connsiteX826" fmla="*/ 249539 w 1695641"/>
                <a:gd name="connsiteY826" fmla="*/ 201262 h 384233"/>
                <a:gd name="connsiteX827" fmla="*/ 255340 w 1695641"/>
                <a:gd name="connsiteY827" fmla="*/ 214561 h 384233"/>
                <a:gd name="connsiteX828" fmla="*/ 250164 w 1695641"/>
                <a:gd name="connsiteY828" fmla="*/ 229376 h 384233"/>
                <a:gd name="connsiteX829" fmla="*/ 245880 w 1695641"/>
                <a:gd name="connsiteY829" fmla="*/ 239105 h 384233"/>
                <a:gd name="connsiteX830" fmla="*/ 234725 w 1695641"/>
                <a:gd name="connsiteY830" fmla="*/ 240800 h 384233"/>
                <a:gd name="connsiteX831" fmla="*/ 223747 w 1695641"/>
                <a:gd name="connsiteY831" fmla="*/ 243388 h 384233"/>
                <a:gd name="connsiteX832" fmla="*/ 216071 w 1695641"/>
                <a:gd name="connsiteY832" fmla="*/ 240086 h 384233"/>
                <a:gd name="connsiteX833" fmla="*/ 204201 w 1695641"/>
                <a:gd name="connsiteY833" fmla="*/ 238926 h 384233"/>
                <a:gd name="connsiteX834" fmla="*/ 192509 w 1695641"/>
                <a:gd name="connsiteY834" fmla="*/ 238926 h 384233"/>
                <a:gd name="connsiteX835" fmla="*/ 182603 w 1695641"/>
                <a:gd name="connsiteY835" fmla="*/ 236070 h 384233"/>
                <a:gd name="connsiteX836" fmla="*/ 168145 w 1695641"/>
                <a:gd name="connsiteY836" fmla="*/ 235267 h 384233"/>
                <a:gd name="connsiteX837" fmla="*/ 160827 w 1695641"/>
                <a:gd name="connsiteY837" fmla="*/ 231250 h 384233"/>
                <a:gd name="connsiteX838" fmla="*/ 154044 w 1695641"/>
                <a:gd name="connsiteY838" fmla="*/ 220362 h 384233"/>
                <a:gd name="connsiteX839" fmla="*/ 153151 w 1695641"/>
                <a:gd name="connsiteY839" fmla="*/ 207688 h 384233"/>
                <a:gd name="connsiteX840" fmla="*/ 150027 w 1695641"/>
                <a:gd name="connsiteY840" fmla="*/ 192605 h 384233"/>
                <a:gd name="connsiteX841" fmla="*/ 149403 w 1695641"/>
                <a:gd name="connsiteY841" fmla="*/ 183145 h 384233"/>
                <a:gd name="connsiteX842" fmla="*/ 148243 w 1695641"/>
                <a:gd name="connsiteY842" fmla="*/ 174221 h 384233"/>
                <a:gd name="connsiteX843" fmla="*/ 146814 w 1695641"/>
                <a:gd name="connsiteY843" fmla="*/ 160209 h 384233"/>
                <a:gd name="connsiteX844" fmla="*/ 150563 w 1695641"/>
                <a:gd name="connsiteY844" fmla="*/ 137628 h 384233"/>
                <a:gd name="connsiteX845" fmla="*/ 153687 w 1695641"/>
                <a:gd name="connsiteY845" fmla="*/ 130577 h 384233"/>
                <a:gd name="connsiteX846" fmla="*/ 156364 w 1695641"/>
                <a:gd name="connsiteY846" fmla="*/ 118975 h 384233"/>
                <a:gd name="connsiteX847" fmla="*/ 158863 w 1695641"/>
                <a:gd name="connsiteY847" fmla="*/ 107106 h 384233"/>
                <a:gd name="connsiteX848" fmla="*/ 159935 w 1695641"/>
                <a:gd name="connsiteY848" fmla="*/ 88631 h 384233"/>
                <a:gd name="connsiteX849" fmla="*/ 162612 w 1695641"/>
                <a:gd name="connsiteY849" fmla="*/ 77385 h 384233"/>
                <a:gd name="connsiteX850" fmla="*/ 166450 w 1695641"/>
                <a:gd name="connsiteY850" fmla="*/ 59535 h 384233"/>
                <a:gd name="connsiteX851" fmla="*/ 166896 w 1695641"/>
                <a:gd name="connsiteY851" fmla="*/ 47308 h 384233"/>
                <a:gd name="connsiteX852" fmla="*/ 173946 w 1695641"/>
                <a:gd name="connsiteY852" fmla="*/ 42311 h 384233"/>
                <a:gd name="connsiteX853" fmla="*/ 182870 w 1695641"/>
                <a:gd name="connsiteY853" fmla="*/ 44185 h 384233"/>
                <a:gd name="connsiteX854" fmla="*/ 190814 w 1695641"/>
                <a:gd name="connsiteY854" fmla="*/ 42490 h 384233"/>
                <a:gd name="connsiteX855" fmla="*/ 197954 w 1695641"/>
                <a:gd name="connsiteY855" fmla="*/ 43917 h 384233"/>
                <a:gd name="connsiteX856" fmla="*/ 206879 w 1695641"/>
                <a:gd name="connsiteY856" fmla="*/ 42222 h 384233"/>
                <a:gd name="connsiteX857" fmla="*/ 815643 w 1695641"/>
                <a:gd name="connsiteY857" fmla="*/ 39723 h 384233"/>
                <a:gd name="connsiteX858" fmla="*/ 824568 w 1695641"/>
                <a:gd name="connsiteY858" fmla="*/ 43203 h 384233"/>
                <a:gd name="connsiteX859" fmla="*/ 842418 w 1695641"/>
                <a:gd name="connsiteY859" fmla="*/ 44541 h 384233"/>
                <a:gd name="connsiteX860" fmla="*/ 843222 w 1695641"/>
                <a:gd name="connsiteY860" fmla="*/ 44988 h 384233"/>
                <a:gd name="connsiteX861" fmla="*/ 846256 w 1695641"/>
                <a:gd name="connsiteY861" fmla="*/ 52306 h 384233"/>
                <a:gd name="connsiteX862" fmla="*/ 852414 w 1695641"/>
                <a:gd name="connsiteY862" fmla="*/ 64801 h 384233"/>
                <a:gd name="connsiteX863" fmla="*/ 847416 w 1695641"/>
                <a:gd name="connsiteY863" fmla="*/ 75422 h 384233"/>
                <a:gd name="connsiteX864" fmla="*/ 845096 w 1695641"/>
                <a:gd name="connsiteY864" fmla="*/ 85239 h 384233"/>
                <a:gd name="connsiteX865" fmla="*/ 836171 w 1695641"/>
                <a:gd name="connsiteY865" fmla="*/ 101037 h 384233"/>
                <a:gd name="connsiteX866" fmla="*/ 828138 w 1695641"/>
                <a:gd name="connsiteY866" fmla="*/ 109961 h 384233"/>
                <a:gd name="connsiteX867" fmla="*/ 810288 w 1695641"/>
                <a:gd name="connsiteY867" fmla="*/ 147267 h 384233"/>
                <a:gd name="connsiteX868" fmla="*/ 804309 w 1695641"/>
                <a:gd name="connsiteY868" fmla="*/ 153247 h 384233"/>
                <a:gd name="connsiteX869" fmla="*/ 796991 w 1695641"/>
                <a:gd name="connsiteY869" fmla="*/ 153247 h 384233"/>
                <a:gd name="connsiteX870" fmla="*/ 789315 w 1695641"/>
                <a:gd name="connsiteY870" fmla="*/ 155746 h 384233"/>
                <a:gd name="connsiteX871" fmla="*/ 777892 w 1695641"/>
                <a:gd name="connsiteY871" fmla="*/ 159227 h 384233"/>
                <a:gd name="connsiteX872" fmla="*/ 777892 w 1695641"/>
                <a:gd name="connsiteY872" fmla="*/ 168152 h 384233"/>
                <a:gd name="connsiteX873" fmla="*/ 786816 w 1695641"/>
                <a:gd name="connsiteY873" fmla="*/ 166545 h 384233"/>
                <a:gd name="connsiteX874" fmla="*/ 793778 w 1695641"/>
                <a:gd name="connsiteY874" fmla="*/ 163332 h 384233"/>
                <a:gd name="connsiteX875" fmla="*/ 803416 w 1695641"/>
                <a:gd name="connsiteY875" fmla="*/ 166367 h 384233"/>
                <a:gd name="connsiteX876" fmla="*/ 807254 w 1695641"/>
                <a:gd name="connsiteY876" fmla="*/ 170829 h 384233"/>
                <a:gd name="connsiteX877" fmla="*/ 809753 w 1695641"/>
                <a:gd name="connsiteY877" fmla="*/ 182966 h 384233"/>
                <a:gd name="connsiteX878" fmla="*/ 808236 w 1695641"/>
                <a:gd name="connsiteY878" fmla="*/ 187964 h 384233"/>
                <a:gd name="connsiteX879" fmla="*/ 799311 w 1695641"/>
                <a:gd name="connsiteY879" fmla="*/ 194122 h 384233"/>
                <a:gd name="connsiteX880" fmla="*/ 789315 w 1695641"/>
                <a:gd name="connsiteY880" fmla="*/ 197782 h 384233"/>
                <a:gd name="connsiteX881" fmla="*/ 786192 w 1695641"/>
                <a:gd name="connsiteY881" fmla="*/ 203583 h 384233"/>
                <a:gd name="connsiteX882" fmla="*/ 791011 w 1695641"/>
                <a:gd name="connsiteY882" fmla="*/ 207421 h 384233"/>
                <a:gd name="connsiteX883" fmla="*/ 804309 w 1695641"/>
                <a:gd name="connsiteY883" fmla="*/ 204922 h 384233"/>
                <a:gd name="connsiteX884" fmla="*/ 814305 w 1695641"/>
                <a:gd name="connsiteY884" fmla="*/ 204922 h 384233"/>
                <a:gd name="connsiteX885" fmla="*/ 826621 w 1695641"/>
                <a:gd name="connsiteY885" fmla="*/ 202423 h 384233"/>
                <a:gd name="connsiteX886" fmla="*/ 837420 w 1695641"/>
                <a:gd name="connsiteY886" fmla="*/ 202423 h 384233"/>
                <a:gd name="connsiteX887" fmla="*/ 846345 w 1695641"/>
                <a:gd name="connsiteY887" fmla="*/ 216435 h 384233"/>
                <a:gd name="connsiteX888" fmla="*/ 830548 w 1695641"/>
                <a:gd name="connsiteY888" fmla="*/ 239193 h 384233"/>
                <a:gd name="connsiteX889" fmla="*/ 816179 w 1695641"/>
                <a:gd name="connsiteY889" fmla="*/ 236694 h 384233"/>
                <a:gd name="connsiteX890" fmla="*/ 792439 w 1695641"/>
                <a:gd name="connsiteY890" fmla="*/ 237676 h 384233"/>
                <a:gd name="connsiteX891" fmla="*/ 779498 w 1695641"/>
                <a:gd name="connsiteY891" fmla="*/ 236873 h 384233"/>
                <a:gd name="connsiteX892" fmla="*/ 768163 w 1695641"/>
                <a:gd name="connsiteY892" fmla="*/ 238033 h 384233"/>
                <a:gd name="connsiteX893" fmla="*/ 755490 w 1695641"/>
                <a:gd name="connsiteY893" fmla="*/ 240175 h 384233"/>
                <a:gd name="connsiteX894" fmla="*/ 740050 w 1695641"/>
                <a:gd name="connsiteY894" fmla="*/ 243209 h 384233"/>
                <a:gd name="connsiteX895" fmla="*/ 724074 w 1695641"/>
                <a:gd name="connsiteY895" fmla="*/ 244815 h 384233"/>
                <a:gd name="connsiteX896" fmla="*/ 707652 w 1695641"/>
                <a:gd name="connsiteY896" fmla="*/ 249813 h 384233"/>
                <a:gd name="connsiteX897" fmla="*/ 697300 w 1695641"/>
                <a:gd name="connsiteY897" fmla="*/ 244369 h 384233"/>
                <a:gd name="connsiteX898" fmla="*/ 694980 w 1695641"/>
                <a:gd name="connsiteY898" fmla="*/ 230536 h 384233"/>
                <a:gd name="connsiteX899" fmla="*/ 695514 w 1695641"/>
                <a:gd name="connsiteY899" fmla="*/ 224200 h 384233"/>
                <a:gd name="connsiteX900" fmla="*/ 698995 w 1695641"/>
                <a:gd name="connsiteY900" fmla="*/ 216881 h 384233"/>
                <a:gd name="connsiteX901" fmla="*/ 702833 w 1695641"/>
                <a:gd name="connsiteY901" fmla="*/ 213758 h 384233"/>
                <a:gd name="connsiteX902" fmla="*/ 707652 w 1695641"/>
                <a:gd name="connsiteY902" fmla="*/ 216078 h 384233"/>
                <a:gd name="connsiteX903" fmla="*/ 721754 w 1695641"/>
                <a:gd name="connsiteY903" fmla="*/ 211259 h 384233"/>
                <a:gd name="connsiteX904" fmla="*/ 739604 w 1695641"/>
                <a:gd name="connsiteY904" fmla="*/ 203405 h 384233"/>
                <a:gd name="connsiteX905" fmla="*/ 736658 w 1695641"/>
                <a:gd name="connsiteY905" fmla="*/ 198407 h 384233"/>
                <a:gd name="connsiteX906" fmla="*/ 729340 w 1695641"/>
                <a:gd name="connsiteY906" fmla="*/ 197425 h 384233"/>
                <a:gd name="connsiteX907" fmla="*/ 723181 w 1695641"/>
                <a:gd name="connsiteY907" fmla="*/ 194301 h 384233"/>
                <a:gd name="connsiteX908" fmla="*/ 723181 w 1695641"/>
                <a:gd name="connsiteY908" fmla="*/ 188321 h 384233"/>
                <a:gd name="connsiteX909" fmla="*/ 723985 w 1695641"/>
                <a:gd name="connsiteY909" fmla="*/ 181003 h 384233"/>
                <a:gd name="connsiteX910" fmla="*/ 728001 w 1695641"/>
                <a:gd name="connsiteY910" fmla="*/ 175648 h 384233"/>
                <a:gd name="connsiteX911" fmla="*/ 732106 w 1695641"/>
                <a:gd name="connsiteY911" fmla="*/ 176986 h 384233"/>
                <a:gd name="connsiteX912" fmla="*/ 736480 w 1695641"/>
                <a:gd name="connsiteY912" fmla="*/ 176183 h 384233"/>
                <a:gd name="connsiteX913" fmla="*/ 740764 w 1695641"/>
                <a:gd name="connsiteY913" fmla="*/ 176183 h 384233"/>
                <a:gd name="connsiteX914" fmla="*/ 744602 w 1695641"/>
                <a:gd name="connsiteY914" fmla="*/ 172703 h 384233"/>
                <a:gd name="connsiteX915" fmla="*/ 745583 w 1695641"/>
                <a:gd name="connsiteY915" fmla="*/ 163778 h 384233"/>
                <a:gd name="connsiteX916" fmla="*/ 740317 w 1695641"/>
                <a:gd name="connsiteY916" fmla="*/ 163064 h 384233"/>
                <a:gd name="connsiteX917" fmla="*/ 733623 w 1695641"/>
                <a:gd name="connsiteY917" fmla="*/ 164939 h 384233"/>
                <a:gd name="connsiteX918" fmla="*/ 727465 w 1695641"/>
                <a:gd name="connsiteY918" fmla="*/ 166277 h 384233"/>
                <a:gd name="connsiteX919" fmla="*/ 722467 w 1695641"/>
                <a:gd name="connsiteY919" fmla="*/ 165563 h 384233"/>
                <a:gd name="connsiteX920" fmla="*/ 719968 w 1695641"/>
                <a:gd name="connsiteY920" fmla="*/ 161636 h 384233"/>
                <a:gd name="connsiteX921" fmla="*/ 718005 w 1695641"/>
                <a:gd name="connsiteY921" fmla="*/ 155924 h 384233"/>
                <a:gd name="connsiteX922" fmla="*/ 713543 w 1695641"/>
                <a:gd name="connsiteY922" fmla="*/ 147624 h 384233"/>
                <a:gd name="connsiteX923" fmla="*/ 711043 w 1695641"/>
                <a:gd name="connsiteY923" fmla="*/ 138699 h 384233"/>
                <a:gd name="connsiteX924" fmla="*/ 715863 w 1695641"/>
                <a:gd name="connsiteY924" fmla="*/ 124687 h 384233"/>
                <a:gd name="connsiteX925" fmla="*/ 713542 w 1695641"/>
                <a:gd name="connsiteY925" fmla="*/ 102108 h 384233"/>
                <a:gd name="connsiteX926" fmla="*/ 710686 w 1695641"/>
                <a:gd name="connsiteY926" fmla="*/ 92469 h 384233"/>
                <a:gd name="connsiteX927" fmla="*/ 711846 w 1695641"/>
                <a:gd name="connsiteY927" fmla="*/ 85150 h 384233"/>
                <a:gd name="connsiteX928" fmla="*/ 714346 w 1695641"/>
                <a:gd name="connsiteY928" fmla="*/ 72655 h 384233"/>
                <a:gd name="connsiteX929" fmla="*/ 720504 w 1695641"/>
                <a:gd name="connsiteY929" fmla="*/ 59982 h 384233"/>
                <a:gd name="connsiteX930" fmla="*/ 728447 w 1695641"/>
                <a:gd name="connsiteY930" fmla="*/ 64801 h 384233"/>
                <a:gd name="connsiteX931" fmla="*/ 735944 w 1695641"/>
                <a:gd name="connsiteY931" fmla="*/ 63998 h 384233"/>
                <a:gd name="connsiteX932" fmla="*/ 745762 w 1695641"/>
                <a:gd name="connsiteY932" fmla="*/ 60874 h 384233"/>
                <a:gd name="connsiteX933" fmla="*/ 762540 w 1695641"/>
                <a:gd name="connsiteY933" fmla="*/ 54002 h 384233"/>
                <a:gd name="connsiteX934" fmla="*/ 775839 w 1695641"/>
                <a:gd name="connsiteY934" fmla="*/ 52663 h 384233"/>
                <a:gd name="connsiteX935" fmla="*/ 815643 w 1695641"/>
                <a:gd name="connsiteY935" fmla="*/ 39723 h 384233"/>
                <a:gd name="connsiteX936" fmla="*/ 439014 w 1695641"/>
                <a:gd name="connsiteY936" fmla="*/ 1614 h 384233"/>
                <a:gd name="connsiteX937" fmla="*/ 445798 w 1695641"/>
                <a:gd name="connsiteY937" fmla="*/ 2328 h 384233"/>
                <a:gd name="connsiteX938" fmla="*/ 454187 w 1695641"/>
                <a:gd name="connsiteY938" fmla="*/ 2328 h 384233"/>
                <a:gd name="connsiteX939" fmla="*/ 458560 w 1695641"/>
                <a:gd name="connsiteY939" fmla="*/ 5808 h 384233"/>
                <a:gd name="connsiteX940" fmla="*/ 466415 w 1695641"/>
                <a:gd name="connsiteY940" fmla="*/ 8217 h 384233"/>
                <a:gd name="connsiteX941" fmla="*/ 469003 w 1695641"/>
                <a:gd name="connsiteY941" fmla="*/ 17142 h 384233"/>
                <a:gd name="connsiteX942" fmla="*/ 475072 w 1695641"/>
                <a:gd name="connsiteY942" fmla="*/ 30530 h 384233"/>
                <a:gd name="connsiteX943" fmla="*/ 467575 w 1695641"/>
                <a:gd name="connsiteY943" fmla="*/ 44275 h 384233"/>
                <a:gd name="connsiteX944" fmla="*/ 469003 w 1695641"/>
                <a:gd name="connsiteY944" fmla="*/ 48826 h 384233"/>
                <a:gd name="connsiteX945" fmla="*/ 495777 w 1695641"/>
                <a:gd name="connsiteY945" fmla="*/ 42579 h 384233"/>
                <a:gd name="connsiteX946" fmla="*/ 511039 w 1695641"/>
                <a:gd name="connsiteY946" fmla="*/ 39098 h 384233"/>
                <a:gd name="connsiteX947" fmla="*/ 517554 w 1695641"/>
                <a:gd name="connsiteY947" fmla="*/ 41865 h 384233"/>
                <a:gd name="connsiteX948" fmla="*/ 524337 w 1695641"/>
                <a:gd name="connsiteY948" fmla="*/ 44096 h 384233"/>
                <a:gd name="connsiteX949" fmla="*/ 532458 w 1695641"/>
                <a:gd name="connsiteY949" fmla="*/ 51236 h 384233"/>
                <a:gd name="connsiteX950" fmla="*/ 532280 w 1695641"/>
                <a:gd name="connsiteY950" fmla="*/ 51236 h 384233"/>
                <a:gd name="connsiteX951" fmla="*/ 535939 w 1695641"/>
                <a:gd name="connsiteY951" fmla="*/ 55252 h 384233"/>
                <a:gd name="connsiteX952" fmla="*/ 535493 w 1695641"/>
                <a:gd name="connsiteY952" fmla="*/ 63463 h 384233"/>
                <a:gd name="connsiteX953" fmla="*/ 520856 w 1695641"/>
                <a:gd name="connsiteY953" fmla="*/ 75868 h 384233"/>
                <a:gd name="connsiteX954" fmla="*/ 513002 w 1695641"/>
                <a:gd name="connsiteY954" fmla="*/ 73548 h 384233"/>
                <a:gd name="connsiteX955" fmla="*/ 499704 w 1695641"/>
                <a:gd name="connsiteY955" fmla="*/ 74440 h 384233"/>
                <a:gd name="connsiteX956" fmla="*/ 489083 w 1695641"/>
                <a:gd name="connsiteY956" fmla="*/ 75690 h 384233"/>
                <a:gd name="connsiteX957" fmla="*/ 479356 w 1695641"/>
                <a:gd name="connsiteY957" fmla="*/ 78635 h 384233"/>
                <a:gd name="connsiteX958" fmla="*/ 469627 w 1695641"/>
                <a:gd name="connsiteY958" fmla="*/ 82116 h 384233"/>
                <a:gd name="connsiteX959" fmla="*/ 460702 w 1695641"/>
                <a:gd name="connsiteY959" fmla="*/ 82116 h 384233"/>
                <a:gd name="connsiteX960" fmla="*/ 447136 w 1695641"/>
                <a:gd name="connsiteY960" fmla="*/ 87827 h 384233"/>
                <a:gd name="connsiteX961" fmla="*/ 415453 w 1695641"/>
                <a:gd name="connsiteY961" fmla="*/ 95681 h 384233"/>
                <a:gd name="connsiteX962" fmla="*/ 406528 w 1695641"/>
                <a:gd name="connsiteY962" fmla="*/ 98002 h 384233"/>
                <a:gd name="connsiteX963" fmla="*/ 397604 w 1695641"/>
                <a:gd name="connsiteY963" fmla="*/ 100233 h 384233"/>
                <a:gd name="connsiteX964" fmla="*/ 389571 w 1695641"/>
                <a:gd name="connsiteY964" fmla="*/ 102286 h 384233"/>
                <a:gd name="connsiteX965" fmla="*/ 382788 w 1695641"/>
                <a:gd name="connsiteY965" fmla="*/ 103178 h 384233"/>
                <a:gd name="connsiteX966" fmla="*/ 375470 w 1695641"/>
                <a:gd name="connsiteY966" fmla="*/ 105142 h 384233"/>
                <a:gd name="connsiteX967" fmla="*/ 369044 w 1695641"/>
                <a:gd name="connsiteY967" fmla="*/ 105142 h 384233"/>
                <a:gd name="connsiteX968" fmla="*/ 363956 w 1695641"/>
                <a:gd name="connsiteY968" fmla="*/ 105142 h 384233"/>
                <a:gd name="connsiteX969" fmla="*/ 355745 w 1695641"/>
                <a:gd name="connsiteY969" fmla="*/ 107373 h 384233"/>
                <a:gd name="connsiteX970" fmla="*/ 348784 w 1695641"/>
                <a:gd name="connsiteY970" fmla="*/ 109783 h 384233"/>
                <a:gd name="connsiteX971" fmla="*/ 342715 w 1695641"/>
                <a:gd name="connsiteY971" fmla="*/ 113264 h 384233"/>
                <a:gd name="connsiteX972" fmla="*/ 337806 w 1695641"/>
                <a:gd name="connsiteY972" fmla="*/ 109783 h 384233"/>
                <a:gd name="connsiteX973" fmla="*/ 328881 w 1695641"/>
                <a:gd name="connsiteY973" fmla="*/ 109248 h 384233"/>
                <a:gd name="connsiteX974" fmla="*/ 326561 w 1695641"/>
                <a:gd name="connsiteY974" fmla="*/ 99698 h 384233"/>
                <a:gd name="connsiteX975" fmla="*/ 326115 w 1695641"/>
                <a:gd name="connsiteY975" fmla="*/ 91844 h 384233"/>
                <a:gd name="connsiteX976" fmla="*/ 327810 w 1695641"/>
                <a:gd name="connsiteY976" fmla="*/ 85596 h 384233"/>
                <a:gd name="connsiteX977" fmla="*/ 345660 w 1695641"/>
                <a:gd name="connsiteY977" fmla="*/ 76671 h 384233"/>
                <a:gd name="connsiteX978" fmla="*/ 350391 w 1695641"/>
                <a:gd name="connsiteY978" fmla="*/ 79349 h 384233"/>
                <a:gd name="connsiteX979" fmla="*/ 360654 w 1695641"/>
                <a:gd name="connsiteY979" fmla="*/ 75868 h 384233"/>
                <a:gd name="connsiteX980" fmla="*/ 385198 w 1695641"/>
                <a:gd name="connsiteY980" fmla="*/ 70959 h 384233"/>
                <a:gd name="connsiteX981" fmla="*/ 395640 w 1695641"/>
                <a:gd name="connsiteY981" fmla="*/ 69531 h 384233"/>
                <a:gd name="connsiteX982" fmla="*/ 414828 w 1695641"/>
                <a:gd name="connsiteY982" fmla="*/ 63641 h 384233"/>
                <a:gd name="connsiteX983" fmla="*/ 422682 w 1695641"/>
                <a:gd name="connsiteY983" fmla="*/ 59090 h 384233"/>
                <a:gd name="connsiteX984" fmla="*/ 421790 w 1695641"/>
                <a:gd name="connsiteY984" fmla="*/ 53735 h 384233"/>
                <a:gd name="connsiteX985" fmla="*/ 416256 w 1695641"/>
                <a:gd name="connsiteY985" fmla="*/ 51950 h 384233"/>
                <a:gd name="connsiteX986" fmla="*/ 410990 w 1695641"/>
                <a:gd name="connsiteY986" fmla="*/ 47934 h 384233"/>
                <a:gd name="connsiteX987" fmla="*/ 412240 w 1695641"/>
                <a:gd name="connsiteY987" fmla="*/ 42400 h 384233"/>
                <a:gd name="connsiteX988" fmla="*/ 414293 w 1695641"/>
                <a:gd name="connsiteY988" fmla="*/ 37134 h 384233"/>
                <a:gd name="connsiteX989" fmla="*/ 416434 w 1695641"/>
                <a:gd name="connsiteY989" fmla="*/ 30530 h 384233"/>
                <a:gd name="connsiteX990" fmla="*/ 409741 w 1695641"/>
                <a:gd name="connsiteY990" fmla="*/ 14019 h 384233"/>
                <a:gd name="connsiteX991" fmla="*/ 411704 w 1695641"/>
                <a:gd name="connsiteY991" fmla="*/ 8396 h 384233"/>
                <a:gd name="connsiteX992" fmla="*/ 421790 w 1695641"/>
                <a:gd name="connsiteY992" fmla="*/ 6700 h 384233"/>
                <a:gd name="connsiteX993" fmla="*/ 427680 w 1695641"/>
                <a:gd name="connsiteY993" fmla="*/ 4380 h 384233"/>
                <a:gd name="connsiteX994" fmla="*/ 433303 w 1695641"/>
                <a:gd name="connsiteY994" fmla="*/ 3755 h 384233"/>
                <a:gd name="connsiteX995" fmla="*/ 439014 w 1695641"/>
                <a:gd name="connsiteY995" fmla="*/ 1614 h 384233"/>
                <a:gd name="connsiteX996" fmla="*/ 1616919 w 1695641"/>
                <a:gd name="connsiteY996" fmla="*/ 7 h 384233"/>
                <a:gd name="connsiteX997" fmla="*/ 1626380 w 1695641"/>
                <a:gd name="connsiteY997" fmla="*/ 7326 h 384233"/>
                <a:gd name="connsiteX998" fmla="*/ 1622363 w 1695641"/>
                <a:gd name="connsiteY998" fmla="*/ 18928 h 384233"/>
                <a:gd name="connsiteX999" fmla="*/ 1614599 w 1695641"/>
                <a:gd name="connsiteY999" fmla="*/ 29103 h 384233"/>
                <a:gd name="connsiteX1000" fmla="*/ 1614599 w 1695641"/>
                <a:gd name="connsiteY1000" fmla="*/ 38027 h 384233"/>
                <a:gd name="connsiteX1001" fmla="*/ 1619418 w 1695641"/>
                <a:gd name="connsiteY1001" fmla="*/ 45256 h 384233"/>
                <a:gd name="connsiteX1002" fmla="*/ 1608886 w 1695641"/>
                <a:gd name="connsiteY1002" fmla="*/ 66587 h 384233"/>
                <a:gd name="connsiteX1003" fmla="*/ 1600943 w 1695641"/>
                <a:gd name="connsiteY1003" fmla="*/ 78100 h 384233"/>
                <a:gd name="connsiteX1004" fmla="*/ 1610582 w 1695641"/>
                <a:gd name="connsiteY1004" fmla="*/ 83187 h 384233"/>
                <a:gd name="connsiteX1005" fmla="*/ 1615313 w 1695641"/>
                <a:gd name="connsiteY1005" fmla="*/ 90773 h 384233"/>
                <a:gd name="connsiteX1006" fmla="*/ 1624238 w 1695641"/>
                <a:gd name="connsiteY1006" fmla="*/ 81848 h 384233"/>
                <a:gd name="connsiteX1007" fmla="*/ 1616473 w 1695641"/>
                <a:gd name="connsiteY1007" fmla="*/ 79260 h 384233"/>
                <a:gd name="connsiteX1008" fmla="*/ 1614688 w 1695641"/>
                <a:gd name="connsiteY1008" fmla="*/ 70335 h 384233"/>
                <a:gd name="connsiteX1009" fmla="*/ 1619775 w 1695641"/>
                <a:gd name="connsiteY1009" fmla="*/ 66319 h 384233"/>
                <a:gd name="connsiteX1010" fmla="*/ 1623880 w 1695641"/>
                <a:gd name="connsiteY1010" fmla="*/ 61499 h 384233"/>
                <a:gd name="connsiteX1011" fmla="*/ 1623167 w 1695641"/>
                <a:gd name="connsiteY1011" fmla="*/ 53021 h 384233"/>
                <a:gd name="connsiteX1012" fmla="*/ 1630396 w 1695641"/>
                <a:gd name="connsiteY1012" fmla="*/ 49361 h 384233"/>
                <a:gd name="connsiteX1013" fmla="*/ 1634501 w 1695641"/>
                <a:gd name="connsiteY1013" fmla="*/ 43203 h 384233"/>
                <a:gd name="connsiteX1014" fmla="*/ 1636376 w 1695641"/>
                <a:gd name="connsiteY1014" fmla="*/ 36420 h 384233"/>
                <a:gd name="connsiteX1015" fmla="*/ 1631199 w 1695641"/>
                <a:gd name="connsiteY1015" fmla="*/ 23926 h 384233"/>
                <a:gd name="connsiteX1016" fmla="*/ 1657171 w 1695641"/>
                <a:gd name="connsiteY1016" fmla="*/ 10182 h 384233"/>
                <a:gd name="connsiteX1017" fmla="*/ 1659492 w 1695641"/>
                <a:gd name="connsiteY1017" fmla="*/ 6880 h 384233"/>
                <a:gd name="connsiteX1018" fmla="*/ 1667256 w 1695641"/>
                <a:gd name="connsiteY1018" fmla="*/ 5987 h 384233"/>
                <a:gd name="connsiteX1019" fmla="*/ 1675646 w 1695641"/>
                <a:gd name="connsiteY1019" fmla="*/ 11253 h 384233"/>
                <a:gd name="connsiteX1020" fmla="*/ 1677788 w 1695641"/>
                <a:gd name="connsiteY1020" fmla="*/ 17411 h 384233"/>
                <a:gd name="connsiteX1021" fmla="*/ 1676806 w 1695641"/>
                <a:gd name="connsiteY1021" fmla="*/ 28210 h 384233"/>
                <a:gd name="connsiteX1022" fmla="*/ 1665382 w 1695641"/>
                <a:gd name="connsiteY1022" fmla="*/ 37134 h 384233"/>
                <a:gd name="connsiteX1023" fmla="*/ 1656457 w 1695641"/>
                <a:gd name="connsiteY1023" fmla="*/ 58733 h 384233"/>
                <a:gd name="connsiteX1024" fmla="*/ 1653779 w 1695641"/>
                <a:gd name="connsiteY1024" fmla="*/ 66230 h 384233"/>
                <a:gd name="connsiteX1025" fmla="*/ 1651548 w 1695641"/>
                <a:gd name="connsiteY1025" fmla="*/ 75155 h 384233"/>
                <a:gd name="connsiteX1026" fmla="*/ 1649763 w 1695641"/>
                <a:gd name="connsiteY1026" fmla="*/ 86400 h 384233"/>
                <a:gd name="connsiteX1027" fmla="*/ 1654939 w 1695641"/>
                <a:gd name="connsiteY1027" fmla="*/ 88007 h 384233"/>
                <a:gd name="connsiteX1028" fmla="*/ 1665025 w 1695641"/>
                <a:gd name="connsiteY1028" fmla="*/ 82473 h 384233"/>
                <a:gd name="connsiteX1029" fmla="*/ 1671986 w 1695641"/>
                <a:gd name="connsiteY1029" fmla="*/ 82473 h 384233"/>
                <a:gd name="connsiteX1030" fmla="*/ 1677609 w 1695641"/>
                <a:gd name="connsiteY1030" fmla="*/ 86579 h 384233"/>
                <a:gd name="connsiteX1031" fmla="*/ 1683946 w 1695641"/>
                <a:gd name="connsiteY1031" fmla="*/ 88453 h 384233"/>
                <a:gd name="connsiteX1032" fmla="*/ 1691174 w 1695641"/>
                <a:gd name="connsiteY1032" fmla="*/ 91041 h 384233"/>
                <a:gd name="connsiteX1033" fmla="*/ 1691710 w 1695641"/>
                <a:gd name="connsiteY1033" fmla="*/ 90952 h 384233"/>
                <a:gd name="connsiteX1034" fmla="*/ 1695548 w 1695641"/>
                <a:gd name="connsiteY1034" fmla="*/ 107462 h 384233"/>
                <a:gd name="connsiteX1035" fmla="*/ 1691442 w 1695641"/>
                <a:gd name="connsiteY1035" fmla="*/ 122367 h 384233"/>
                <a:gd name="connsiteX1036" fmla="*/ 1668952 w 1695641"/>
                <a:gd name="connsiteY1036" fmla="*/ 128347 h 384233"/>
                <a:gd name="connsiteX1037" fmla="*/ 1661990 w 1695641"/>
                <a:gd name="connsiteY1037" fmla="*/ 131292 h 384233"/>
                <a:gd name="connsiteX1038" fmla="*/ 1653065 w 1695641"/>
                <a:gd name="connsiteY1038" fmla="*/ 130489 h 384233"/>
                <a:gd name="connsiteX1039" fmla="*/ 1641909 w 1695641"/>
                <a:gd name="connsiteY1039" fmla="*/ 130489 h 384233"/>
                <a:gd name="connsiteX1040" fmla="*/ 1622720 w 1695641"/>
                <a:gd name="connsiteY1040" fmla="*/ 144144 h 384233"/>
                <a:gd name="connsiteX1041" fmla="*/ 1615670 w 1695641"/>
                <a:gd name="connsiteY1041" fmla="*/ 151641 h 384233"/>
                <a:gd name="connsiteX1042" fmla="*/ 1604424 w 1695641"/>
                <a:gd name="connsiteY1042" fmla="*/ 161994 h 384233"/>
                <a:gd name="connsiteX1043" fmla="*/ 1602639 w 1695641"/>
                <a:gd name="connsiteY1043" fmla="*/ 172614 h 384233"/>
                <a:gd name="connsiteX1044" fmla="*/ 1607994 w 1695641"/>
                <a:gd name="connsiteY1044" fmla="*/ 173685 h 384233"/>
                <a:gd name="connsiteX1045" fmla="*/ 1617633 w 1695641"/>
                <a:gd name="connsiteY1045" fmla="*/ 169847 h 384233"/>
                <a:gd name="connsiteX1046" fmla="*/ 1623970 w 1695641"/>
                <a:gd name="connsiteY1046" fmla="*/ 166456 h 384233"/>
                <a:gd name="connsiteX1047" fmla="*/ 1635037 w 1695641"/>
                <a:gd name="connsiteY1047" fmla="*/ 172078 h 384233"/>
                <a:gd name="connsiteX1048" fmla="*/ 1645836 w 1695641"/>
                <a:gd name="connsiteY1048" fmla="*/ 176541 h 384233"/>
                <a:gd name="connsiteX1049" fmla="*/ 1650031 w 1695641"/>
                <a:gd name="connsiteY1049" fmla="*/ 180825 h 384233"/>
                <a:gd name="connsiteX1050" fmla="*/ 1647264 w 1695641"/>
                <a:gd name="connsiteY1050" fmla="*/ 192070 h 384233"/>
                <a:gd name="connsiteX1051" fmla="*/ 1640838 w 1695641"/>
                <a:gd name="connsiteY1051" fmla="*/ 197604 h 384233"/>
                <a:gd name="connsiteX1052" fmla="*/ 1629503 w 1695641"/>
                <a:gd name="connsiteY1052" fmla="*/ 199746 h 384233"/>
                <a:gd name="connsiteX1053" fmla="*/ 1621828 w 1695641"/>
                <a:gd name="connsiteY1053" fmla="*/ 202334 h 384233"/>
                <a:gd name="connsiteX1054" fmla="*/ 1603978 w 1695641"/>
                <a:gd name="connsiteY1054" fmla="*/ 210366 h 384233"/>
                <a:gd name="connsiteX1055" fmla="*/ 1604781 w 1695641"/>
                <a:gd name="connsiteY1055" fmla="*/ 222683 h 384233"/>
                <a:gd name="connsiteX1056" fmla="*/ 1603442 w 1695641"/>
                <a:gd name="connsiteY1056" fmla="*/ 233214 h 384233"/>
                <a:gd name="connsiteX1057" fmla="*/ 1600943 w 1695641"/>
                <a:gd name="connsiteY1057" fmla="*/ 245262 h 384233"/>
                <a:gd name="connsiteX1058" fmla="*/ 1596303 w 1695641"/>
                <a:gd name="connsiteY1058" fmla="*/ 253295 h 384233"/>
                <a:gd name="connsiteX1059" fmla="*/ 1587378 w 1695641"/>
                <a:gd name="connsiteY1059" fmla="*/ 270609 h 384233"/>
                <a:gd name="connsiteX1060" fmla="*/ 1574348 w 1695641"/>
                <a:gd name="connsiteY1060" fmla="*/ 275250 h 384233"/>
                <a:gd name="connsiteX1061" fmla="*/ 1563906 w 1695641"/>
                <a:gd name="connsiteY1061" fmla="*/ 278106 h 384233"/>
                <a:gd name="connsiteX1062" fmla="*/ 1548198 w 1695641"/>
                <a:gd name="connsiteY1062" fmla="*/ 278106 h 384233"/>
                <a:gd name="connsiteX1063" fmla="*/ 1547216 w 1695641"/>
                <a:gd name="connsiteY1063" fmla="*/ 268646 h 384233"/>
                <a:gd name="connsiteX1064" fmla="*/ 1532043 w 1695641"/>
                <a:gd name="connsiteY1064" fmla="*/ 254276 h 384233"/>
                <a:gd name="connsiteX1065" fmla="*/ 1540165 w 1695641"/>
                <a:gd name="connsiteY1065" fmla="*/ 250260 h 384233"/>
                <a:gd name="connsiteX1066" fmla="*/ 1559800 w 1695641"/>
                <a:gd name="connsiteY1066" fmla="*/ 246690 h 384233"/>
                <a:gd name="connsiteX1067" fmla="*/ 1575240 w 1695641"/>
                <a:gd name="connsiteY1067" fmla="*/ 219916 h 384233"/>
                <a:gd name="connsiteX1068" fmla="*/ 1570956 w 1695641"/>
                <a:gd name="connsiteY1068" fmla="*/ 213847 h 384233"/>
                <a:gd name="connsiteX1069" fmla="*/ 1556498 w 1695641"/>
                <a:gd name="connsiteY1069" fmla="*/ 216436 h 384233"/>
                <a:gd name="connsiteX1070" fmla="*/ 1541593 w 1695641"/>
                <a:gd name="connsiteY1070" fmla="*/ 219024 h 384233"/>
                <a:gd name="connsiteX1071" fmla="*/ 1529366 w 1695641"/>
                <a:gd name="connsiteY1071" fmla="*/ 223397 h 384233"/>
                <a:gd name="connsiteX1072" fmla="*/ 1518388 w 1695641"/>
                <a:gd name="connsiteY1072" fmla="*/ 220720 h 384233"/>
                <a:gd name="connsiteX1073" fmla="*/ 1513390 w 1695641"/>
                <a:gd name="connsiteY1073" fmla="*/ 218488 h 384233"/>
                <a:gd name="connsiteX1074" fmla="*/ 1512230 w 1695641"/>
                <a:gd name="connsiteY1074" fmla="*/ 210456 h 384233"/>
                <a:gd name="connsiteX1075" fmla="*/ 1514461 w 1695641"/>
                <a:gd name="connsiteY1075" fmla="*/ 199389 h 384233"/>
                <a:gd name="connsiteX1076" fmla="*/ 1527848 w 1695641"/>
                <a:gd name="connsiteY1076" fmla="*/ 191088 h 384233"/>
                <a:gd name="connsiteX1077" fmla="*/ 1537577 w 1695641"/>
                <a:gd name="connsiteY1077" fmla="*/ 193587 h 384233"/>
                <a:gd name="connsiteX1078" fmla="*/ 1547037 w 1695641"/>
                <a:gd name="connsiteY1078" fmla="*/ 187697 h 384233"/>
                <a:gd name="connsiteX1079" fmla="*/ 1558729 w 1695641"/>
                <a:gd name="connsiteY1079" fmla="*/ 184573 h 384233"/>
                <a:gd name="connsiteX1080" fmla="*/ 1565780 w 1695641"/>
                <a:gd name="connsiteY1080" fmla="*/ 181003 h 384233"/>
                <a:gd name="connsiteX1081" fmla="*/ 1568279 w 1695641"/>
                <a:gd name="connsiteY1081" fmla="*/ 176898 h 384233"/>
                <a:gd name="connsiteX1082" fmla="*/ 1569528 w 1695641"/>
                <a:gd name="connsiteY1082" fmla="*/ 167973 h 384233"/>
                <a:gd name="connsiteX1083" fmla="*/ 1572831 w 1695641"/>
                <a:gd name="connsiteY1083" fmla="*/ 159049 h 384233"/>
                <a:gd name="connsiteX1084" fmla="*/ 1566048 w 1695641"/>
                <a:gd name="connsiteY1084" fmla="*/ 158424 h 384233"/>
                <a:gd name="connsiteX1085" fmla="*/ 1558550 w 1695641"/>
                <a:gd name="connsiteY1085" fmla="*/ 163333 h 384233"/>
                <a:gd name="connsiteX1086" fmla="*/ 1550071 w 1695641"/>
                <a:gd name="connsiteY1086" fmla="*/ 167706 h 384233"/>
                <a:gd name="connsiteX1087" fmla="*/ 1542932 w 1695641"/>
                <a:gd name="connsiteY1087" fmla="*/ 167706 h 384233"/>
                <a:gd name="connsiteX1088" fmla="*/ 1540255 w 1695641"/>
                <a:gd name="connsiteY1088" fmla="*/ 161191 h 384233"/>
                <a:gd name="connsiteX1089" fmla="*/ 1542218 w 1695641"/>
                <a:gd name="connsiteY1089" fmla="*/ 151462 h 384233"/>
                <a:gd name="connsiteX1090" fmla="*/ 1549715 w 1695641"/>
                <a:gd name="connsiteY1090" fmla="*/ 133612 h 384233"/>
                <a:gd name="connsiteX1091" fmla="*/ 1560246 w 1695641"/>
                <a:gd name="connsiteY1091" fmla="*/ 132898 h 384233"/>
                <a:gd name="connsiteX1092" fmla="*/ 1564173 w 1695641"/>
                <a:gd name="connsiteY1092" fmla="*/ 130310 h 384233"/>
                <a:gd name="connsiteX1093" fmla="*/ 1573902 w 1695641"/>
                <a:gd name="connsiteY1093" fmla="*/ 129418 h 384233"/>
                <a:gd name="connsiteX1094" fmla="*/ 1584969 w 1695641"/>
                <a:gd name="connsiteY1094" fmla="*/ 126651 h 384233"/>
                <a:gd name="connsiteX1095" fmla="*/ 1593269 w 1695641"/>
                <a:gd name="connsiteY1095" fmla="*/ 125223 h 384233"/>
                <a:gd name="connsiteX1096" fmla="*/ 1600230 w 1695641"/>
                <a:gd name="connsiteY1096" fmla="*/ 122724 h 384233"/>
                <a:gd name="connsiteX1097" fmla="*/ 1604335 w 1695641"/>
                <a:gd name="connsiteY1097" fmla="*/ 119779 h 384233"/>
                <a:gd name="connsiteX1098" fmla="*/ 1614063 w 1695641"/>
                <a:gd name="connsiteY1098" fmla="*/ 119779 h 384233"/>
                <a:gd name="connsiteX1099" fmla="*/ 1622007 w 1695641"/>
                <a:gd name="connsiteY1099" fmla="*/ 119779 h 384233"/>
                <a:gd name="connsiteX1100" fmla="*/ 1630217 w 1695641"/>
                <a:gd name="connsiteY1100" fmla="*/ 121742 h 384233"/>
                <a:gd name="connsiteX1101" fmla="*/ 1639142 w 1695641"/>
                <a:gd name="connsiteY1101" fmla="*/ 117369 h 384233"/>
                <a:gd name="connsiteX1102" fmla="*/ 1644140 w 1695641"/>
                <a:gd name="connsiteY1102" fmla="*/ 107819 h 384233"/>
                <a:gd name="connsiteX1103" fmla="*/ 1632270 w 1695641"/>
                <a:gd name="connsiteY1103" fmla="*/ 109158 h 384233"/>
                <a:gd name="connsiteX1104" fmla="*/ 1619775 w 1695641"/>
                <a:gd name="connsiteY1104" fmla="*/ 110943 h 384233"/>
                <a:gd name="connsiteX1105" fmla="*/ 1600140 w 1695641"/>
                <a:gd name="connsiteY1105" fmla="*/ 112996 h 384233"/>
                <a:gd name="connsiteX1106" fmla="*/ 1590234 w 1695641"/>
                <a:gd name="connsiteY1106" fmla="*/ 115316 h 384233"/>
                <a:gd name="connsiteX1107" fmla="*/ 1580327 w 1695641"/>
                <a:gd name="connsiteY1107" fmla="*/ 117369 h 384233"/>
                <a:gd name="connsiteX1108" fmla="*/ 1564262 w 1695641"/>
                <a:gd name="connsiteY1108" fmla="*/ 119422 h 384233"/>
                <a:gd name="connsiteX1109" fmla="*/ 1551946 w 1695641"/>
                <a:gd name="connsiteY1109" fmla="*/ 121921 h 384233"/>
                <a:gd name="connsiteX1110" fmla="*/ 1537398 w 1695641"/>
                <a:gd name="connsiteY1110" fmla="*/ 127811 h 384233"/>
                <a:gd name="connsiteX1111" fmla="*/ 1528473 w 1695641"/>
                <a:gd name="connsiteY1111" fmla="*/ 139681 h 384233"/>
                <a:gd name="connsiteX1112" fmla="*/ 1524189 w 1695641"/>
                <a:gd name="connsiteY1112" fmla="*/ 144769 h 384233"/>
                <a:gd name="connsiteX1113" fmla="*/ 1505626 w 1695641"/>
                <a:gd name="connsiteY1113" fmla="*/ 158960 h 384233"/>
                <a:gd name="connsiteX1114" fmla="*/ 1498397 w 1695641"/>
                <a:gd name="connsiteY1114" fmla="*/ 156014 h 384233"/>
                <a:gd name="connsiteX1115" fmla="*/ 1492953 w 1695641"/>
                <a:gd name="connsiteY1115" fmla="*/ 138967 h 384233"/>
                <a:gd name="connsiteX1116" fmla="*/ 1492953 w 1695641"/>
                <a:gd name="connsiteY1116" fmla="*/ 121831 h 384233"/>
                <a:gd name="connsiteX1117" fmla="*/ 1495630 w 1695641"/>
                <a:gd name="connsiteY1117" fmla="*/ 114870 h 384233"/>
                <a:gd name="connsiteX1118" fmla="*/ 1500539 w 1695641"/>
                <a:gd name="connsiteY1118" fmla="*/ 111657 h 384233"/>
                <a:gd name="connsiteX1119" fmla="*/ 1512498 w 1695641"/>
                <a:gd name="connsiteY1119" fmla="*/ 91844 h 384233"/>
                <a:gd name="connsiteX1120" fmla="*/ 1515889 w 1695641"/>
                <a:gd name="connsiteY1120" fmla="*/ 91844 h 384233"/>
                <a:gd name="connsiteX1121" fmla="*/ 1518299 w 1695641"/>
                <a:gd name="connsiteY1121" fmla="*/ 107194 h 384233"/>
                <a:gd name="connsiteX1122" fmla="*/ 1518530 w 1695641"/>
                <a:gd name="connsiteY1122" fmla="*/ 108779 h 384233"/>
                <a:gd name="connsiteX1123" fmla="*/ 1523564 w 1695641"/>
                <a:gd name="connsiteY1123" fmla="*/ 111121 h 384233"/>
                <a:gd name="connsiteX1124" fmla="*/ 1533828 w 1695641"/>
                <a:gd name="connsiteY1124" fmla="*/ 107105 h 384233"/>
                <a:gd name="connsiteX1125" fmla="*/ 1537309 w 1695641"/>
                <a:gd name="connsiteY1125" fmla="*/ 103625 h 384233"/>
                <a:gd name="connsiteX1126" fmla="*/ 1534631 w 1695641"/>
                <a:gd name="connsiteY1126" fmla="*/ 96486 h 384233"/>
                <a:gd name="connsiteX1127" fmla="*/ 1532846 w 1695641"/>
                <a:gd name="connsiteY1127" fmla="*/ 86132 h 384233"/>
                <a:gd name="connsiteX1128" fmla="*/ 1534453 w 1695641"/>
                <a:gd name="connsiteY1128" fmla="*/ 64891 h 384233"/>
                <a:gd name="connsiteX1129" fmla="*/ 1532936 w 1695641"/>
                <a:gd name="connsiteY1129" fmla="*/ 42400 h 384233"/>
                <a:gd name="connsiteX1130" fmla="*/ 1530883 w 1695641"/>
                <a:gd name="connsiteY1130" fmla="*/ 29549 h 384233"/>
                <a:gd name="connsiteX1131" fmla="*/ 1535167 w 1695641"/>
                <a:gd name="connsiteY1131" fmla="*/ 22141 h 384233"/>
                <a:gd name="connsiteX1132" fmla="*/ 1541325 w 1695641"/>
                <a:gd name="connsiteY1132" fmla="*/ 22141 h 384233"/>
                <a:gd name="connsiteX1133" fmla="*/ 1544449 w 1695641"/>
                <a:gd name="connsiteY1133" fmla="*/ 20088 h 384233"/>
                <a:gd name="connsiteX1134" fmla="*/ 1547127 w 1695641"/>
                <a:gd name="connsiteY1134" fmla="*/ 24105 h 384233"/>
                <a:gd name="connsiteX1135" fmla="*/ 1548198 w 1695641"/>
                <a:gd name="connsiteY1135" fmla="*/ 31423 h 384233"/>
                <a:gd name="connsiteX1136" fmla="*/ 1549001 w 1695641"/>
                <a:gd name="connsiteY1136" fmla="*/ 40347 h 384233"/>
                <a:gd name="connsiteX1137" fmla="*/ 1549001 w 1695641"/>
                <a:gd name="connsiteY1137" fmla="*/ 45970 h 384233"/>
                <a:gd name="connsiteX1138" fmla="*/ 1549001 w 1695641"/>
                <a:gd name="connsiteY1138" fmla="*/ 52128 h 384233"/>
                <a:gd name="connsiteX1139" fmla="*/ 1549001 w 1695641"/>
                <a:gd name="connsiteY1139" fmla="*/ 59893 h 384233"/>
                <a:gd name="connsiteX1140" fmla="*/ 1549893 w 1695641"/>
                <a:gd name="connsiteY1140" fmla="*/ 75065 h 384233"/>
                <a:gd name="connsiteX1141" fmla="*/ 1551857 w 1695641"/>
                <a:gd name="connsiteY1141" fmla="*/ 85240 h 384233"/>
                <a:gd name="connsiteX1142" fmla="*/ 1551857 w 1695641"/>
                <a:gd name="connsiteY1142" fmla="*/ 92737 h 384233"/>
                <a:gd name="connsiteX1143" fmla="*/ 1548822 w 1695641"/>
                <a:gd name="connsiteY1143" fmla="*/ 101662 h 384233"/>
                <a:gd name="connsiteX1144" fmla="*/ 1553106 w 1695641"/>
                <a:gd name="connsiteY1144" fmla="*/ 106034 h 384233"/>
                <a:gd name="connsiteX1145" fmla="*/ 1561584 w 1695641"/>
                <a:gd name="connsiteY1145" fmla="*/ 103714 h 384233"/>
                <a:gd name="connsiteX1146" fmla="*/ 1568903 w 1695641"/>
                <a:gd name="connsiteY1146" fmla="*/ 103268 h 384233"/>
                <a:gd name="connsiteX1147" fmla="*/ 1580863 w 1695641"/>
                <a:gd name="connsiteY1147" fmla="*/ 101126 h 384233"/>
                <a:gd name="connsiteX1148" fmla="*/ 1587378 w 1695641"/>
                <a:gd name="connsiteY1148" fmla="*/ 98895 h 384233"/>
                <a:gd name="connsiteX1149" fmla="*/ 1592465 w 1695641"/>
                <a:gd name="connsiteY1149" fmla="*/ 95504 h 384233"/>
                <a:gd name="connsiteX1150" fmla="*/ 1593179 w 1695641"/>
                <a:gd name="connsiteY1150" fmla="*/ 91666 h 384233"/>
                <a:gd name="connsiteX1151" fmla="*/ 1586039 w 1695641"/>
                <a:gd name="connsiteY1151" fmla="*/ 90952 h 384233"/>
                <a:gd name="connsiteX1152" fmla="*/ 1579524 w 1695641"/>
                <a:gd name="connsiteY1152" fmla="*/ 93629 h 384233"/>
                <a:gd name="connsiteX1153" fmla="*/ 1577650 w 1695641"/>
                <a:gd name="connsiteY1153" fmla="*/ 87650 h 384233"/>
                <a:gd name="connsiteX1154" fmla="*/ 1573723 w 1695641"/>
                <a:gd name="connsiteY1154" fmla="*/ 82741 h 384233"/>
                <a:gd name="connsiteX1155" fmla="*/ 1571135 w 1695641"/>
                <a:gd name="connsiteY1155" fmla="*/ 90060 h 384233"/>
                <a:gd name="connsiteX1156" fmla="*/ 1568011 w 1695641"/>
                <a:gd name="connsiteY1156" fmla="*/ 94433 h 384233"/>
                <a:gd name="connsiteX1157" fmla="*/ 1563638 w 1695641"/>
                <a:gd name="connsiteY1157" fmla="*/ 96753 h 384233"/>
                <a:gd name="connsiteX1158" fmla="*/ 1559175 w 1695641"/>
                <a:gd name="connsiteY1158" fmla="*/ 88364 h 384233"/>
                <a:gd name="connsiteX1159" fmla="*/ 1559800 w 1695641"/>
                <a:gd name="connsiteY1159" fmla="*/ 71049 h 384233"/>
                <a:gd name="connsiteX1160" fmla="*/ 1557837 w 1695641"/>
                <a:gd name="connsiteY1160" fmla="*/ 59268 h 384233"/>
                <a:gd name="connsiteX1161" fmla="*/ 1557837 w 1695641"/>
                <a:gd name="connsiteY1161" fmla="*/ 42579 h 384233"/>
                <a:gd name="connsiteX1162" fmla="*/ 1556587 w 1695641"/>
                <a:gd name="connsiteY1162" fmla="*/ 36956 h 384233"/>
                <a:gd name="connsiteX1163" fmla="*/ 1559979 w 1695641"/>
                <a:gd name="connsiteY1163" fmla="*/ 28835 h 384233"/>
                <a:gd name="connsiteX1164" fmla="*/ 1565691 w 1695641"/>
                <a:gd name="connsiteY1164" fmla="*/ 25622 h 384233"/>
                <a:gd name="connsiteX1165" fmla="*/ 1568457 w 1695641"/>
                <a:gd name="connsiteY1165" fmla="*/ 34546 h 384233"/>
                <a:gd name="connsiteX1166" fmla="*/ 1570331 w 1695641"/>
                <a:gd name="connsiteY1166" fmla="*/ 40169 h 384233"/>
                <a:gd name="connsiteX1167" fmla="*/ 1573009 w 1695641"/>
                <a:gd name="connsiteY1167" fmla="*/ 59000 h 384233"/>
                <a:gd name="connsiteX1168" fmla="*/ 1575508 w 1695641"/>
                <a:gd name="connsiteY1168" fmla="*/ 63374 h 384233"/>
                <a:gd name="connsiteX1169" fmla="*/ 1585237 w 1695641"/>
                <a:gd name="connsiteY1169" fmla="*/ 63374 h 384233"/>
                <a:gd name="connsiteX1170" fmla="*/ 1588896 w 1695641"/>
                <a:gd name="connsiteY1170" fmla="*/ 68015 h 384233"/>
                <a:gd name="connsiteX1171" fmla="*/ 1597820 w 1695641"/>
                <a:gd name="connsiteY1171" fmla="*/ 59714 h 384233"/>
                <a:gd name="connsiteX1172" fmla="*/ 1593090 w 1695641"/>
                <a:gd name="connsiteY1172" fmla="*/ 48469 h 384233"/>
                <a:gd name="connsiteX1173" fmla="*/ 1585237 w 1695641"/>
                <a:gd name="connsiteY1173" fmla="*/ 51503 h 384233"/>
                <a:gd name="connsiteX1174" fmla="*/ 1579703 w 1695641"/>
                <a:gd name="connsiteY1174" fmla="*/ 54092 h 384233"/>
                <a:gd name="connsiteX1175" fmla="*/ 1579703 w 1695641"/>
                <a:gd name="connsiteY1175" fmla="*/ 42936 h 384233"/>
                <a:gd name="connsiteX1176" fmla="*/ 1583094 w 1695641"/>
                <a:gd name="connsiteY1176" fmla="*/ 34011 h 384233"/>
                <a:gd name="connsiteX1177" fmla="*/ 1579346 w 1695641"/>
                <a:gd name="connsiteY1177" fmla="*/ 24105 h 384233"/>
                <a:gd name="connsiteX1178" fmla="*/ 1585593 w 1695641"/>
                <a:gd name="connsiteY1178" fmla="*/ 17857 h 384233"/>
                <a:gd name="connsiteX1179" fmla="*/ 1592466 w 1695641"/>
                <a:gd name="connsiteY1179" fmla="*/ 23480 h 384233"/>
                <a:gd name="connsiteX1180" fmla="*/ 1600765 w 1695641"/>
                <a:gd name="connsiteY1180" fmla="*/ 12502 h 384233"/>
                <a:gd name="connsiteX1181" fmla="*/ 1606923 w 1695641"/>
                <a:gd name="connsiteY1181" fmla="*/ 1078 h 384233"/>
                <a:gd name="connsiteX1182" fmla="*/ 1611921 w 1695641"/>
                <a:gd name="connsiteY1182" fmla="*/ 1078 h 384233"/>
                <a:gd name="connsiteX1183" fmla="*/ 1616919 w 1695641"/>
                <a:gd name="connsiteY1183" fmla="*/ 7 h 384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</a:cxnLst>
              <a:rect l="l" t="t" r="r" b="b"/>
              <a:pathLst>
                <a:path w="1695641" h="384233">
                  <a:moveTo>
                    <a:pt x="337551" y="383456"/>
                  </a:moveTo>
                  <a:lnTo>
                    <a:pt x="338074" y="383688"/>
                  </a:lnTo>
                  <a:lnTo>
                    <a:pt x="337450" y="383510"/>
                  </a:lnTo>
                  <a:close/>
                  <a:moveTo>
                    <a:pt x="27042" y="352807"/>
                  </a:moveTo>
                  <a:lnTo>
                    <a:pt x="27132" y="370567"/>
                  </a:lnTo>
                  <a:lnTo>
                    <a:pt x="42750" y="370567"/>
                  </a:lnTo>
                  <a:cubicBezTo>
                    <a:pt x="45484" y="370803"/>
                    <a:pt x="48202" y="369971"/>
                    <a:pt x="50336" y="368247"/>
                  </a:cubicBezTo>
                  <a:cubicBezTo>
                    <a:pt x="52107" y="366307"/>
                    <a:pt x="53010" y="363728"/>
                    <a:pt x="52835" y="361107"/>
                  </a:cubicBezTo>
                  <a:cubicBezTo>
                    <a:pt x="52999" y="358734"/>
                    <a:pt x="52042" y="356421"/>
                    <a:pt x="50246" y="354859"/>
                  </a:cubicBezTo>
                  <a:cubicBezTo>
                    <a:pt x="47976" y="353295"/>
                    <a:pt x="45231" y="352569"/>
                    <a:pt x="42482" y="352807"/>
                  </a:cubicBezTo>
                  <a:close/>
                  <a:moveTo>
                    <a:pt x="27042" y="326836"/>
                  </a:moveTo>
                  <a:lnTo>
                    <a:pt x="27132" y="341562"/>
                  </a:lnTo>
                  <a:lnTo>
                    <a:pt x="41857" y="341562"/>
                  </a:lnTo>
                  <a:cubicBezTo>
                    <a:pt x="44417" y="341725"/>
                    <a:pt x="46960" y="341034"/>
                    <a:pt x="49086" y="339599"/>
                  </a:cubicBezTo>
                  <a:cubicBezTo>
                    <a:pt x="50717" y="338054"/>
                    <a:pt x="51568" y="335859"/>
                    <a:pt x="51407" y="333619"/>
                  </a:cubicBezTo>
                  <a:cubicBezTo>
                    <a:pt x="51533" y="331601"/>
                    <a:pt x="50583" y="329666"/>
                    <a:pt x="48908" y="328532"/>
                  </a:cubicBezTo>
                  <a:cubicBezTo>
                    <a:pt x="46601" y="327233"/>
                    <a:pt x="43962" y="326644"/>
                    <a:pt x="41322" y="326836"/>
                  </a:cubicBezTo>
                  <a:close/>
                  <a:moveTo>
                    <a:pt x="1530352" y="324967"/>
                  </a:moveTo>
                  <a:cubicBezTo>
                    <a:pt x="1526517" y="324361"/>
                    <a:pt x="1522450" y="325218"/>
                    <a:pt x="1519062" y="327682"/>
                  </a:cubicBezTo>
                  <a:cubicBezTo>
                    <a:pt x="1517776" y="328616"/>
                    <a:pt x="1516646" y="329746"/>
                    <a:pt x="1515712" y="331030"/>
                  </a:cubicBezTo>
                  <a:cubicBezTo>
                    <a:pt x="1512385" y="336364"/>
                    <a:pt x="1510823" y="342610"/>
                    <a:pt x="1511249" y="348880"/>
                  </a:cubicBezTo>
                  <a:cubicBezTo>
                    <a:pt x="1510937" y="354848"/>
                    <a:pt x="1512463" y="360766"/>
                    <a:pt x="1515623" y="365838"/>
                  </a:cubicBezTo>
                  <a:cubicBezTo>
                    <a:pt x="1520683" y="372640"/>
                    <a:pt x="1530299" y="374052"/>
                    <a:pt x="1537102" y="368992"/>
                  </a:cubicBezTo>
                  <a:cubicBezTo>
                    <a:pt x="1538300" y="368099"/>
                    <a:pt x="1539363" y="367037"/>
                    <a:pt x="1540255" y="365838"/>
                  </a:cubicBezTo>
                  <a:lnTo>
                    <a:pt x="1540255" y="365838"/>
                  </a:lnTo>
                  <a:cubicBezTo>
                    <a:pt x="1543483" y="360793"/>
                    <a:pt x="1545045" y="354861"/>
                    <a:pt x="1544717" y="348880"/>
                  </a:cubicBezTo>
                  <a:cubicBezTo>
                    <a:pt x="1545144" y="342610"/>
                    <a:pt x="1543582" y="336364"/>
                    <a:pt x="1540255" y="331030"/>
                  </a:cubicBezTo>
                  <a:cubicBezTo>
                    <a:pt x="1537792" y="327642"/>
                    <a:pt x="1534187" y="325573"/>
                    <a:pt x="1530352" y="324967"/>
                  </a:cubicBezTo>
                  <a:close/>
                  <a:moveTo>
                    <a:pt x="1404435" y="324962"/>
                  </a:moveTo>
                  <a:cubicBezTo>
                    <a:pt x="1400575" y="324364"/>
                    <a:pt x="1396487" y="325238"/>
                    <a:pt x="1393086" y="327727"/>
                  </a:cubicBezTo>
                  <a:cubicBezTo>
                    <a:pt x="1391822" y="328652"/>
                    <a:pt x="1390707" y="329767"/>
                    <a:pt x="1389782" y="331031"/>
                  </a:cubicBezTo>
                  <a:cubicBezTo>
                    <a:pt x="1386487" y="336375"/>
                    <a:pt x="1384956" y="342620"/>
                    <a:pt x="1385409" y="348881"/>
                  </a:cubicBezTo>
                  <a:cubicBezTo>
                    <a:pt x="1385055" y="354852"/>
                    <a:pt x="1386584" y="360783"/>
                    <a:pt x="1389782" y="365838"/>
                  </a:cubicBezTo>
                  <a:cubicBezTo>
                    <a:pt x="1394843" y="372640"/>
                    <a:pt x="1404459" y="374052"/>
                    <a:pt x="1411261" y="368991"/>
                  </a:cubicBezTo>
                  <a:cubicBezTo>
                    <a:pt x="1412460" y="368099"/>
                    <a:pt x="1413523" y="367037"/>
                    <a:pt x="1414415" y="365838"/>
                  </a:cubicBezTo>
                  <a:cubicBezTo>
                    <a:pt x="1417613" y="360783"/>
                    <a:pt x="1419142" y="354851"/>
                    <a:pt x="1418788" y="348881"/>
                  </a:cubicBezTo>
                  <a:cubicBezTo>
                    <a:pt x="1419240" y="342620"/>
                    <a:pt x="1417710" y="336375"/>
                    <a:pt x="1414415" y="331031"/>
                  </a:cubicBezTo>
                  <a:cubicBezTo>
                    <a:pt x="1411926" y="327630"/>
                    <a:pt x="1408295" y="325560"/>
                    <a:pt x="1404435" y="324962"/>
                  </a:cubicBezTo>
                  <a:close/>
                  <a:moveTo>
                    <a:pt x="939002" y="324962"/>
                  </a:moveTo>
                  <a:cubicBezTo>
                    <a:pt x="935142" y="324364"/>
                    <a:pt x="931054" y="325238"/>
                    <a:pt x="927653" y="327727"/>
                  </a:cubicBezTo>
                  <a:cubicBezTo>
                    <a:pt x="926389" y="328652"/>
                    <a:pt x="925274" y="329767"/>
                    <a:pt x="924349" y="331031"/>
                  </a:cubicBezTo>
                  <a:cubicBezTo>
                    <a:pt x="921053" y="336375"/>
                    <a:pt x="919523" y="342620"/>
                    <a:pt x="919976" y="348881"/>
                  </a:cubicBezTo>
                  <a:cubicBezTo>
                    <a:pt x="919622" y="354852"/>
                    <a:pt x="921151" y="360783"/>
                    <a:pt x="924349" y="365838"/>
                  </a:cubicBezTo>
                  <a:cubicBezTo>
                    <a:pt x="929410" y="372640"/>
                    <a:pt x="939026" y="374052"/>
                    <a:pt x="945828" y="368991"/>
                  </a:cubicBezTo>
                  <a:cubicBezTo>
                    <a:pt x="947027" y="368099"/>
                    <a:pt x="948090" y="367037"/>
                    <a:pt x="948982" y="365838"/>
                  </a:cubicBezTo>
                  <a:cubicBezTo>
                    <a:pt x="952180" y="360783"/>
                    <a:pt x="953709" y="354851"/>
                    <a:pt x="953355" y="348881"/>
                  </a:cubicBezTo>
                  <a:cubicBezTo>
                    <a:pt x="953807" y="342620"/>
                    <a:pt x="952277" y="336375"/>
                    <a:pt x="948982" y="331031"/>
                  </a:cubicBezTo>
                  <a:cubicBezTo>
                    <a:pt x="946493" y="327630"/>
                    <a:pt x="942861" y="325560"/>
                    <a:pt x="939002" y="324962"/>
                  </a:cubicBezTo>
                  <a:close/>
                  <a:moveTo>
                    <a:pt x="1636450" y="315451"/>
                  </a:moveTo>
                  <a:lnTo>
                    <a:pt x="1644036" y="315451"/>
                  </a:lnTo>
                  <a:lnTo>
                    <a:pt x="1651712" y="315451"/>
                  </a:lnTo>
                  <a:lnTo>
                    <a:pt x="1664518" y="344353"/>
                  </a:lnTo>
                  <a:lnTo>
                    <a:pt x="1664475" y="344457"/>
                  </a:lnTo>
                  <a:lnTo>
                    <a:pt x="1664564" y="344457"/>
                  </a:lnTo>
                  <a:lnTo>
                    <a:pt x="1664518" y="344353"/>
                  </a:lnTo>
                  <a:lnTo>
                    <a:pt x="1676522" y="315451"/>
                  </a:lnTo>
                  <a:lnTo>
                    <a:pt x="1683841" y="315451"/>
                  </a:lnTo>
                  <a:lnTo>
                    <a:pt x="1691070" y="315451"/>
                  </a:lnTo>
                  <a:lnTo>
                    <a:pt x="1670721" y="356951"/>
                  </a:lnTo>
                  <a:lnTo>
                    <a:pt x="1670721" y="382388"/>
                  </a:lnTo>
                  <a:lnTo>
                    <a:pt x="1664385" y="382388"/>
                  </a:lnTo>
                  <a:lnTo>
                    <a:pt x="1657870" y="382388"/>
                  </a:lnTo>
                  <a:lnTo>
                    <a:pt x="1657870" y="357219"/>
                  </a:lnTo>
                  <a:close/>
                  <a:moveTo>
                    <a:pt x="1445726" y="315451"/>
                  </a:moveTo>
                  <a:lnTo>
                    <a:pt x="1452152" y="315451"/>
                  </a:lnTo>
                  <a:lnTo>
                    <a:pt x="1458578" y="315451"/>
                  </a:lnTo>
                  <a:lnTo>
                    <a:pt x="1458578" y="370428"/>
                  </a:lnTo>
                  <a:lnTo>
                    <a:pt x="1489101" y="370428"/>
                  </a:lnTo>
                  <a:lnTo>
                    <a:pt x="1489101" y="376408"/>
                  </a:lnTo>
                  <a:lnTo>
                    <a:pt x="1489101" y="382298"/>
                  </a:lnTo>
                  <a:lnTo>
                    <a:pt x="1445726" y="382298"/>
                  </a:lnTo>
                  <a:close/>
                  <a:moveTo>
                    <a:pt x="1309711" y="315451"/>
                  </a:moveTo>
                  <a:lnTo>
                    <a:pt x="1316405" y="315451"/>
                  </a:lnTo>
                  <a:lnTo>
                    <a:pt x="1323099" y="315451"/>
                  </a:lnTo>
                  <a:lnTo>
                    <a:pt x="1347820" y="362396"/>
                  </a:lnTo>
                  <a:lnTo>
                    <a:pt x="1347820" y="315451"/>
                  </a:lnTo>
                  <a:lnTo>
                    <a:pt x="1353800" y="315451"/>
                  </a:lnTo>
                  <a:lnTo>
                    <a:pt x="1359868" y="315451"/>
                  </a:lnTo>
                  <a:lnTo>
                    <a:pt x="1359868" y="382298"/>
                  </a:lnTo>
                  <a:lnTo>
                    <a:pt x="1353442" y="382298"/>
                  </a:lnTo>
                  <a:lnTo>
                    <a:pt x="1347016" y="382298"/>
                  </a:lnTo>
                  <a:lnTo>
                    <a:pt x="1321670" y="334104"/>
                  </a:lnTo>
                  <a:lnTo>
                    <a:pt x="1321670" y="382298"/>
                  </a:lnTo>
                  <a:lnTo>
                    <a:pt x="1315691" y="382298"/>
                  </a:lnTo>
                  <a:lnTo>
                    <a:pt x="1309711" y="382298"/>
                  </a:lnTo>
                  <a:close/>
                  <a:moveTo>
                    <a:pt x="1244559" y="315451"/>
                  </a:moveTo>
                  <a:lnTo>
                    <a:pt x="1250896" y="315451"/>
                  </a:lnTo>
                  <a:lnTo>
                    <a:pt x="1257322" y="315451"/>
                  </a:lnTo>
                  <a:lnTo>
                    <a:pt x="1257322" y="340530"/>
                  </a:lnTo>
                  <a:lnTo>
                    <a:pt x="1281418" y="340530"/>
                  </a:lnTo>
                  <a:lnTo>
                    <a:pt x="1281418" y="315451"/>
                  </a:lnTo>
                  <a:lnTo>
                    <a:pt x="1287844" y="315451"/>
                  </a:lnTo>
                  <a:lnTo>
                    <a:pt x="1294270" y="315451"/>
                  </a:lnTo>
                  <a:lnTo>
                    <a:pt x="1294270" y="382298"/>
                  </a:lnTo>
                  <a:lnTo>
                    <a:pt x="1287844" y="382298"/>
                  </a:lnTo>
                  <a:lnTo>
                    <a:pt x="1281418" y="382298"/>
                  </a:lnTo>
                  <a:lnTo>
                    <a:pt x="1281418" y="352043"/>
                  </a:lnTo>
                  <a:lnTo>
                    <a:pt x="1257322" y="352043"/>
                  </a:lnTo>
                  <a:lnTo>
                    <a:pt x="1257322" y="382298"/>
                  </a:lnTo>
                  <a:lnTo>
                    <a:pt x="1250985" y="382298"/>
                  </a:lnTo>
                  <a:lnTo>
                    <a:pt x="1244559" y="382298"/>
                  </a:lnTo>
                  <a:close/>
                  <a:moveTo>
                    <a:pt x="1119075" y="315451"/>
                  </a:moveTo>
                  <a:lnTo>
                    <a:pt x="1164324" y="315451"/>
                  </a:lnTo>
                  <a:lnTo>
                    <a:pt x="1164324" y="321341"/>
                  </a:lnTo>
                  <a:lnTo>
                    <a:pt x="1164324" y="327321"/>
                  </a:lnTo>
                  <a:lnTo>
                    <a:pt x="1131927" y="327321"/>
                  </a:lnTo>
                  <a:lnTo>
                    <a:pt x="1131927" y="341512"/>
                  </a:lnTo>
                  <a:lnTo>
                    <a:pt x="1162003" y="341512"/>
                  </a:lnTo>
                  <a:lnTo>
                    <a:pt x="1162003" y="347224"/>
                  </a:lnTo>
                  <a:lnTo>
                    <a:pt x="1162003" y="353024"/>
                  </a:lnTo>
                  <a:lnTo>
                    <a:pt x="1131927" y="353024"/>
                  </a:lnTo>
                  <a:lnTo>
                    <a:pt x="1131927" y="370428"/>
                  </a:lnTo>
                  <a:lnTo>
                    <a:pt x="1165752" y="370428"/>
                  </a:lnTo>
                  <a:lnTo>
                    <a:pt x="1165752" y="376408"/>
                  </a:lnTo>
                  <a:lnTo>
                    <a:pt x="1165752" y="382298"/>
                  </a:lnTo>
                  <a:lnTo>
                    <a:pt x="1119075" y="382298"/>
                  </a:lnTo>
                  <a:close/>
                  <a:moveTo>
                    <a:pt x="1057939" y="315451"/>
                  </a:moveTo>
                  <a:lnTo>
                    <a:pt x="1108007" y="315451"/>
                  </a:lnTo>
                  <a:lnTo>
                    <a:pt x="1108007" y="321341"/>
                  </a:lnTo>
                  <a:lnTo>
                    <a:pt x="1108007" y="327321"/>
                  </a:lnTo>
                  <a:lnTo>
                    <a:pt x="1089354" y="327321"/>
                  </a:lnTo>
                  <a:lnTo>
                    <a:pt x="1089354" y="382298"/>
                  </a:lnTo>
                  <a:lnTo>
                    <a:pt x="1083017" y="382298"/>
                  </a:lnTo>
                  <a:lnTo>
                    <a:pt x="1076592" y="382298"/>
                  </a:lnTo>
                  <a:lnTo>
                    <a:pt x="1076592" y="327321"/>
                  </a:lnTo>
                  <a:lnTo>
                    <a:pt x="1057939" y="327321"/>
                  </a:lnTo>
                  <a:lnTo>
                    <a:pt x="1057939" y="321431"/>
                  </a:lnTo>
                  <a:close/>
                  <a:moveTo>
                    <a:pt x="980293" y="315451"/>
                  </a:moveTo>
                  <a:lnTo>
                    <a:pt x="1024024" y="315451"/>
                  </a:lnTo>
                  <a:lnTo>
                    <a:pt x="1024024" y="321341"/>
                  </a:lnTo>
                  <a:lnTo>
                    <a:pt x="1024024" y="327321"/>
                  </a:lnTo>
                  <a:lnTo>
                    <a:pt x="993145" y="327321"/>
                  </a:lnTo>
                  <a:lnTo>
                    <a:pt x="993145" y="342494"/>
                  </a:lnTo>
                  <a:lnTo>
                    <a:pt x="1020098" y="342494"/>
                  </a:lnTo>
                  <a:lnTo>
                    <a:pt x="1020098" y="348295"/>
                  </a:lnTo>
                  <a:lnTo>
                    <a:pt x="1020098" y="354006"/>
                  </a:lnTo>
                  <a:lnTo>
                    <a:pt x="993145" y="354006"/>
                  </a:lnTo>
                  <a:lnTo>
                    <a:pt x="993145" y="382298"/>
                  </a:lnTo>
                  <a:lnTo>
                    <a:pt x="986719" y="382298"/>
                  </a:lnTo>
                  <a:lnTo>
                    <a:pt x="980293" y="382298"/>
                  </a:lnTo>
                  <a:close/>
                  <a:moveTo>
                    <a:pt x="822323" y="315451"/>
                  </a:moveTo>
                  <a:lnTo>
                    <a:pt x="867661" y="315451"/>
                  </a:lnTo>
                  <a:lnTo>
                    <a:pt x="867661" y="321341"/>
                  </a:lnTo>
                  <a:lnTo>
                    <a:pt x="867661" y="327321"/>
                  </a:lnTo>
                  <a:lnTo>
                    <a:pt x="835175" y="327321"/>
                  </a:lnTo>
                  <a:lnTo>
                    <a:pt x="835175" y="341512"/>
                  </a:lnTo>
                  <a:lnTo>
                    <a:pt x="865251" y="341512"/>
                  </a:lnTo>
                  <a:lnTo>
                    <a:pt x="865251" y="347224"/>
                  </a:lnTo>
                  <a:lnTo>
                    <a:pt x="865251" y="353024"/>
                  </a:lnTo>
                  <a:lnTo>
                    <a:pt x="835175" y="353024"/>
                  </a:lnTo>
                  <a:lnTo>
                    <a:pt x="835175" y="370428"/>
                  </a:lnTo>
                  <a:lnTo>
                    <a:pt x="869089" y="370428"/>
                  </a:lnTo>
                  <a:lnTo>
                    <a:pt x="869089" y="376408"/>
                  </a:lnTo>
                  <a:lnTo>
                    <a:pt x="869089" y="382298"/>
                  </a:lnTo>
                  <a:lnTo>
                    <a:pt x="822323" y="382298"/>
                  </a:lnTo>
                  <a:close/>
                  <a:moveTo>
                    <a:pt x="761277" y="315451"/>
                  </a:moveTo>
                  <a:lnTo>
                    <a:pt x="811256" y="315451"/>
                  </a:lnTo>
                  <a:lnTo>
                    <a:pt x="811256" y="321341"/>
                  </a:lnTo>
                  <a:lnTo>
                    <a:pt x="811256" y="327321"/>
                  </a:lnTo>
                  <a:lnTo>
                    <a:pt x="792692" y="327321"/>
                  </a:lnTo>
                  <a:lnTo>
                    <a:pt x="792692" y="382298"/>
                  </a:lnTo>
                  <a:lnTo>
                    <a:pt x="786266" y="382298"/>
                  </a:lnTo>
                  <a:lnTo>
                    <a:pt x="779841" y="382298"/>
                  </a:lnTo>
                  <a:lnTo>
                    <a:pt x="779841" y="327321"/>
                  </a:lnTo>
                  <a:lnTo>
                    <a:pt x="761277" y="327321"/>
                  </a:lnTo>
                  <a:lnTo>
                    <a:pt x="761277" y="321431"/>
                  </a:lnTo>
                  <a:close/>
                  <a:moveTo>
                    <a:pt x="640166" y="315451"/>
                  </a:moveTo>
                  <a:lnTo>
                    <a:pt x="690145" y="315451"/>
                  </a:lnTo>
                  <a:lnTo>
                    <a:pt x="690145" y="321341"/>
                  </a:lnTo>
                  <a:lnTo>
                    <a:pt x="690145" y="327321"/>
                  </a:lnTo>
                  <a:lnTo>
                    <a:pt x="671581" y="327321"/>
                  </a:lnTo>
                  <a:lnTo>
                    <a:pt x="671581" y="382298"/>
                  </a:lnTo>
                  <a:lnTo>
                    <a:pt x="665155" y="382298"/>
                  </a:lnTo>
                  <a:lnTo>
                    <a:pt x="658730" y="382298"/>
                  </a:lnTo>
                  <a:lnTo>
                    <a:pt x="658730" y="327321"/>
                  </a:lnTo>
                  <a:lnTo>
                    <a:pt x="640166" y="327321"/>
                  </a:lnTo>
                  <a:lnTo>
                    <a:pt x="640166" y="321431"/>
                  </a:lnTo>
                  <a:close/>
                  <a:moveTo>
                    <a:pt x="617140" y="315451"/>
                  </a:moveTo>
                  <a:lnTo>
                    <a:pt x="623566" y="315451"/>
                  </a:lnTo>
                  <a:lnTo>
                    <a:pt x="629992" y="315451"/>
                  </a:lnTo>
                  <a:lnTo>
                    <a:pt x="629992" y="382298"/>
                  </a:lnTo>
                  <a:lnTo>
                    <a:pt x="623655" y="382298"/>
                  </a:lnTo>
                  <a:lnTo>
                    <a:pt x="617140" y="382298"/>
                  </a:lnTo>
                  <a:close/>
                  <a:moveTo>
                    <a:pt x="557165" y="315451"/>
                  </a:moveTo>
                  <a:lnTo>
                    <a:pt x="607144" y="315451"/>
                  </a:lnTo>
                  <a:lnTo>
                    <a:pt x="607144" y="321341"/>
                  </a:lnTo>
                  <a:lnTo>
                    <a:pt x="607144" y="327321"/>
                  </a:lnTo>
                  <a:lnTo>
                    <a:pt x="588580" y="327321"/>
                  </a:lnTo>
                  <a:lnTo>
                    <a:pt x="588580" y="382298"/>
                  </a:lnTo>
                  <a:lnTo>
                    <a:pt x="582154" y="382298"/>
                  </a:lnTo>
                  <a:lnTo>
                    <a:pt x="575729" y="382298"/>
                  </a:lnTo>
                  <a:lnTo>
                    <a:pt x="575729" y="327321"/>
                  </a:lnTo>
                  <a:lnTo>
                    <a:pt x="557165" y="327321"/>
                  </a:lnTo>
                  <a:lnTo>
                    <a:pt x="557165" y="321431"/>
                  </a:lnTo>
                  <a:close/>
                  <a:moveTo>
                    <a:pt x="435876" y="315451"/>
                  </a:moveTo>
                  <a:lnTo>
                    <a:pt x="442659" y="315451"/>
                  </a:lnTo>
                  <a:lnTo>
                    <a:pt x="449353" y="315451"/>
                  </a:lnTo>
                  <a:lnTo>
                    <a:pt x="474074" y="362396"/>
                  </a:lnTo>
                  <a:lnTo>
                    <a:pt x="474074" y="315451"/>
                  </a:lnTo>
                  <a:lnTo>
                    <a:pt x="480054" y="315451"/>
                  </a:lnTo>
                  <a:lnTo>
                    <a:pt x="486123" y="315451"/>
                  </a:lnTo>
                  <a:lnTo>
                    <a:pt x="486123" y="382298"/>
                  </a:lnTo>
                  <a:lnTo>
                    <a:pt x="479697" y="382298"/>
                  </a:lnTo>
                  <a:lnTo>
                    <a:pt x="473271" y="382298"/>
                  </a:lnTo>
                  <a:lnTo>
                    <a:pt x="447925" y="334104"/>
                  </a:lnTo>
                  <a:lnTo>
                    <a:pt x="447925" y="382298"/>
                  </a:lnTo>
                  <a:lnTo>
                    <a:pt x="441945" y="382298"/>
                  </a:lnTo>
                  <a:lnTo>
                    <a:pt x="435876" y="382298"/>
                  </a:lnTo>
                  <a:close/>
                  <a:moveTo>
                    <a:pt x="408298" y="315451"/>
                  </a:moveTo>
                  <a:lnTo>
                    <a:pt x="414635" y="315451"/>
                  </a:lnTo>
                  <a:lnTo>
                    <a:pt x="421150" y="315451"/>
                  </a:lnTo>
                  <a:lnTo>
                    <a:pt x="421150" y="382298"/>
                  </a:lnTo>
                  <a:lnTo>
                    <a:pt x="414724" y="382298"/>
                  </a:lnTo>
                  <a:lnTo>
                    <a:pt x="408298" y="382298"/>
                  </a:lnTo>
                  <a:close/>
                  <a:moveTo>
                    <a:pt x="246043" y="315451"/>
                  </a:moveTo>
                  <a:lnTo>
                    <a:pt x="252737" y="315451"/>
                  </a:lnTo>
                  <a:lnTo>
                    <a:pt x="259520" y="315451"/>
                  </a:lnTo>
                  <a:lnTo>
                    <a:pt x="284152" y="362396"/>
                  </a:lnTo>
                  <a:lnTo>
                    <a:pt x="284152" y="315451"/>
                  </a:lnTo>
                  <a:lnTo>
                    <a:pt x="290131" y="315451"/>
                  </a:lnTo>
                  <a:lnTo>
                    <a:pt x="296200" y="315451"/>
                  </a:lnTo>
                  <a:lnTo>
                    <a:pt x="296200" y="382298"/>
                  </a:lnTo>
                  <a:lnTo>
                    <a:pt x="289775" y="382298"/>
                  </a:lnTo>
                  <a:lnTo>
                    <a:pt x="283349" y="382298"/>
                  </a:lnTo>
                  <a:lnTo>
                    <a:pt x="258002" y="334104"/>
                  </a:lnTo>
                  <a:lnTo>
                    <a:pt x="258002" y="382298"/>
                  </a:lnTo>
                  <a:lnTo>
                    <a:pt x="252023" y="382298"/>
                  </a:lnTo>
                  <a:lnTo>
                    <a:pt x="246043" y="382298"/>
                  </a:lnTo>
                  <a:close/>
                  <a:moveTo>
                    <a:pt x="218377" y="315451"/>
                  </a:moveTo>
                  <a:lnTo>
                    <a:pt x="224803" y="315451"/>
                  </a:lnTo>
                  <a:lnTo>
                    <a:pt x="231229" y="315451"/>
                  </a:lnTo>
                  <a:lnTo>
                    <a:pt x="231229" y="382298"/>
                  </a:lnTo>
                  <a:lnTo>
                    <a:pt x="224803" y="382298"/>
                  </a:lnTo>
                  <a:lnTo>
                    <a:pt x="218377" y="382298"/>
                  </a:lnTo>
                  <a:close/>
                  <a:moveTo>
                    <a:pt x="140016" y="315451"/>
                  </a:moveTo>
                  <a:lnTo>
                    <a:pt x="146442" y="315451"/>
                  </a:lnTo>
                  <a:lnTo>
                    <a:pt x="152868" y="315451"/>
                  </a:lnTo>
                  <a:lnTo>
                    <a:pt x="152868" y="382298"/>
                  </a:lnTo>
                  <a:lnTo>
                    <a:pt x="146531" y="382298"/>
                  </a:lnTo>
                  <a:lnTo>
                    <a:pt x="140016" y="382298"/>
                  </a:lnTo>
                  <a:close/>
                  <a:moveTo>
                    <a:pt x="80487" y="315451"/>
                  </a:moveTo>
                  <a:lnTo>
                    <a:pt x="125736" y="315451"/>
                  </a:lnTo>
                  <a:lnTo>
                    <a:pt x="125736" y="321341"/>
                  </a:lnTo>
                  <a:lnTo>
                    <a:pt x="125736" y="327321"/>
                  </a:lnTo>
                  <a:lnTo>
                    <a:pt x="93339" y="327321"/>
                  </a:lnTo>
                  <a:lnTo>
                    <a:pt x="93339" y="341512"/>
                  </a:lnTo>
                  <a:lnTo>
                    <a:pt x="123415" y="341512"/>
                  </a:lnTo>
                  <a:lnTo>
                    <a:pt x="123415" y="347224"/>
                  </a:lnTo>
                  <a:lnTo>
                    <a:pt x="123415" y="353024"/>
                  </a:lnTo>
                  <a:lnTo>
                    <a:pt x="93339" y="353024"/>
                  </a:lnTo>
                  <a:lnTo>
                    <a:pt x="93339" y="370428"/>
                  </a:lnTo>
                  <a:lnTo>
                    <a:pt x="127164" y="370428"/>
                  </a:lnTo>
                  <a:lnTo>
                    <a:pt x="127164" y="376408"/>
                  </a:lnTo>
                  <a:lnTo>
                    <a:pt x="127164" y="382298"/>
                  </a:lnTo>
                  <a:lnTo>
                    <a:pt x="80487" y="382298"/>
                  </a:lnTo>
                  <a:close/>
                  <a:moveTo>
                    <a:pt x="190189" y="315324"/>
                  </a:moveTo>
                  <a:lnTo>
                    <a:pt x="202952" y="315324"/>
                  </a:lnTo>
                  <a:lnTo>
                    <a:pt x="202952" y="363429"/>
                  </a:lnTo>
                  <a:cubicBezTo>
                    <a:pt x="203391" y="369006"/>
                    <a:pt x="201593" y="374529"/>
                    <a:pt x="197954" y="378779"/>
                  </a:cubicBezTo>
                  <a:cubicBezTo>
                    <a:pt x="193965" y="382522"/>
                    <a:pt x="188596" y="384430"/>
                    <a:pt x="183138" y="384045"/>
                  </a:cubicBezTo>
                  <a:cubicBezTo>
                    <a:pt x="177434" y="384531"/>
                    <a:pt x="171819" y="382397"/>
                    <a:pt x="167878" y="378243"/>
                  </a:cubicBezTo>
                  <a:cubicBezTo>
                    <a:pt x="164222" y="373053"/>
                    <a:pt x="162602" y="366701"/>
                    <a:pt x="163326" y="360394"/>
                  </a:cubicBezTo>
                  <a:lnTo>
                    <a:pt x="163326" y="356914"/>
                  </a:lnTo>
                  <a:lnTo>
                    <a:pt x="175553" y="356914"/>
                  </a:lnTo>
                  <a:lnTo>
                    <a:pt x="175553" y="360930"/>
                  </a:lnTo>
                  <a:cubicBezTo>
                    <a:pt x="175263" y="364005"/>
                    <a:pt x="175850" y="367100"/>
                    <a:pt x="177248" y="369854"/>
                  </a:cubicBezTo>
                  <a:cubicBezTo>
                    <a:pt x="178479" y="371845"/>
                    <a:pt x="180717" y="372981"/>
                    <a:pt x="183049" y="372799"/>
                  </a:cubicBezTo>
                  <a:cubicBezTo>
                    <a:pt x="185103" y="373001"/>
                    <a:pt x="187128" y="372204"/>
                    <a:pt x="188493" y="370657"/>
                  </a:cubicBezTo>
                  <a:cubicBezTo>
                    <a:pt x="189773" y="368572"/>
                    <a:pt x="190366" y="366136"/>
                    <a:pt x="190189" y="363697"/>
                  </a:cubicBezTo>
                  <a:close/>
                  <a:moveTo>
                    <a:pt x="14815" y="315323"/>
                  </a:moveTo>
                  <a:lnTo>
                    <a:pt x="44891" y="315323"/>
                  </a:lnTo>
                  <a:cubicBezTo>
                    <a:pt x="49926" y="315025"/>
                    <a:pt x="54891" y="316617"/>
                    <a:pt x="58814" y="319785"/>
                  </a:cubicBezTo>
                  <a:cubicBezTo>
                    <a:pt x="62292" y="322980"/>
                    <a:pt x="64159" y="327564"/>
                    <a:pt x="63902" y="332280"/>
                  </a:cubicBezTo>
                  <a:cubicBezTo>
                    <a:pt x="64223" y="337166"/>
                    <a:pt x="62079" y="341889"/>
                    <a:pt x="58189" y="344864"/>
                  </a:cubicBezTo>
                  <a:cubicBezTo>
                    <a:pt x="57592" y="345431"/>
                    <a:pt x="56897" y="345885"/>
                    <a:pt x="56137" y="346203"/>
                  </a:cubicBezTo>
                  <a:cubicBezTo>
                    <a:pt x="57541" y="346765"/>
                    <a:pt x="58862" y="347515"/>
                    <a:pt x="60064" y="348434"/>
                  </a:cubicBezTo>
                  <a:cubicBezTo>
                    <a:pt x="64038" y="351475"/>
                    <a:pt x="66245" y="356290"/>
                    <a:pt x="65954" y="361285"/>
                  </a:cubicBezTo>
                  <a:cubicBezTo>
                    <a:pt x="66360" y="367075"/>
                    <a:pt x="64207" y="372751"/>
                    <a:pt x="60064" y="376815"/>
                  </a:cubicBezTo>
                  <a:cubicBezTo>
                    <a:pt x="55269" y="380702"/>
                    <a:pt x="49174" y="382617"/>
                    <a:pt x="43017" y="382170"/>
                  </a:cubicBezTo>
                  <a:lnTo>
                    <a:pt x="15083" y="382170"/>
                  </a:lnTo>
                  <a:close/>
                  <a:moveTo>
                    <a:pt x="700246" y="315235"/>
                  </a:moveTo>
                  <a:lnTo>
                    <a:pt x="713098" y="315235"/>
                  </a:lnTo>
                  <a:lnTo>
                    <a:pt x="713098" y="357360"/>
                  </a:lnTo>
                  <a:cubicBezTo>
                    <a:pt x="712840" y="361202"/>
                    <a:pt x="713911" y="365014"/>
                    <a:pt x="716132" y="368159"/>
                  </a:cubicBezTo>
                  <a:cubicBezTo>
                    <a:pt x="718400" y="370658"/>
                    <a:pt x="721692" y="371974"/>
                    <a:pt x="725057" y="371729"/>
                  </a:cubicBezTo>
                  <a:cubicBezTo>
                    <a:pt x="728374" y="372003"/>
                    <a:pt x="731642" y="370795"/>
                    <a:pt x="733982" y="368427"/>
                  </a:cubicBezTo>
                  <a:cubicBezTo>
                    <a:pt x="736148" y="365165"/>
                    <a:pt x="737124" y="361257"/>
                    <a:pt x="736749" y="357360"/>
                  </a:cubicBezTo>
                  <a:lnTo>
                    <a:pt x="736749" y="315235"/>
                  </a:lnTo>
                  <a:lnTo>
                    <a:pt x="749958" y="315235"/>
                  </a:lnTo>
                  <a:lnTo>
                    <a:pt x="749958" y="356914"/>
                  </a:lnTo>
                  <a:cubicBezTo>
                    <a:pt x="750641" y="364295"/>
                    <a:pt x="748575" y="371668"/>
                    <a:pt x="744156" y="377620"/>
                  </a:cubicBezTo>
                  <a:cubicBezTo>
                    <a:pt x="738981" y="382290"/>
                    <a:pt x="732089" y="384588"/>
                    <a:pt x="725146" y="383956"/>
                  </a:cubicBezTo>
                  <a:cubicBezTo>
                    <a:pt x="718247" y="384495"/>
                    <a:pt x="711440" y="382097"/>
                    <a:pt x="706404" y="377352"/>
                  </a:cubicBezTo>
                  <a:cubicBezTo>
                    <a:pt x="701929" y="371517"/>
                    <a:pt x="699739" y="364250"/>
                    <a:pt x="700246" y="356914"/>
                  </a:cubicBezTo>
                  <a:close/>
                  <a:moveTo>
                    <a:pt x="1526374" y="313761"/>
                  </a:moveTo>
                  <a:cubicBezTo>
                    <a:pt x="1533763" y="313349"/>
                    <a:pt x="1541309" y="315755"/>
                    <a:pt x="1547261" y="321079"/>
                  </a:cubicBezTo>
                  <a:cubicBezTo>
                    <a:pt x="1548062" y="321795"/>
                    <a:pt x="1548821" y="322555"/>
                    <a:pt x="1549537" y="323355"/>
                  </a:cubicBezTo>
                  <a:cubicBezTo>
                    <a:pt x="1555243" y="330769"/>
                    <a:pt x="1558093" y="339986"/>
                    <a:pt x="1557570" y="349327"/>
                  </a:cubicBezTo>
                  <a:cubicBezTo>
                    <a:pt x="1558076" y="358500"/>
                    <a:pt x="1555221" y="367544"/>
                    <a:pt x="1549537" y="374763"/>
                  </a:cubicBezTo>
                  <a:cubicBezTo>
                    <a:pt x="1538598" y="386667"/>
                    <a:pt x="1520079" y="387448"/>
                    <a:pt x="1508175" y="376508"/>
                  </a:cubicBezTo>
                  <a:cubicBezTo>
                    <a:pt x="1507569" y="375951"/>
                    <a:pt x="1506986" y="375369"/>
                    <a:pt x="1506430" y="374763"/>
                  </a:cubicBezTo>
                  <a:cubicBezTo>
                    <a:pt x="1500747" y="367544"/>
                    <a:pt x="1497891" y="358500"/>
                    <a:pt x="1498397" y="349327"/>
                  </a:cubicBezTo>
                  <a:cubicBezTo>
                    <a:pt x="1497873" y="339986"/>
                    <a:pt x="1500724" y="330769"/>
                    <a:pt x="1506430" y="323355"/>
                  </a:cubicBezTo>
                  <a:cubicBezTo>
                    <a:pt x="1511753" y="317404"/>
                    <a:pt x="1518985" y="314173"/>
                    <a:pt x="1526374" y="313761"/>
                  </a:cubicBezTo>
                  <a:close/>
                  <a:moveTo>
                    <a:pt x="1400517" y="313754"/>
                  </a:moveTo>
                  <a:cubicBezTo>
                    <a:pt x="1407929" y="313349"/>
                    <a:pt x="1415496" y="315772"/>
                    <a:pt x="1421460" y="321118"/>
                  </a:cubicBezTo>
                  <a:cubicBezTo>
                    <a:pt x="1422246" y="321823"/>
                    <a:pt x="1422992" y="322570"/>
                    <a:pt x="1423697" y="323355"/>
                  </a:cubicBezTo>
                  <a:cubicBezTo>
                    <a:pt x="1429378" y="330778"/>
                    <a:pt x="1432198" y="339997"/>
                    <a:pt x="1431641" y="349327"/>
                  </a:cubicBezTo>
                  <a:cubicBezTo>
                    <a:pt x="1432173" y="358490"/>
                    <a:pt x="1429349" y="367532"/>
                    <a:pt x="1423697" y="374763"/>
                  </a:cubicBezTo>
                  <a:cubicBezTo>
                    <a:pt x="1412711" y="386691"/>
                    <a:pt x="1394135" y="387455"/>
                    <a:pt x="1382207" y="376469"/>
                  </a:cubicBezTo>
                  <a:cubicBezTo>
                    <a:pt x="1381615" y="375924"/>
                    <a:pt x="1381046" y="375355"/>
                    <a:pt x="1380501" y="374763"/>
                  </a:cubicBezTo>
                  <a:lnTo>
                    <a:pt x="1380500" y="374763"/>
                  </a:lnTo>
                  <a:cubicBezTo>
                    <a:pt x="1374886" y="367513"/>
                    <a:pt x="1372065" y="358484"/>
                    <a:pt x="1372557" y="349327"/>
                  </a:cubicBezTo>
                  <a:cubicBezTo>
                    <a:pt x="1372047" y="340003"/>
                    <a:pt x="1374862" y="330800"/>
                    <a:pt x="1380500" y="323355"/>
                  </a:cubicBezTo>
                  <a:cubicBezTo>
                    <a:pt x="1385847" y="317391"/>
                    <a:pt x="1393104" y="314159"/>
                    <a:pt x="1400517" y="313754"/>
                  </a:cubicBezTo>
                  <a:close/>
                  <a:moveTo>
                    <a:pt x="935084" y="313754"/>
                  </a:moveTo>
                  <a:cubicBezTo>
                    <a:pt x="942496" y="313349"/>
                    <a:pt x="950063" y="315772"/>
                    <a:pt x="956027" y="321118"/>
                  </a:cubicBezTo>
                  <a:cubicBezTo>
                    <a:pt x="956813" y="321823"/>
                    <a:pt x="957559" y="322570"/>
                    <a:pt x="958264" y="323355"/>
                  </a:cubicBezTo>
                  <a:cubicBezTo>
                    <a:pt x="963945" y="330778"/>
                    <a:pt x="966765" y="339997"/>
                    <a:pt x="966208" y="349327"/>
                  </a:cubicBezTo>
                  <a:cubicBezTo>
                    <a:pt x="966740" y="358490"/>
                    <a:pt x="963916" y="367532"/>
                    <a:pt x="958264" y="374763"/>
                  </a:cubicBezTo>
                  <a:cubicBezTo>
                    <a:pt x="947278" y="386691"/>
                    <a:pt x="928702" y="387455"/>
                    <a:pt x="916774" y="376469"/>
                  </a:cubicBezTo>
                  <a:cubicBezTo>
                    <a:pt x="916182" y="375924"/>
                    <a:pt x="915613" y="375355"/>
                    <a:pt x="915068" y="374763"/>
                  </a:cubicBezTo>
                  <a:lnTo>
                    <a:pt x="915067" y="374763"/>
                  </a:lnTo>
                  <a:cubicBezTo>
                    <a:pt x="909452" y="367513"/>
                    <a:pt x="906632" y="358484"/>
                    <a:pt x="907124" y="349327"/>
                  </a:cubicBezTo>
                  <a:cubicBezTo>
                    <a:pt x="906614" y="340003"/>
                    <a:pt x="909429" y="330800"/>
                    <a:pt x="915067" y="323355"/>
                  </a:cubicBezTo>
                  <a:cubicBezTo>
                    <a:pt x="920413" y="317391"/>
                    <a:pt x="927671" y="314159"/>
                    <a:pt x="935084" y="313754"/>
                  </a:cubicBezTo>
                  <a:close/>
                  <a:moveTo>
                    <a:pt x="1598624" y="313717"/>
                  </a:moveTo>
                  <a:cubicBezTo>
                    <a:pt x="1605317" y="313413"/>
                    <a:pt x="1611889" y="315572"/>
                    <a:pt x="1617099" y="319786"/>
                  </a:cubicBezTo>
                  <a:cubicBezTo>
                    <a:pt x="1621980" y="323927"/>
                    <a:pt x="1625027" y="329829"/>
                    <a:pt x="1625578" y="336207"/>
                  </a:cubicBezTo>
                  <a:lnTo>
                    <a:pt x="1612994" y="336207"/>
                  </a:lnTo>
                  <a:cubicBezTo>
                    <a:pt x="1612548" y="333173"/>
                    <a:pt x="1610909" y="330443"/>
                    <a:pt x="1608442" y="328621"/>
                  </a:cubicBezTo>
                  <a:cubicBezTo>
                    <a:pt x="1605968" y="326472"/>
                    <a:pt x="1602795" y="325298"/>
                    <a:pt x="1599517" y="325319"/>
                  </a:cubicBezTo>
                  <a:cubicBezTo>
                    <a:pt x="1594372" y="325068"/>
                    <a:pt x="1589445" y="327415"/>
                    <a:pt x="1586397" y="331566"/>
                  </a:cubicBezTo>
                  <a:cubicBezTo>
                    <a:pt x="1580217" y="342345"/>
                    <a:pt x="1580217" y="355594"/>
                    <a:pt x="1586397" y="366373"/>
                  </a:cubicBezTo>
                  <a:cubicBezTo>
                    <a:pt x="1589591" y="370415"/>
                    <a:pt x="1594553" y="372647"/>
                    <a:pt x="1599696" y="372353"/>
                  </a:cubicBezTo>
                  <a:cubicBezTo>
                    <a:pt x="1604408" y="372523"/>
                    <a:pt x="1608846" y="370134"/>
                    <a:pt x="1611298" y="366106"/>
                  </a:cubicBezTo>
                  <a:cubicBezTo>
                    <a:pt x="1612941" y="363609"/>
                    <a:pt x="1614092" y="360823"/>
                    <a:pt x="1614689" y="357895"/>
                  </a:cubicBezTo>
                  <a:lnTo>
                    <a:pt x="1600231" y="357895"/>
                  </a:lnTo>
                  <a:lnTo>
                    <a:pt x="1600231" y="346382"/>
                  </a:lnTo>
                  <a:lnTo>
                    <a:pt x="1626024" y="346382"/>
                  </a:lnTo>
                  <a:lnTo>
                    <a:pt x="1626024" y="382081"/>
                  </a:lnTo>
                  <a:lnTo>
                    <a:pt x="1617099" y="382081"/>
                  </a:lnTo>
                  <a:lnTo>
                    <a:pt x="1615850" y="373156"/>
                  </a:lnTo>
                  <a:lnTo>
                    <a:pt x="1615671" y="374762"/>
                  </a:lnTo>
                  <a:cubicBezTo>
                    <a:pt x="1611817" y="380856"/>
                    <a:pt x="1605027" y="384454"/>
                    <a:pt x="1597821" y="384223"/>
                  </a:cubicBezTo>
                  <a:lnTo>
                    <a:pt x="1597821" y="383687"/>
                  </a:lnTo>
                  <a:cubicBezTo>
                    <a:pt x="1589696" y="384122"/>
                    <a:pt x="1581814" y="380838"/>
                    <a:pt x="1576401" y="374762"/>
                  </a:cubicBezTo>
                  <a:cubicBezTo>
                    <a:pt x="1565540" y="359348"/>
                    <a:pt x="1565540" y="338770"/>
                    <a:pt x="1576401" y="323356"/>
                  </a:cubicBezTo>
                  <a:cubicBezTo>
                    <a:pt x="1581942" y="316909"/>
                    <a:pt x="1590131" y="313358"/>
                    <a:pt x="1598624" y="313717"/>
                  </a:cubicBezTo>
                  <a:close/>
                  <a:moveTo>
                    <a:pt x="1205662" y="313538"/>
                  </a:moveTo>
                  <a:cubicBezTo>
                    <a:pt x="1212206" y="313370"/>
                    <a:pt x="1218575" y="315663"/>
                    <a:pt x="1223511" y="319964"/>
                  </a:cubicBezTo>
                  <a:cubicBezTo>
                    <a:pt x="1228575" y="324432"/>
                    <a:pt x="1231762" y="330648"/>
                    <a:pt x="1232436" y="337367"/>
                  </a:cubicBezTo>
                  <a:lnTo>
                    <a:pt x="1219584" y="337367"/>
                  </a:lnTo>
                  <a:cubicBezTo>
                    <a:pt x="1219368" y="333950"/>
                    <a:pt x="1217831" y="330749"/>
                    <a:pt x="1215300" y="328442"/>
                  </a:cubicBezTo>
                  <a:cubicBezTo>
                    <a:pt x="1212801" y="326346"/>
                    <a:pt x="1209638" y="325208"/>
                    <a:pt x="1206376" y="325229"/>
                  </a:cubicBezTo>
                  <a:cubicBezTo>
                    <a:pt x="1201775" y="325133"/>
                    <a:pt x="1197479" y="327519"/>
                    <a:pt x="1195130" y="331477"/>
                  </a:cubicBezTo>
                  <a:cubicBezTo>
                    <a:pt x="1192174" y="336718"/>
                    <a:pt x="1190781" y="342695"/>
                    <a:pt x="1191114" y="348702"/>
                  </a:cubicBezTo>
                  <a:cubicBezTo>
                    <a:pt x="1190786" y="354566"/>
                    <a:pt x="1192182" y="360400"/>
                    <a:pt x="1195130" y="365480"/>
                  </a:cubicBezTo>
                  <a:cubicBezTo>
                    <a:pt x="1199377" y="371772"/>
                    <a:pt x="1207921" y="373429"/>
                    <a:pt x="1214212" y="369182"/>
                  </a:cubicBezTo>
                  <a:cubicBezTo>
                    <a:pt x="1214751" y="368818"/>
                    <a:pt x="1215264" y="368416"/>
                    <a:pt x="1215746" y="367979"/>
                  </a:cubicBezTo>
                  <a:cubicBezTo>
                    <a:pt x="1218269" y="365409"/>
                    <a:pt x="1219789" y="362022"/>
                    <a:pt x="1220030" y="358430"/>
                  </a:cubicBezTo>
                  <a:lnTo>
                    <a:pt x="1231901" y="358787"/>
                  </a:lnTo>
                  <a:cubicBezTo>
                    <a:pt x="1231455" y="365737"/>
                    <a:pt x="1228469" y="372281"/>
                    <a:pt x="1223511" y="377172"/>
                  </a:cubicBezTo>
                  <a:cubicBezTo>
                    <a:pt x="1218688" y="381706"/>
                    <a:pt x="1212280" y="384172"/>
                    <a:pt x="1205662" y="384044"/>
                  </a:cubicBezTo>
                  <a:cubicBezTo>
                    <a:pt x="1197672" y="384371"/>
                    <a:pt x="1190008" y="380854"/>
                    <a:pt x="1185045" y="374584"/>
                  </a:cubicBezTo>
                  <a:cubicBezTo>
                    <a:pt x="1179596" y="367262"/>
                    <a:pt x="1176880" y="358263"/>
                    <a:pt x="1177370" y="349148"/>
                  </a:cubicBezTo>
                  <a:cubicBezTo>
                    <a:pt x="1176859" y="339865"/>
                    <a:pt x="1179571" y="330691"/>
                    <a:pt x="1185045" y="323177"/>
                  </a:cubicBezTo>
                  <a:cubicBezTo>
                    <a:pt x="1189961" y="316827"/>
                    <a:pt x="1197637" y="313239"/>
                    <a:pt x="1205662" y="313538"/>
                  </a:cubicBezTo>
                  <a:close/>
                  <a:moveTo>
                    <a:pt x="523890" y="313538"/>
                  </a:moveTo>
                  <a:cubicBezTo>
                    <a:pt x="530060" y="313268"/>
                    <a:pt x="536098" y="315376"/>
                    <a:pt x="540758" y="319428"/>
                  </a:cubicBezTo>
                  <a:cubicBezTo>
                    <a:pt x="545164" y="323595"/>
                    <a:pt x="547732" y="329342"/>
                    <a:pt x="547898" y="335404"/>
                  </a:cubicBezTo>
                  <a:lnTo>
                    <a:pt x="534867" y="335404"/>
                  </a:lnTo>
                  <a:cubicBezTo>
                    <a:pt x="534768" y="332433"/>
                    <a:pt x="533364" y="329658"/>
                    <a:pt x="531029" y="327817"/>
                  </a:cubicBezTo>
                  <a:cubicBezTo>
                    <a:pt x="528456" y="325908"/>
                    <a:pt x="525308" y="324932"/>
                    <a:pt x="522105" y="325051"/>
                  </a:cubicBezTo>
                  <a:cubicBezTo>
                    <a:pt x="519376" y="324860"/>
                    <a:pt x="516674" y="325687"/>
                    <a:pt x="514519" y="327371"/>
                  </a:cubicBezTo>
                  <a:cubicBezTo>
                    <a:pt x="512626" y="328989"/>
                    <a:pt x="511602" y="331401"/>
                    <a:pt x="511752" y="333886"/>
                  </a:cubicBezTo>
                  <a:cubicBezTo>
                    <a:pt x="511747" y="335850"/>
                    <a:pt x="512853" y="337647"/>
                    <a:pt x="514608" y="338527"/>
                  </a:cubicBezTo>
                  <a:cubicBezTo>
                    <a:pt x="518481" y="340299"/>
                    <a:pt x="522558" y="341588"/>
                    <a:pt x="526745" y="342365"/>
                  </a:cubicBezTo>
                  <a:cubicBezTo>
                    <a:pt x="533196" y="343499"/>
                    <a:pt x="539302" y="346094"/>
                    <a:pt x="544595" y="349951"/>
                  </a:cubicBezTo>
                  <a:cubicBezTo>
                    <a:pt x="547906" y="353655"/>
                    <a:pt x="549523" y="358571"/>
                    <a:pt x="549058" y="363517"/>
                  </a:cubicBezTo>
                  <a:cubicBezTo>
                    <a:pt x="549373" y="369321"/>
                    <a:pt x="546842" y="374915"/>
                    <a:pt x="542274" y="378510"/>
                  </a:cubicBezTo>
                  <a:cubicBezTo>
                    <a:pt x="536941" y="382434"/>
                    <a:pt x="530413" y="384390"/>
                    <a:pt x="523801" y="384044"/>
                  </a:cubicBezTo>
                  <a:cubicBezTo>
                    <a:pt x="517327" y="384352"/>
                    <a:pt x="510968" y="382254"/>
                    <a:pt x="505951" y="378153"/>
                  </a:cubicBezTo>
                  <a:cubicBezTo>
                    <a:pt x="501401" y="373800"/>
                    <a:pt x="498849" y="367761"/>
                    <a:pt x="498900" y="361464"/>
                  </a:cubicBezTo>
                  <a:lnTo>
                    <a:pt x="511306" y="361465"/>
                  </a:lnTo>
                  <a:cubicBezTo>
                    <a:pt x="511240" y="364591"/>
                    <a:pt x="512543" y="367591"/>
                    <a:pt x="514876" y="369675"/>
                  </a:cubicBezTo>
                  <a:cubicBezTo>
                    <a:pt x="517438" y="371617"/>
                    <a:pt x="520587" y="372624"/>
                    <a:pt x="523801" y="372531"/>
                  </a:cubicBezTo>
                  <a:cubicBezTo>
                    <a:pt x="527148" y="372709"/>
                    <a:pt x="530482" y="371968"/>
                    <a:pt x="533439" y="370389"/>
                  </a:cubicBezTo>
                  <a:cubicBezTo>
                    <a:pt x="535592" y="369168"/>
                    <a:pt x="536921" y="366884"/>
                    <a:pt x="536920" y="364410"/>
                  </a:cubicBezTo>
                  <a:cubicBezTo>
                    <a:pt x="537065" y="362238"/>
                    <a:pt x="536130" y="360135"/>
                    <a:pt x="534421" y="358787"/>
                  </a:cubicBezTo>
                  <a:cubicBezTo>
                    <a:pt x="531167" y="356996"/>
                    <a:pt x="527638" y="355759"/>
                    <a:pt x="523979" y="355128"/>
                  </a:cubicBezTo>
                  <a:cubicBezTo>
                    <a:pt x="517004" y="353942"/>
                    <a:pt x="510351" y="351328"/>
                    <a:pt x="504434" y="347452"/>
                  </a:cubicBezTo>
                  <a:cubicBezTo>
                    <a:pt x="500957" y="344156"/>
                    <a:pt x="499153" y="339466"/>
                    <a:pt x="499525" y="334690"/>
                  </a:cubicBezTo>
                  <a:cubicBezTo>
                    <a:pt x="499229" y="328819"/>
                    <a:pt x="501627" y="323134"/>
                    <a:pt x="506040" y="319249"/>
                  </a:cubicBezTo>
                  <a:cubicBezTo>
                    <a:pt x="511041" y="315135"/>
                    <a:pt x="517429" y="313092"/>
                    <a:pt x="523890" y="313538"/>
                  </a:cubicBezTo>
                  <a:close/>
                  <a:moveTo>
                    <a:pt x="336367" y="313293"/>
                  </a:moveTo>
                  <a:cubicBezTo>
                    <a:pt x="343627" y="312654"/>
                    <a:pt x="351114" y="314597"/>
                    <a:pt x="357351" y="319250"/>
                  </a:cubicBezTo>
                  <a:cubicBezTo>
                    <a:pt x="362264" y="323367"/>
                    <a:pt x="365317" y="329284"/>
                    <a:pt x="365830" y="335672"/>
                  </a:cubicBezTo>
                  <a:lnTo>
                    <a:pt x="352978" y="335672"/>
                  </a:lnTo>
                  <a:cubicBezTo>
                    <a:pt x="352614" y="332631"/>
                    <a:pt x="350996" y="329881"/>
                    <a:pt x="348515" y="328086"/>
                  </a:cubicBezTo>
                  <a:cubicBezTo>
                    <a:pt x="346042" y="325937"/>
                    <a:pt x="342868" y="324762"/>
                    <a:pt x="339591" y="324783"/>
                  </a:cubicBezTo>
                  <a:cubicBezTo>
                    <a:pt x="334457" y="324581"/>
                    <a:pt x="329551" y="326917"/>
                    <a:pt x="326472" y="331031"/>
                  </a:cubicBezTo>
                  <a:cubicBezTo>
                    <a:pt x="322986" y="336304"/>
                    <a:pt x="321325" y="342574"/>
                    <a:pt x="321741" y="348881"/>
                  </a:cubicBezTo>
                  <a:cubicBezTo>
                    <a:pt x="321325" y="354995"/>
                    <a:pt x="322923" y="361077"/>
                    <a:pt x="326293" y="366195"/>
                  </a:cubicBezTo>
                  <a:cubicBezTo>
                    <a:pt x="329495" y="370225"/>
                    <a:pt x="334451" y="372454"/>
                    <a:pt x="339591" y="372175"/>
                  </a:cubicBezTo>
                  <a:cubicBezTo>
                    <a:pt x="344295" y="372308"/>
                    <a:pt x="348715" y="369928"/>
                    <a:pt x="351193" y="365928"/>
                  </a:cubicBezTo>
                  <a:cubicBezTo>
                    <a:pt x="352800" y="363413"/>
                    <a:pt x="353948" y="360633"/>
                    <a:pt x="354584" y="357717"/>
                  </a:cubicBezTo>
                  <a:lnTo>
                    <a:pt x="340127" y="357717"/>
                  </a:lnTo>
                  <a:lnTo>
                    <a:pt x="340127" y="346203"/>
                  </a:lnTo>
                  <a:lnTo>
                    <a:pt x="366187" y="346203"/>
                  </a:lnTo>
                  <a:lnTo>
                    <a:pt x="366187" y="381903"/>
                  </a:lnTo>
                  <a:lnTo>
                    <a:pt x="357262" y="381903"/>
                  </a:lnTo>
                  <a:lnTo>
                    <a:pt x="356012" y="372978"/>
                  </a:lnTo>
                  <a:lnTo>
                    <a:pt x="355299" y="374049"/>
                  </a:lnTo>
                  <a:lnTo>
                    <a:pt x="337551" y="383456"/>
                  </a:lnTo>
                  <a:lnTo>
                    <a:pt x="316743" y="374228"/>
                  </a:lnTo>
                  <a:cubicBezTo>
                    <a:pt x="306039" y="358763"/>
                    <a:pt x="306039" y="338284"/>
                    <a:pt x="316743" y="322820"/>
                  </a:cubicBezTo>
                  <a:cubicBezTo>
                    <a:pt x="322074" y="317150"/>
                    <a:pt x="329107" y="313931"/>
                    <a:pt x="336367" y="313293"/>
                  </a:cubicBezTo>
                  <a:close/>
                  <a:moveTo>
                    <a:pt x="381539" y="228751"/>
                  </a:moveTo>
                  <a:lnTo>
                    <a:pt x="381449" y="228930"/>
                  </a:lnTo>
                  <a:lnTo>
                    <a:pt x="381464" y="228833"/>
                  </a:lnTo>
                  <a:close/>
                  <a:moveTo>
                    <a:pt x="350212" y="205101"/>
                  </a:moveTo>
                  <a:cubicBezTo>
                    <a:pt x="356549" y="205101"/>
                    <a:pt x="356906" y="216256"/>
                    <a:pt x="359137" y="216256"/>
                  </a:cubicBezTo>
                  <a:cubicBezTo>
                    <a:pt x="362394" y="215993"/>
                    <a:pt x="365588" y="215210"/>
                    <a:pt x="368597" y="213936"/>
                  </a:cubicBezTo>
                  <a:cubicBezTo>
                    <a:pt x="372253" y="213720"/>
                    <a:pt x="375918" y="213720"/>
                    <a:pt x="379575" y="213936"/>
                  </a:cubicBezTo>
                  <a:cubicBezTo>
                    <a:pt x="381360" y="213936"/>
                    <a:pt x="383413" y="214293"/>
                    <a:pt x="383413" y="215721"/>
                  </a:cubicBezTo>
                  <a:cubicBezTo>
                    <a:pt x="383772" y="217846"/>
                    <a:pt x="383460" y="220030"/>
                    <a:pt x="382520" y="221968"/>
                  </a:cubicBezTo>
                  <a:lnTo>
                    <a:pt x="381464" y="228833"/>
                  </a:lnTo>
                  <a:lnTo>
                    <a:pt x="376719" y="234017"/>
                  </a:lnTo>
                  <a:cubicBezTo>
                    <a:pt x="376005" y="235177"/>
                    <a:pt x="372524" y="235980"/>
                    <a:pt x="371810" y="237676"/>
                  </a:cubicBezTo>
                  <a:cubicBezTo>
                    <a:pt x="370204" y="241692"/>
                    <a:pt x="370204" y="245352"/>
                    <a:pt x="368330" y="247583"/>
                  </a:cubicBezTo>
                  <a:cubicBezTo>
                    <a:pt x="366455" y="249814"/>
                    <a:pt x="364313" y="250439"/>
                    <a:pt x="361368" y="252313"/>
                  </a:cubicBezTo>
                  <a:cubicBezTo>
                    <a:pt x="358423" y="254188"/>
                    <a:pt x="355299" y="252492"/>
                    <a:pt x="353336" y="253027"/>
                  </a:cubicBezTo>
                  <a:cubicBezTo>
                    <a:pt x="350016" y="254992"/>
                    <a:pt x="346442" y="256494"/>
                    <a:pt x="342715" y="257490"/>
                  </a:cubicBezTo>
                  <a:cubicBezTo>
                    <a:pt x="336200" y="257490"/>
                    <a:pt x="330041" y="254544"/>
                    <a:pt x="330041" y="247048"/>
                  </a:cubicBezTo>
                  <a:cubicBezTo>
                    <a:pt x="330041" y="245263"/>
                    <a:pt x="331380" y="240978"/>
                    <a:pt x="331380" y="239193"/>
                  </a:cubicBezTo>
                  <a:cubicBezTo>
                    <a:pt x="331380" y="237408"/>
                    <a:pt x="329506" y="234731"/>
                    <a:pt x="329506" y="232946"/>
                  </a:cubicBezTo>
                  <a:cubicBezTo>
                    <a:pt x="329506" y="231161"/>
                    <a:pt x="332808" y="227769"/>
                    <a:pt x="333344" y="225627"/>
                  </a:cubicBezTo>
                  <a:cubicBezTo>
                    <a:pt x="334396" y="219048"/>
                    <a:pt x="337865" y="213097"/>
                    <a:pt x="343072" y="208939"/>
                  </a:cubicBezTo>
                  <a:cubicBezTo>
                    <a:pt x="345482" y="207689"/>
                    <a:pt x="348427" y="205101"/>
                    <a:pt x="350212" y="205101"/>
                  </a:cubicBezTo>
                  <a:close/>
                  <a:moveTo>
                    <a:pt x="469269" y="183145"/>
                  </a:moveTo>
                  <a:cubicBezTo>
                    <a:pt x="471590" y="182788"/>
                    <a:pt x="472750" y="185377"/>
                    <a:pt x="476410" y="184752"/>
                  </a:cubicBezTo>
                  <a:cubicBezTo>
                    <a:pt x="477570" y="184663"/>
                    <a:pt x="481943" y="188500"/>
                    <a:pt x="483639" y="188500"/>
                  </a:cubicBezTo>
                  <a:cubicBezTo>
                    <a:pt x="485985" y="189175"/>
                    <a:pt x="488440" y="189388"/>
                    <a:pt x="490868" y="189125"/>
                  </a:cubicBezTo>
                  <a:cubicBezTo>
                    <a:pt x="493010" y="188857"/>
                    <a:pt x="496312" y="191356"/>
                    <a:pt x="498008" y="191356"/>
                  </a:cubicBezTo>
                  <a:cubicBezTo>
                    <a:pt x="500084" y="191204"/>
                    <a:pt x="502145" y="190876"/>
                    <a:pt x="504166" y="190375"/>
                  </a:cubicBezTo>
                  <a:cubicBezTo>
                    <a:pt x="507825" y="189660"/>
                    <a:pt x="516036" y="199567"/>
                    <a:pt x="518802" y="203316"/>
                  </a:cubicBezTo>
                  <a:lnTo>
                    <a:pt x="517999" y="203494"/>
                  </a:lnTo>
                  <a:cubicBezTo>
                    <a:pt x="519478" y="205225"/>
                    <a:pt x="520764" y="207110"/>
                    <a:pt x="521837" y="209117"/>
                  </a:cubicBezTo>
                  <a:cubicBezTo>
                    <a:pt x="522358" y="211529"/>
                    <a:pt x="522358" y="214024"/>
                    <a:pt x="521837" y="216435"/>
                  </a:cubicBezTo>
                  <a:cubicBezTo>
                    <a:pt x="520587" y="220363"/>
                    <a:pt x="518267" y="221434"/>
                    <a:pt x="516660" y="223219"/>
                  </a:cubicBezTo>
                  <a:cubicBezTo>
                    <a:pt x="515054" y="225004"/>
                    <a:pt x="514429" y="229288"/>
                    <a:pt x="512644" y="231430"/>
                  </a:cubicBezTo>
                  <a:cubicBezTo>
                    <a:pt x="511269" y="233437"/>
                    <a:pt x="509684" y="235292"/>
                    <a:pt x="507915" y="236963"/>
                  </a:cubicBezTo>
                  <a:cubicBezTo>
                    <a:pt x="505453" y="238652"/>
                    <a:pt x="502650" y="239780"/>
                    <a:pt x="499704" y="240265"/>
                  </a:cubicBezTo>
                  <a:cubicBezTo>
                    <a:pt x="497740" y="240265"/>
                    <a:pt x="494706" y="239730"/>
                    <a:pt x="492742" y="240265"/>
                  </a:cubicBezTo>
                  <a:cubicBezTo>
                    <a:pt x="489351" y="241158"/>
                    <a:pt x="487834" y="243746"/>
                    <a:pt x="485424" y="243746"/>
                  </a:cubicBezTo>
                  <a:cubicBezTo>
                    <a:pt x="483014" y="243746"/>
                    <a:pt x="480604" y="241515"/>
                    <a:pt x="479712" y="237677"/>
                  </a:cubicBezTo>
                  <a:cubicBezTo>
                    <a:pt x="479712" y="235714"/>
                    <a:pt x="480693" y="232054"/>
                    <a:pt x="479712" y="229645"/>
                  </a:cubicBezTo>
                  <a:cubicBezTo>
                    <a:pt x="477548" y="226158"/>
                    <a:pt x="475581" y="222553"/>
                    <a:pt x="473821" y="218845"/>
                  </a:cubicBezTo>
                  <a:cubicBezTo>
                    <a:pt x="473643" y="214472"/>
                    <a:pt x="469091" y="212330"/>
                    <a:pt x="469091" y="209474"/>
                  </a:cubicBezTo>
                  <a:cubicBezTo>
                    <a:pt x="469105" y="205810"/>
                    <a:pt x="468151" y="202209"/>
                    <a:pt x="466324" y="199032"/>
                  </a:cubicBezTo>
                  <a:cubicBezTo>
                    <a:pt x="465696" y="196898"/>
                    <a:pt x="465887" y="194607"/>
                    <a:pt x="466860" y="192606"/>
                  </a:cubicBezTo>
                  <a:cubicBezTo>
                    <a:pt x="468288" y="190642"/>
                    <a:pt x="466324" y="185377"/>
                    <a:pt x="469269" y="183145"/>
                  </a:cubicBezTo>
                  <a:close/>
                  <a:moveTo>
                    <a:pt x="443656" y="131382"/>
                  </a:moveTo>
                  <a:cubicBezTo>
                    <a:pt x="441416" y="131221"/>
                    <a:pt x="439168" y="131525"/>
                    <a:pt x="437051" y="132274"/>
                  </a:cubicBezTo>
                  <a:cubicBezTo>
                    <a:pt x="434463" y="133881"/>
                    <a:pt x="431964" y="132988"/>
                    <a:pt x="430269" y="134505"/>
                  </a:cubicBezTo>
                  <a:cubicBezTo>
                    <a:pt x="428719" y="135792"/>
                    <a:pt x="427009" y="136872"/>
                    <a:pt x="425181" y="137718"/>
                  </a:cubicBezTo>
                  <a:cubicBezTo>
                    <a:pt x="420652" y="139316"/>
                    <a:pt x="416238" y="141225"/>
                    <a:pt x="411972" y="143429"/>
                  </a:cubicBezTo>
                  <a:cubicBezTo>
                    <a:pt x="409426" y="144715"/>
                    <a:pt x="407859" y="147362"/>
                    <a:pt x="407956" y="150212"/>
                  </a:cubicBezTo>
                  <a:cubicBezTo>
                    <a:pt x="408049" y="153328"/>
                    <a:pt x="410553" y="155831"/>
                    <a:pt x="413668" y="155924"/>
                  </a:cubicBezTo>
                  <a:cubicBezTo>
                    <a:pt x="417176" y="155436"/>
                    <a:pt x="420582" y="154381"/>
                    <a:pt x="423753" y="152801"/>
                  </a:cubicBezTo>
                  <a:cubicBezTo>
                    <a:pt x="427144" y="150748"/>
                    <a:pt x="428840" y="148160"/>
                    <a:pt x="433214" y="145482"/>
                  </a:cubicBezTo>
                  <a:cubicBezTo>
                    <a:pt x="436161" y="143562"/>
                    <a:pt x="438807" y="141215"/>
                    <a:pt x="441068" y="138521"/>
                  </a:cubicBezTo>
                  <a:cubicBezTo>
                    <a:pt x="442763" y="135576"/>
                    <a:pt x="444994" y="131382"/>
                    <a:pt x="443656" y="131382"/>
                  </a:cubicBezTo>
                  <a:close/>
                  <a:moveTo>
                    <a:pt x="757186" y="117012"/>
                  </a:moveTo>
                  <a:cubicBezTo>
                    <a:pt x="753664" y="117335"/>
                    <a:pt x="750172" y="117932"/>
                    <a:pt x="746743" y="118797"/>
                  </a:cubicBezTo>
                  <a:cubicBezTo>
                    <a:pt x="745289" y="120293"/>
                    <a:pt x="744405" y="122250"/>
                    <a:pt x="744244" y="124330"/>
                  </a:cubicBezTo>
                  <a:cubicBezTo>
                    <a:pt x="743988" y="126097"/>
                    <a:pt x="744268" y="127900"/>
                    <a:pt x="745048" y="129507"/>
                  </a:cubicBezTo>
                  <a:cubicBezTo>
                    <a:pt x="747993" y="130488"/>
                    <a:pt x="752188" y="131470"/>
                    <a:pt x="753973" y="130488"/>
                  </a:cubicBezTo>
                  <a:lnTo>
                    <a:pt x="754062" y="130488"/>
                  </a:lnTo>
                  <a:cubicBezTo>
                    <a:pt x="757511" y="128113"/>
                    <a:pt x="759707" y="124311"/>
                    <a:pt x="760042" y="120135"/>
                  </a:cubicBezTo>
                  <a:cubicBezTo>
                    <a:pt x="760062" y="119979"/>
                    <a:pt x="760069" y="119821"/>
                    <a:pt x="760062" y="119664"/>
                  </a:cubicBezTo>
                  <a:cubicBezTo>
                    <a:pt x="760000" y="118137"/>
                    <a:pt x="758712" y="116950"/>
                    <a:pt x="757186" y="117012"/>
                  </a:cubicBezTo>
                  <a:close/>
                  <a:moveTo>
                    <a:pt x="788423" y="107730"/>
                  </a:moveTo>
                  <a:cubicBezTo>
                    <a:pt x="785924" y="108444"/>
                    <a:pt x="784139" y="110407"/>
                    <a:pt x="780302" y="110407"/>
                  </a:cubicBezTo>
                  <a:cubicBezTo>
                    <a:pt x="778427" y="112549"/>
                    <a:pt x="779231" y="116654"/>
                    <a:pt x="779319" y="118529"/>
                  </a:cubicBezTo>
                  <a:cubicBezTo>
                    <a:pt x="779409" y="120403"/>
                    <a:pt x="783157" y="123080"/>
                    <a:pt x="784317" y="123080"/>
                  </a:cubicBezTo>
                  <a:cubicBezTo>
                    <a:pt x="788190" y="122402"/>
                    <a:pt x="791506" y="119915"/>
                    <a:pt x="793242" y="116387"/>
                  </a:cubicBezTo>
                  <a:lnTo>
                    <a:pt x="793600" y="116387"/>
                  </a:lnTo>
                  <a:cubicBezTo>
                    <a:pt x="793827" y="114132"/>
                    <a:pt x="793827" y="111859"/>
                    <a:pt x="793600" y="109604"/>
                  </a:cubicBezTo>
                  <a:cubicBezTo>
                    <a:pt x="793242" y="107284"/>
                    <a:pt x="790922" y="107016"/>
                    <a:pt x="788423" y="107730"/>
                  </a:cubicBezTo>
                  <a:close/>
                  <a:moveTo>
                    <a:pt x="462041" y="97466"/>
                  </a:moveTo>
                  <a:cubicBezTo>
                    <a:pt x="464711" y="98128"/>
                    <a:pt x="467289" y="99117"/>
                    <a:pt x="469716" y="100412"/>
                  </a:cubicBezTo>
                  <a:cubicBezTo>
                    <a:pt x="471501" y="100412"/>
                    <a:pt x="476856" y="99252"/>
                    <a:pt x="478641" y="100412"/>
                  </a:cubicBezTo>
                  <a:cubicBezTo>
                    <a:pt x="483100" y="102721"/>
                    <a:pt x="487316" y="105471"/>
                    <a:pt x="491225" y="108623"/>
                  </a:cubicBezTo>
                  <a:cubicBezTo>
                    <a:pt x="492681" y="111998"/>
                    <a:pt x="493845" y="115491"/>
                    <a:pt x="494706" y="119065"/>
                  </a:cubicBezTo>
                  <a:cubicBezTo>
                    <a:pt x="495617" y="121695"/>
                    <a:pt x="495617" y="124556"/>
                    <a:pt x="494706" y="127187"/>
                  </a:cubicBezTo>
                  <a:cubicBezTo>
                    <a:pt x="490970" y="130589"/>
                    <a:pt x="487424" y="134193"/>
                    <a:pt x="484085" y="137985"/>
                  </a:cubicBezTo>
                  <a:lnTo>
                    <a:pt x="483728" y="137985"/>
                  </a:lnTo>
                  <a:cubicBezTo>
                    <a:pt x="482224" y="141066"/>
                    <a:pt x="480525" y="144047"/>
                    <a:pt x="478641" y="146910"/>
                  </a:cubicBezTo>
                  <a:cubicBezTo>
                    <a:pt x="472535" y="156287"/>
                    <a:pt x="466962" y="166001"/>
                    <a:pt x="461951" y="176006"/>
                  </a:cubicBezTo>
                  <a:cubicBezTo>
                    <a:pt x="459705" y="179275"/>
                    <a:pt x="457261" y="182405"/>
                    <a:pt x="454633" y="185377"/>
                  </a:cubicBezTo>
                  <a:cubicBezTo>
                    <a:pt x="453087" y="186598"/>
                    <a:pt x="450997" y="186872"/>
                    <a:pt x="449189" y="186091"/>
                  </a:cubicBezTo>
                  <a:cubicBezTo>
                    <a:pt x="447851" y="185555"/>
                    <a:pt x="444013" y="188233"/>
                    <a:pt x="444013" y="191892"/>
                  </a:cubicBezTo>
                  <a:cubicBezTo>
                    <a:pt x="443853" y="195510"/>
                    <a:pt x="444431" y="199123"/>
                    <a:pt x="445709" y="202513"/>
                  </a:cubicBezTo>
                  <a:cubicBezTo>
                    <a:pt x="446781" y="218232"/>
                    <a:pt x="446781" y="234006"/>
                    <a:pt x="445709" y="249725"/>
                  </a:cubicBezTo>
                  <a:cubicBezTo>
                    <a:pt x="444935" y="255317"/>
                    <a:pt x="441648" y="260247"/>
                    <a:pt x="436784" y="263113"/>
                  </a:cubicBezTo>
                  <a:cubicBezTo>
                    <a:pt x="434195" y="264362"/>
                    <a:pt x="430536" y="271145"/>
                    <a:pt x="427234" y="272662"/>
                  </a:cubicBezTo>
                  <a:cubicBezTo>
                    <a:pt x="423932" y="274180"/>
                    <a:pt x="420094" y="277214"/>
                    <a:pt x="418309" y="277214"/>
                  </a:cubicBezTo>
                  <a:cubicBezTo>
                    <a:pt x="416587" y="277035"/>
                    <a:pt x="415074" y="275993"/>
                    <a:pt x="414293" y="274447"/>
                  </a:cubicBezTo>
                  <a:cubicBezTo>
                    <a:pt x="413489" y="273376"/>
                    <a:pt x="410009" y="272841"/>
                    <a:pt x="408045" y="271681"/>
                  </a:cubicBezTo>
                  <a:cubicBezTo>
                    <a:pt x="406082" y="270520"/>
                    <a:pt x="405189" y="268914"/>
                    <a:pt x="403136" y="267843"/>
                  </a:cubicBezTo>
                  <a:cubicBezTo>
                    <a:pt x="400161" y="267059"/>
                    <a:pt x="397370" y="265694"/>
                    <a:pt x="394926" y="263827"/>
                  </a:cubicBezTo>
                  <a:cubicBezTo>
                    <a:pt x="392873" y="261863"/>
                    <a:pt x="392517" y="259007"/>
                    <a:pt x="390464" y="255437"/>
                  </a:cubicBezTo>
                  <a:cubicBezTo>
                    <a:pt x="387608" y="250350"/>
                    <a:pt x="378058" y="245441"/>
                    <a:pt x="377880" y="242585"/>
                  </a:cubicBezTo>
                  <a:cubicBezTo>
                    <a:pt x="377701" y="239729"/>
                    <a:pt x="385019" y="239283"/>
                    <a:pt x="385912" y="239283"/>
                  </a:cubicBezTo>
                  <a:cubicBezTo>
                    <a:pt x="391981" y="239104"/>
                    <a:pt x="396086" y="243388"/>
                    <a:pt x="397781" y="243388"/>
                  </a:cubicBezTo>
                  <a:cubicBezTo>
                    <a:pt x="403850" y="243388"/>
                    <a:pt x="406795" y="241157"/>
                    <a:pt x="407331" y="232232"/>
                  </a:cubicBezTo>
                  <a:cubicBezTo>
                    <a:pt x="407331" y="230447"/>
                    <a:pt x="407331" y="226252"/>
                    <a:pt x="407331" y="224467"/>
                  </a:cubicBezTo>
                  <a:cubicBezTo>
                    <a:pt x="406969" y="220937"/>
                    <a:pt x="406969" y="217378"/>
                    <a:pt x="407331" y="213847"/>
                  </a:cubicBezTo>
                  <a:cubicBezTo>
                    <a:pt x="407502" y="209078"/>
                    <a:pt x="408069" y="204331"/>
                    <a:pt x="409027" y="199657"/>
                  </a:cubicBezTo>
                  <a:cubicBezTo>
                    <a:pt x="409027" y="198229"/>
                    <a:pt x="407688" y="194837"/>
                    <a:pt x="406439" y="194837"/>
                  </a:cubicBezTo>
                  <a:cubicBezTo>
                    <a:pt x="403493" y="195551"/>
                    <a:pt x="400548" y="192695"/>
                    <a:pt x="398763" y="192695"/>
                  </a:cubicBezTo>
                  <a:cubicBezTo>
                    <a:pt x="396978" y="192695"/>
                    <a:pt x="394480" y="193766"/>
                    <a:pt x="392695" y="193766"/>
                  </a:cubicBezTo>
                  <a:cubicBezTo>
                    <a:pt x="389429" y="193835"/>
                    <a:pt x="386166" y="193536"/>
                    <a:pt x="382967" y="192874"/>
                  </a:cubicBezTo>
                  <a:cubicBezTo>
                    <a:pt x="381611" y="192074"/>
                    <a:pt x="380427" y="191012"/>
                    <a:pt x="379486" y="189750"/>
                  </a:cubicBezTo>
                  <a:cubicBezTo>
                    <a:pt x="378551" y="187456"/>
                    <a:pt x="377891" y="185059"/>
                    <a:pt x="377522" y="182610"/>
                  </a:cubicBezTo>
                  <a:cubicBezTo>
                    <a:pt x="377076" y="181985"/>
                    <a:pt x="376541" y="178772"/>
                    <a:pt x="375827" y="178772"/>
                  </a:cubicBezTo>
                  <a:cubicBezTo>
                    <a:pt x="375648" y="176720"/>
                    <a:pt x="374934" y="173328"/>
                    <a:pt x="374934" y="171275"/>
                  </a:cubicBezTo>
                  <a:cubicBezTo>
                    <a:pt x="374934" y="169223"/>
                    <a:pt x="373149" y="165474"/>
                    <a:pt x="372524" y="160298"/>
                  </a:cubicBezTo>
                  <a:cubicBezTo>
                    <a:pt x="371900" y="155121"/>
                    <a:pt x="370204" y="151819"/>
                    <a:pt x="370204" y="146196"/>
                  </a:cubicBezTo>
                  <a:cubicBezTo>
                    <a:pt x="369490" y="137718"/>
                    <a:pt x="369490" y="133613"/>
                    <a:pt x="369490" y="131917"/>
                  </a:cubicBezTo>
                  <a:cubicBezTo>
                    <a:pt x="370025" y="121832"/>
                    <a:pt x="376005" y="119601"/>
                    <a:pt x="378415" y="115763"/>
                  </a:cubicBezTo>
                  <a:cubicBezTo>
                    <a:pt x="381003" y="114335"/>
                    <a:pt x="383502" y="111747"/>
                    <a:pt x="386626" y="112104"/>
                  </a:cubicBezTo>
                  <a:cubicBezTo>
                    <a:pt x="389750" y="112461"/>
                    <a:pt x="390642" y="113621"/>
                    <a:pt x="393944" y="115941"/>
                  </a:cubicBezTo>
                  <a:cubicBezTo>
                    <a:pt x="395190" y="117422"/>
                    <a:pt x="396352" y="118971"/>
                    <a:pt x="397424" y="120582"/>
                  </a:cubicBezTo>
                  <a:cubicBezTo>
                    <a:pt x="402743" y="120193"/>
                    <a:pt x="407916" y="118672"/>
                    <a:pt x="412597" y="116120"/>
                  </a:cubicBezTo>
                  <a:cubicBezTo>
                    <a:pt x="414917" y="114870"/>
                    <a:pt x="419915" y="114870"/>
                    <a:pt x="423842" y="113085"/>
                  </a:cubicBezTo>
                  <a:cubicBezTo>
                    <a:pt x="426420" y="111705"/>
                    <a:pt x="429187" y="110712"/>
                    <a:pt x="432053" y="110140"/>
                  </a:cubicBezTo>
                  <a:cubicBezTo>
                    <a:pt x="433838" y="110140"/>
                    <a:pt x="434374" y="109426"/>
                    <a:pt x="438479" y="108266"/>
                  </a:cubicBezTo>
                  <a:cubicBezTo>
                    <a:pt x="441676" y="107782"/>
                    <a:pt x="444724" y="106593"/>
                    <a:pt x="447404" y="104785"/>
                  </a:cubicBezTo>
                  <a:cubicBezTo>
                    <a:pt x="449279" y="103446"/>
                    <a:pt x="450974" y="102375"/>
                    <a:pt x="452492" y="101483"/>
                  </a:cubicBezTo>
                  <a:cubicBezTo>
                    <a:pt x="453922" y="100605"/>
                    <a:pt x="455413" y="99830"/>
                    <a:pt x="456953" y="99162"/>
                  </a:cubicBezTo>
                  <a:cubicBezTo>
                    <a:pt x="458322" y="97883"/>
                    <a:pt x="460179" y="97264"/>
                    <a:pt x="462041" y="97466"/>
                  </a:cubicBezTo>
                  <a:close/>
                  <a:moveTo>
                    <a:pt x="754508" y="82830"/>
                  </a:moveTo>
                  <a:cubicBezTo>
                    <a:pt x="752366" y="84972"/>
                    <a:pt x="745583" y="82830"/>
                    <a:pt x="745583" y="88988"/>
                  </a:cubicBezTo>
                  <a:cubicBezTo>
                    <a:pt x="745672" y="92023"/>
                    <a:pt x="744423" y="96039"/>
                    <a:pt x="746565" y="97913"/>
                  </a:cubicBezTo>
                  <a:cubicBezTo>
                    <a:pt x="746565" y="97913"/>
                    <a:pt x="748261" y="101929"/>
                    <a:pt x="750402" y="100234"/>
                  </a:cubicBezTo>
                  <a:cubicBezTo>
                    <a:pt x="754687" y="97021"/>
                    <a:pt x="760042" y="95682"/>
                    <a:pt x="760577" y="90595"/>
                  </a:cubicBezTo>
                  <a:lnTo>
                    <a:pt x="761023" y="90327"/>
                  </a:lnTo>
                  <a:cubicBezTo>
                    <a:pt x="761827" y="83454"/>
                    <a:pt x="760131" y="81491"/>
                    <a:pt x="754508" y="82830"/>
                  </a:cubicBezTo>
                  <a:close/>
                  <a:moveTo>
                    <a:pt x="802702" y="69710"/>
                  </a:moveTo>
                  <a:cubicBezTo>
                    <a:pt x="795117" y="72120"/>
                    <a:pt x="782890" y="71763"/>
                    <a:pt x="782265" y="77742"/>
                  </a:cubicBezTo>
                  <a:cubicBezTo>
                    <a:pt x="781997" y="80866"/>
                    <a:pt x="781997" y="86221"/>
                    <a:pt x="785210" y="87381"/>
                  </a:cubicBezTo>
                  <a:cubicBezTo>
                    <a:pt x="788796" y="88283"/>
                    <a:pt x="792522" y="88495"/>
                    <a:pt x="796188" y="88006"/>
                  </a:cubicBezTo>
                  <a:cubicBezTo>
                    <a:pt x="799655" y="85373"/>
                    <a:pt x="802214" y="81722"/>
                    <a:pt x="803505" y="77564"/>
                  </a:cubicBezTo>
                  <a:cubicBezTo>
                    <a:pt x="803505" y="75690"/>
                    <a:pt x="803595" y="70513"/>
                    <a:pt x="802702" y="69710"/>
                  </a:cubicBezTo>
                  <a:close/>
                  <a:moveTo>
                    <a:pt x="1094368" y="67658"/>
                  </a:moveTo>
                  <a:cubicBezTo>
                    <a:pt x="1096701" y="68098"/>
                    <a:pt x="1098813" y="69326"/>
                    <a:pt x="1100348" y="71139"/>
                  </a:cubicBezTo>
                  <a:cubicBezTo>
                    <a:pt x="1103472" y="74441"/>
                    <a:pt x="1106863" y="76047"/>
                    <a:pt x="1109273" y="79438"/>
                  </a:cubicBezTo>
                  <a:cubicBezTo>
                    <a:pt x="1110654" y="81991"/>
                    <a:pt x="1111561" y="84773"/>
                    <a:pt x="1111950" y="87649"/>
                  </a:cubicBezTo>
                  <a:cubicBezTo>
                    <a:pt x="1112486" y="89613"/>
                    <a:pt x="1115430" y="92022"/>
                    <a:pt x="1115430" y="93093"/>
                  </a:cubicBezTo>
                  <a:cubicBezTo>
                    <a:pt x="1114806" y="100769"/>
                    <a:pt x="1109184" y="100590"/>
                    <a:pt x="1101597" y="105945"/>
                  </a:cubicBezTo>
                  <a:cubicBezTo>
                    <a:pt x="1097439" y="108210"/>
                    <a:pt x="1093745" y="111237"/>
                    <a:pt x="1090709" y="114870"/>
                  </a:cubicBezTo>
                  <a:cubicBezTo>
                    <a:pt x="1088320" y="117292"/>
                    <a:pt x="1085466" y="119205"/>
                    <a:pt x="1082319" y="120493"/>
                  </a:cubicBezTo>
                  <a:cubicBezTo>
                    <a:pt x="1073840" y="124152"/>
                    <a:pt x="1066254" y="123795"/>
                    <a:pt x="1065630" y="132185"/>
                  </a:cubicBezTo>
                  <a:cubicBezTo>
                    <a:pt x="1065005" y="140574"/>
                    <a:pt x="1069646" y="137183"/>
                    <a:pt x="1069646" y="146108"/>
                  </a:cubicBezTo>
                  <a:cubicBezTo>
                    <a:pt x="1069247" y="148439"/>
                    <a:pt x="1068299" y="150641"/>
                    <a:pt x="1066879" y="152533"/>
                  </a:cubicBezTo>
                  <a:cubicBezTo>
                    <a:pt x="1065557" y="154226"/>
                    <a:pt x="1064779" y="156280"/>
                    <a:pt x="1064648" y="158423"/>
                  </a:cubicBezTo>
                  <a:cubicBezTo>
                    <a:pt x="1064626" y="160617"/>
                    <a:pt x="1064041" y="162767"/>
                    <a:pt x="1062952" y="164671"/>
                  </a:cubicBezTo>
                  <a:cubicBezTo>
                    <a:pt x="1061975" y="166727"/>
                    <a:pt x="1061574" y="169010"/>
                    <a:pt x="1061792" y="171275"/>
                  </a:cubicBezTo>
                  <a:cubicBezTo>
                    <a:pt x="1061613" y="179486"/>
                    <a:pt x="1060275" y="186359"/>
                    <a:pt x="1062684" y="188411"/>
                  </a:cubicBezTo>
                  <a:cubicBezTo>
                    <a:pt x="1072955" y="187582"/>
                    <a:pt x="1083266" y="187344"/>
                    <a:pt x="1093565" y="187697"/>
                  </a:cubicBezTo>
                  <a:cubicBezTo>
                    <a:pt x="1097313" y="187697"/>
                    <a:pt x="1098831" y="185198"/>
                    <a:pt x="1101598" y="184574"/>
                  </a:cubicBezTo>
                  <a:cubicBezTo>
                    <a:pt x="1104116" y="184016"/>
                    <a:pt x="1106692" y="183746"/>
                    <a:pt x="1109273" y="183770"/>
                  </a:cubicBezTo>
                  <a:cubicBezTo>
                    <a:pt x="1112131" y="184257"/>
                    <a:pt x="1114940" y="185004"/>
                    <a:pt x="1117662" y="186002"/>
                  </a:cubicBezTo>
                  <a:cubicBezTo>
                    <a:pt x="1120517" y="187296"/>
                    <a:pt x="1123262" y="188819"/>
                    <a:pt x="1125872" y="190553"/>
                  </a:cubicBezTo>
                  <a:cubicBezTo>
                    <a:pt x="1128907" y="192695"/>
                    <a:pt x="1134351" y="193856"/>
                    <a:pt x="1136582" y="199478"/>
                  </a:cubicBezTo>
                  <a:cubicBezTo>
                    <a:pt x="1137264" y="201857"/>
                    <a:pt x="1137595" y="204322"/>
                    <a:pt x="1137564" y="206797"/>
                  </a:cubicBezTo>
                  <a:lnTo>
                    <a:pt x="1136046" y="206975"/>
                  </a:lnTo>
                  <a:cubicBezTo>
                    <a:pt x="1136051" y="207971"/>
                    <a:pt x="1136434" y="208928"/>
                    <a:pt x="1137117" y="209653"/>
                  </a:cubicBezTo>
                  <a:cubicBezTo>
                    <a:pt x="1137779" y="210848"/>
                    <a:pt x="1138030" y="212228"/>
                    <a:pt x="1137832" y="213580"/>
                  </a:cubicBezTo>
                  <a:cubicBezTo>
                    <a:pt x="1137415" y="215863"/>
                    <a:pt x="1136502" y="218026"/>
                    <a:pt x="1135154" y="219917"/>
                  </a:cubicBezTo>
                  <a:cubicBezTo>
                    <a:pt x="1133726" y="222148"/>
                    <a:pt x="1131941" y="225360"/>
                    <a:pt x="1129799" y="225360"/>
                  </a:cubicBezTo>
                  <a:cubicBezTo>
                    <a:pt x="1124087" y="225538"/>
                    <a:pt x="1121231" y="226074"/>
                    <a:pt x="1119357" y="225985"/>
                  </a:cubicBezTo>
                  <a:cubicBezTo>
                    <a:pt x="1117483" y="225895"/>
                    <a:pt x="1111950" y="224021"/>
                    <a:pt x="1108023" y="224021"/>
                  </a:cubicBezTo>
                  <a:cubicBezTo>
                    <a:pt x="1104096" y="224021"/>
                    <a:pt x="1101330" y="225092"/>
                    <a:pt x="1096421" y="225003"/>
                  </a:cubicBezTo>
                  <a:cubicBezTo>
                    <a:pt x="1091512" y="224914"/>
                    <a:pt x="1082677" y="224021"/>
                    <a:pt x="1077232" y="223397"/>
                  </a:cubicBezTo>
                  <a:cubicBezTo>
                    <a:pt x="1073752" y="222951"/>
                    <a:pt x="1062863" y="223843"/>
                    <a:pt x="1059382" y="223397"/>
                  </a:cubicBezTo>
                  <a:cubicBezTo>
                    <a:pt x="1053395" y="222836"/>
                    <a:pt x="1047355" y="223319"/>
                    <a:pt x="1041532" y="224824"/>
                  </a:cubicBezTo>
                  <a:lnTo>
                    <a:pt x="1024486" y="227234"/>
                  </a:lnTo>
                  <a:cubicBezTo>
                    <a:pt x="1018418" y="228127"/>
                    <a:pt x="1010564" y="226788"/>
                    <a:pt x="1005119" y="226788"/>
                  </a:cubicBezTo>
                  <a:cubicBezTo>
                    <a:pt x="993442" y="227877"/>
                    <a:pt x="981920" y="230241"/>
                    <a:pt x="970758" y="233839"/>
                  </a:cubicBezTo>
                  <a:cubicBezTo>
                    <a:pt x="956567" y="238747"/>
                    <a:pt x="931757" y="250261"/>
                    <a:pt x="928633" y="249904"/>
                  </a:cubicBezTo>
                  <a:cubicBezTo>
                    <a:pt x="925509" y="249547"/>
                    <a:pt x="918905" y="240711"/>
                    <a:pt x="912568" y="234731"/>
                  </a:cubicBezTo>
                  <a:cubicBezTo>
                    <a:pt x="912032" y="231781"/>
                    <a:pt x="912032" y="228757"/>
                    <a:pt x="912568" y="225806"/>
                  </a:cubicBezTo>
                  <a:cubicBezTo>
                    <a:pt x="913155" y="222152"/>
                    <a:pt x="912819" y="218408"/>
                    <a:pt x="911586" y="214919"/>
                  </a:cubicBezTo>
                  <a:cubicBezTo>
                    <a:pt x="913996" y="210724"/>
                    <a:pt x="928008" y="205547"/>
                    <a:pt x="929436" y="205190"/>
                  </a:cubicBezTo>
                  <a:cubicBezTo>
                    <a:pt x="930864" y="204833"/>
                    <a:pt x="936398" y="206975"/>
                    <a:pt x="939789" y="206172"/>
                  </a:cubicBezTo>
                  <a:cubicBezTo>
                    <a:pt x="941574" y="205726"/>
                    <a:pt x="954247" y="200549"/>
                    <a:pt x="961208" y="198050"/>
                  </a:cubicBezTo>
                  <a:cubicBezTo>
                    <a:pt x="963975" y="197158"/>
                    <a:pt x="967991" y="196979"/>
                    <a:pt x="970133" y="196355"/>
                  </a:cubicBezTo>
                  <a:cubicBezTo>
                    <a:pt x="976737" y="194302"/>
                    <a:pt x="986466" y="189393"/>
                    <a:pt x="993606" y="186537"/>
                  </a:cubicBezTo>
                  <a:cubicBezTo>
                    <a:pt x="1008868" y="180468"/>
                    <a:pt x="1009671" y="162083"/>
                    <a:pt x="1011991" y="155121"/>
                  </a:cubicBezTo>
                  <a:cubicBezTo>
                    <a:pt x="1013215" y="151744"/>
                    <a:pt x="1013849" y="148182"/>
                    <a:pt x="1013866" y="144591"/>
                  </a:cubicBezTo>
                  <a:cubicBezTo>
                    <a:pt x="1013955" y="141110"/>
                    <a:pt x="1013687" y="136915"/>
                    <a:pt x="1011991" y="136290"/>
                  </a:cubicBezTo>
                  <a:cubicBezTo>
                    <a:pt x="1008985" y="136545"/>
                    <a:pt x="1006001" y="137023"/>
                    <a:pt x="1003066" y="137718"/>
                  </a:cubicBezTo>
                  <a:cubicBezTo>
                    <a:pt x="999308" y="139010"/>
                    <a:pt x="995274" y="139287"/>
                    <a:pt x="991375" y="138522"/>
                  </a:cubicBezTo>
                  <a:cubicBezTo>
                    <a:pt x="987805" y="136826"/>
                    <a:pt x="988340" y="132631"/>
                    <a:pt x="987805" y="127901"/>
                  </a:cubicBezTo>
                  <a:cubicBezTo>
                    <a:pt x="986663" y="123101"/>
                    <a:pt x="984259" y="118696"/>
                    <a:pt x="980843" y="115138"/>
                  </a:cubicBezTo>
                  <a:cubicBezTo>
                    <a:pt x="979504" y="111888"/>
                    <a:pt x="978895" y="108385"/>
                    <a:pt x="979058" y="104874"/>
                  </a:cubicBezTo>
                  <a:cubicBezTo>
                    <a:pt x="979147" y="103000"/>
                    <a:pt x="978166" y="96842"/>
                    <a:pt x="978166" y="94968"/>
                  </a:cubicBezTo>
                  <a:cubicBezTo>
                    <a:pt x="978166" y="90059"/>
                    <a:pt x="982807" y="89702"/>
                    <a:pt x="987091" y="87560"/>
                  </a:cubicBezTo>
                  <a:cubicBezTo>
                    <a:pt x="992398" y="88487"/>
                    <a:pt x="997644" y="89739"/>
                    <a:pt x="1002799" y="91308"/>
                  </a:cubicBezTo>
                  <a:cubicBezTo>
                    <a:pt x="1015402" y="89943"/>
                    <a:pt x="1027918" y="87857"/>
                    <a:pt x="1040283" y="85061"/>
                  </a:cubicBezTo>
                  <a:cubicBezTo>
                    <a:pt x="1043050" y="84436"/>
                    <a:pt x="1046084" y="83454"/>
                    <a:pt x="1046798" y="83276"/>
                  </a:cubicBezTo>
                  <a:cubicBezTo>
                    <a:pt x="1047512" y="83097"/>
                    <a:pt x="1050100" y="81937"/>
                    <a:pt x="1051439" y="81491"/>
                  </a:cubicBezTo>
                  <a:cubicBezTo>
                    <a:pt x="1061232" y="78619"/>
                    <a:pt x="1070665" y="74636"/>
                    <a:pt x="1079553" y="69622"/>
                  </a:cubicBezTo>
                  <a:cubicBezTo>
                    <a:pt x="1082103" y="68745"/>
                    <a:pt x="1084808" y="68410"/>
                    <a:pt x="1087496" y="68640"/>
                  </a:cubicBezTo>
                  <a:cubicBezTo>
                    <a:pt x="1089804" y="68442"/>
                    <a:pt x="1092097" y="68114"/>
                    <a:pt x="1094368" y="67658"/>
                  </a:cubicBezTo>
                  <a:close/>
                  <a:moveTo>
                    <a:pt x="699531" y="57304"/>
                  </a:moveTo>
                  <a:cubicBezTo>
                    <a:pt x="703905" y="54716"/>
                    <a:pt x="706136" y="64355"/>
                    <a:pt x="707564" y="67836"/>
                  </a:cubicBezTo>
                  <a:cubicBezTo>
                    <a:pt x="708367" y="69531"/>
                    <a:pt x="705958" y="76136"/>
                    <a:pt x="705689" y="78456"/>
                  </a:cubicBezTo>
                  <a:cubicBezTo>
                    <a:pt x="705422" y="80777"/>
                    <a:pt x="702030" y="83633"/>
                    <a:pt x="702030" y="90594"/>
                  </a:cubicBezTo>
                  <a:cubicBezTo>
                    <a:pt x="702120" y="93718"/>
                    <a:pt x="699264" y="96039"/>
                    <a:pt x="695426" y="99519"/>
                  </a:cubicBezTo>
                  <a:cubicBezTo>
                    <a:pt x="691500" y="103315"/>
                    <a:pt x="687834" y="107371"/>
                    <a:pt x="684449" y="111656"/>
                  </a:cubicBezTo>
                  <a:cubicBezTo>
                    <a:pt x="682660" y="115916"/>
                    <a:pt x="682254" y="120631"/>
                    <a:pt x="683288" y="125133"/>
                  </a:cubicBezTo>
                  <a:cubicBezTo>
                    <a:pt x="683288" y="126650"/>
                    <a:pt x="681414" y="131470"/>
                    <a:pt x="684091" y="134058"/>
                  </a:cubicBezTo>
                  <a:cubicBezTo>
                    <a:pt x="686769" y="136647"/>
                    <a:pt x="689714" y="133880"/>
                    <a:pt x="691231" y="134058"/>
                  </a:cubicBezTo>
                  <a:cubicBezTo>
                    <a:pt x="692749" y="134237"/>
                    <a:pt x="691767" y="137271"/>
                    <a:pt x="693552" y="140573"/>
                  </a:cubicBezTo>
                  <a:cubicBezTo>
                    <a:pt x="696854" y="146910"/>
                    <a:pt x="697925" y="147892"/>
                    <a:pt x="697925" y="151016"/>
                  </a:cubicBezTo>
                  <a:cubicBezTo>
                    <a:pt x="697835" y="152801"/>
                    <a:pt x="697835" y="154318"/>
                    <a:pt x="696408" y="155210"/>
                  </a:cubicBezTo>
                  <a:cubicBezTo>
                    <a:pt x="688142" y="160192"/>
                    <a:pt x="681098" y="166962"/>
                    <a:pt x="675791" y="175023"/>
                  </a:cubicBezTo>
                  <a:cubicBezTo>
                    <a:pt x="675205" y="177764"/>
                    <a:pt x="675551" y="180623"/>
                    <a:pt x="676773" y="183145"/>
                  </a:cubicBezTo>
                  <a:cubicBezTo>
                    <a:pt x="678468" y="183145"/>
                    <a:pt x="682752" y="183145"/>
                    <a:pt x="684627" y="183145"/>
                  </a:cubicBezTo>
                  <a:lnTo>
                    <a:pt x="684359" y="183680"/>
                  </a:lnTo>
                  <a:cubicBezTo>
                    <a:pt x="687161" y="184454"/>
                    <a:pt x="689654" y="186075"/>
                    <a:pt x="691499" y="188321"/>
                  </a:cubicBezTo>
                  <a:cubicBezTo>
                    <a:pt x="692783" y="190686"/>
                    <a:pt x="693515" y="193310"/>
                    <a:pt x="693641" y="195997"/>
                  </a:cubicBezTo>
                  <a:cubicBezTo>
                    <a:pt x="692302" y="207332"/>
                    <a:pt x="682485" y="214382"/>
                    <a:pt x="673560" y="220094"/>
                  </a:cubicBezTo>
                  <a:cubicBezTo>
                    <a:pt x="664636" y="225806"/>
                    <a:pt x="648481" y="232054"/>
                    <a:pt x="640806" y="236426"/>
                  </a:cubicBezTo>
                  <a:cubicBezTo>
                    <a:pt x="634469" y="240085"/>
                    <a:pt x="628490" y="249189"/>
                    <a:pt x="624830" y="250706"/>
                  </a:cubicBezTo>
                  <a:cubicBezTo>
                    <a:pt x="624830" y="250706"/>
                    <a:pt x="620457" y="252134"/>
                    <a:pt x="618494" y="250706"/>
                  </a:cubicBezTo>
                  <a:cubicBezTo>
                    <a:pt x="615585" y="249656"/>
                    <a:pt x="612601" y="248820"/>
                    <a:pt x="609569" y="248207"/>
                  </a:cubicBezTo>
                  <a:cubicBezTo>
                    <a:pt x="606535" y="247225"/>
                    <a:pt x="607963" y="242941"/>
                    <a:pt x="605732" y="240353"/>
                  </a:cubicBezTo>
                  <a:cubicBezTo>
                    <a:pt x="603399" y="238081"/>
                    <a:pt x="601521" y="235385"/>
                    <a:pt x="600198" y="232411"/>
                  </a:cubicBezTo>
                  <a:cubicBezTo>
                    <a:pt x="598334" y="227827"/>
                    <a:pt x="597481" y="222895"/>
                    <a:pt x="597699" y="217952"/>
                  </a:cubicBezTo>
                  <a:cubicBezTo>
                    <a:pt x="600361" y="211650"/>
                    <a:pt x="605490" y="206714"/>
                    <a:pt x="611889" y="204297"/>
                  </a:cubicBezTo>
                  <a:cubicBezTo>
                    <a:pt x="614707" y="202459"/>
                    <a:pt x="617419" y="200462"/>
                    <a:pt x="620011" y="198317"/>
                  </a:cubicBezTo>
                  <a:cubicBezTo>
                    <a:pt x="622492" y="196941"/>
                    <a:pt x="624512" y="194860"/>
                    <a:pt x="625812" y="192337"/>
                  </a:cubicBezTo>
                  <a:cubicBezTo>
                    <a:pt x="626587" y="190485"/>
                    <a:pt x="627099" y="188532"/>
                    <a:pt x="627329" y="186536"/>
                  </a:cubicBezTo>
                  <a:cubicBezTo>
                    <a:pt x="627508" y="183502"/>
                    <a:pt x="629025" y="181271"/>
                    <a:pt x="629024" y="179039"/>
                  </a:cubicBezTo>
                  <a:cubicBezTo>
                    <a:pt x="628779" y="176816"/>
                    <a:pt x="627843" y="174725"/>
                    <a:pt x="626347" y="173060"/>
                  </a:cubicBezTo>
                  <a:cubicBezTo>
                    <a:pt x="624905" y="171595"/>
                    <a:pt x="623807" y="169826"/>
                    <a:pt x="623134" y="167884"/>
                  </a:cubicBezTo>
                  <a:cubicBezTo>
                    <a:pt x="623134" y="167795"/>
                    <a:pt x="616709" y="160387"/>
                    <a:pt x="616708" y="156728"/>
                  </a:cubicBezTo>
                  <a:cubicBezTo>
                    <a:pt x="616921" y="151088"/>
                    <a:pt x="621344" y="146513"/>
                    <a:pt x="626972" y="146107"/>
                  </a:cubicBezTo>
                  <a:cubicBezTo>
                    <a:pt x="628757" y="145393"/>
                    <a:pt x="632059" y="146107"/>
                    <a:pt x="633844" y="146107"/>
                  </a:cubicBezTo>
                  <a:cubicBezTo>
                    <a:pt x="638128" y="145750"/>
                    <a:pt x="641163" y="141644"/>
                    <a:pt x="643484" y="138164"/>
                  </a:cubicBezTo>
                  <a:cubicBezTo>
                    <a:pt x="644724" y="133376"/>
                    <a:pt x="645441" y="128469"/>
                    <a:pt x="645625" y="123527"/>
                  </a:cubicBezTo>
                  <a:cubicBezTo>
                    <a:pt x="647053" y="118529"/>
                    <a:pt x="641074" y="117725"/>
                    <a:pt x="638128" y="116565"/>
                  </a:cubicBezTo>
                  <a:cubicBezTo>
                    <a:pt x="635296" y="115136"/>
                    <a:pt x="632298" y="114057"/>
                    <a:pt x="629203" y="113352"/>
                  </a:cubicBezTo>
                  <a:cubicBezTo>
                    <a:pt x="626794" y="113174"/>
                    <a:pt x="624741" y="110318"/>
                    <a:pt x="623581" y="107195"/>
                  </a:cubicBezTo>
                  <a:cubicBezTo>
                    <a:pt x="622421" y="104071"/>
                    <a:pt x="621438" y="105053"/>
                    <a:pt x="618940" y="104071"/>
                  </a:cubicBezTo>
                  <a:cubicBezTo>
                    <a:pt x="616440" y="103089"/>
                    <a:pt x="616440" y="94611"/>
                    <a:pt x="616440" y="93629"/>
                  </a:cubicBezTo>
                  <a:cubicBezTo>
                    <a:pt x="616440" y="92647"/>
                    <a:pt x="619029" y="91576"/>
                    <a:pt x="621260" y="90594"/>
                  </a:cubicBezTo>
                  <a:cubicBezTo>
                    <a:pt x="623492" y="89613"/>
                    <a:pt x="623492" y="88006"/>
                    <a:pt x="624919" y="84972"/>
                  </a:cubicBezTo>
                  <a:cubicBezTo>
                    <a:pt x="626348" y="81937"/>
                    <a:pt x="629650" y="81223"/>
                    <a:pt x="632684" y="80420"/>
                  </a:cubicBezTo>
                  <a:cubicBezTo>
                    <a:pt x="636094" y="80219"/>
                    <a:pt x="639491" y="79831"/>
                    <a:pt x="642859" y="79260"/>
                  </a:cubicBezTo>
                  <a:cubicBezTo>
                    <a:pt x="657138" y="73459"/>
                    <a:pt x="673292" y="57483"/>
                    <a:pt x="686947" y="58197"/>
                  </a:cubicBezTo>
                  <a:cubicBezTo>
                    <a:pt x="693908" y="58643"/>
                    <a:pt x="696764" y="58822"/>
                    <a:pt x="699531" y="57304"/>
                  </a:cubicBezTo>
                  <a:close/>
                  <a:moveTo>
                    <a:pt x="1315527" y="56948"/>
                  </a:moveTo>
                  <a:cubicBezTo>
                    <a:pt x="1318829" y="57483"/>
                    <a:pt x="1327665" y="55966"/>
                    <a:pt x="1328468" y="57483"/>
                  </a:cubicBezTo>
                  <a:cubicBezTo>
                    <a:pt x="1331034" y="61243"/>
                    <a:pt x="1334628" y="64186"/>
                    <a:pt x="1338821" y="65962"/>
                  </a:cubicBezTo>
                  <a:cubicBezTo>
                    <a:pt x="1342302" y="67747"/>
                    <a:pt x="1340785" y="70157"/>
                    <a:pt x="1341231" y="73280"/>
                  </a:cubicBezTo>
                  <a:cubicBezTo>
                    <a:pt x="1341677" y="76403"/>
                    <a:pt x="1343641" y="77653"/>
                    <a:pt x="1342659" y="80330"/>
                  </a:cubicBezTo>
                  <a:cubicBezTo>
                    <a:pt x="1341677" y="83008"/>
                    <a:pt x="1339268" y="87738"/>
                    <a:pt x="1337215" y="93450"/>
                  </a:cubicBezTo>
                  <a:cubicBezTo>
                    <a:pt x="1337215" y="94699"/>
                    <a:pt x="1335608" y="101125"/>
                    <a:pt x="1337215" y="101125"/>
                  </a:cubicBezTo>
                  <a:cubicBezTo>
                    <a:pt x="1339066" y="101238"/>
                    <a:pt x="1340907" y="100769"/>
                    <a:pt x="1342481" y="99787"/>
                  </a:cubicBezTo>
                  <a:cubicBezTo>
                    <a:pt x="1343284" y="99430"/>
                    <a:pt x="1346854" y="97645"/>
                    <a:pt x="1349085" y="96841"/>
                  </a:cubicBezTo>
                  <a:cubicBezTo>
                    <a:pt x="1351765" y="96244"/>
                    <a:pt x="1354370" y="95347"/>
                    <a:pt x="1356849" y="94164"/>
                  </a:cubicBezTo>
                  <a:cubicBezTo>
                    <a:pt x="1359884" y="92022"/>
                    <a:pt x="1363899" y="87738"/>
                    <a:pt x="1365774" y="87738"/>
                  </a:cubicBezTo>
                  <a:cubicBezTo>
                    <a:pt x="1365774" y="87738"/>
                    <a:pt x="1377644" y="84257"/>
                    <a:pt x="1379697" y="87738"/>
                  </a:cubicBezTo>
                  <a:cubicBezTo>
                    <a:pt x="1381749" y="91219"/>
                    <a:pt x="1386747" y="90862"/>
                    <a:pt x="1391835" y="91665"/>
                  </a:cubicBezTo>
                  <a:cubicBezTo>
                    <a:pt x="1396922" y="92468"/>
                    <a:pt x="1400224" y="100679"/>
                    <a:pt x="1400224" y="107641"/>
                  </a:cubicBezTo>
                  <a:cubicBezTo>
                    <a:pt x="1400313" y="110497"/>
                    <a:pt x="1400135" y="111657"/>
                    <a:pt x="1397011" y="111657"/>
                  </a:cubicBezTo>
                  <a:cubicBezTo>
                    <a:pt x="1395316" y="111746"/>
                    <a:pt x="1393441" y="114602"/>
                    <a:pt x="1390318" y="116655"/>
                  </a:cubicBezTo>
                  <a:cubicBezTo>
                    <a:pt x="1385448" y="119456"/>
                    <a:pt x="1380266" y="121672"/>
                    <a:pt x="1374877" y="123259"/>
                  </a:cubicBezTo>
                  <a:cubicBezTo>
                    <a:pt x="1372162" y="125072"/>
                    <a:pt x="1369137" y="126372"/>
                    <a:pt x="1365952" y="127097"/>
                  </a:cubicBezTo>
                  <a:cubicBezTo>
                    <a:pt x="1362025" y="127633"/>
                    <a:pt x="1358545" y="127811"/>
                    <a:pt x="1355600" y="128436"/>
                  </a:cubicBezTo>
                  <a:cubicBezTo>
                    <a:pt x="1350073" y="129792"/>
                    <a:pt x="1344737" y="131830"/>
                    <a:pt x="1339714" y="134505"/>
                  </a:cubicBezTo>
                  <a:cubicBezTo>
                    <a:pt x="1337572" y="136775"/>
                    <a:pt x="1335795" y="139365"/>
                    <a:pt x="1334448" y="142180"/>
                  </a:cubicBezTo>
                  <a:cubicBezTo>
                    <a:pt x="1333207" y="146359"/>
                    <a:pt x="1333894" y="150875"/>
                    <a:pt x="1336322" y="154496"/>
                  </a:cubicBezTo>
                  <a:cubicBezTo>
                    <a:pt x="1343755" y="164620"/>
                    <a:pt x="1352590" y="173635"/>
                    <a:pt x="1362561" y="181271"/>
                  </a:cubicBezTo>
                  <a:cubicBezTo>
                    <a:pt x="1367291" y="185287"/>
                    <a:pt x="1373985" y="199121"/>
                    <a:pt x="1381928" y="203137"/>
                  </a:cubicBezTo>
                  <a:cubicBezTo>
                    <a:pt x="1389014" y="206991"/>
                    <a:pt x="1395684" y="211568"/>
                    <a:pt x="1401831" y="216791"/>
                  </a:cubicBezTo>
                  <a:cubicBezTo>
                    <a:pt x="1405455" y="218711"/>
                    <a:pt x="1409288" y="220210"/>
                    <a:pt x="1413255" y="221254"/>
                  </a:cubicBezTo>
                  <a:cubicBezTo>
                    <a:pt x="1416825" y="222771"/>
                    <a:pt x="1419948" y="226073"/>
                    <a:pt x="1422179" y="226877"/>
                  </a:cubicBezTo>
                  <a:cubicBezTo>
                    <a:pt x="1427980" y="228840"/>
                    <a:pt x="1432978" y="230625"/>
                    <a:pt x="1441903" y="234195"/>
                  </a:cubicBezTo>
                  <a:cubicBezTo>
                    <a:pt x="1444045" y="235088"/>
                    <a:pt x="1447615" y="235355"/>
                    <a:pt x="1448686" y="237319"/>
                  </a:cubicBezTo>
                  <a:lnTo>
                    <a:pt x="1447972" y="238211"/>
                  </a:lnTo>
                  <a:cubicBezTo>
                    <a:pt x="1448865" y="239907"/>
                    <a:pt x="1446008" y="241424"/>
                    <a:pt x="1445830" y="243388"/>
                  </a:cubicBezTo>
                  <a:cubicBezTo>
                    <a:pt x="1445652" y="245351"/>
                    <a:pt x="1446544" y="248654"/>
                    <a:pt x="1444849" y="250706"/>
                  </a:cubicBezTo>
                  <a:cubicBezTo>
                    <a:pt x="1442106" y="254223"/>
                    <a:pt x="1437969" y="256373"/>
                    <a:pt x="1433514" y="256597"/>
                  </a:cubicBezTo>
                  <a:cubicBezTo>
                    <a:pt x="1431639" y="256775"/>
                    <a:pt x="1430211" y="259453"/>
                    <a:pt x="1428873" y="260435"/>
                  </a:cubicBezTo>
                  <a:cubicBezTo>
                    <a:pt x="1427534" y="261416"/>
                    <a:pt x="1425570" y="261416"/>
                    <a:pt x="1424231" y="261416"/>
                  </a:cubicBezTo>
                  <a:cubicBezTo>
                    <a:pt x="1420742" y="261430"/>
                    <a:pt x="1417254" y="261221"/>
                    <a:pt x="1413790" y="260792"/>
                  </a:cubicBezTo>
                  <a:cubicBezTo>
                    <a:pt x="1410192" y="260988"/>
                    <a:pt x="1406588" y="260988"/>
                    <a:pt x="1402991" y="260792"/>
                  </a:cubicBezTo>
                  <a:cubicBezTo>
                    <a:pt x="1399756" y="260763"/>
                    <a:pt x="1396553" y="260158"/>
                    <a:pt x="1393530" y="259007"/>
                  </a:cubicBezTo>
                  <a:cubicBezTo>
                    <a:pt x="1387640" y="255615"/>
                    <a:pt x="1383178" y="258114"/>
                    <a:pt x="1378715" y="256954"/>
                  </a:cubicBezTo>
                  <a:cubicBezTo>
                    <a:pt x="1375212" y="256323"/>
                    <a:pt x="1372152" y="254207"/>
                    <a:pt x="1370326" y="251153"/>
                  </a:cubicBezTo>
                  <a:cubicBezTo>
                    <a:pt x="1367470" y="243209"/>
                    <a:pt x="1371307" y="240889"/>
                    <a:pt x="1357474" y="228215"/>
                  </a:cubicBezTo>
                  <a:cubicBezTo>
                    <a:pt x="1352255" y="222358"/>
                    <a:pt x="1347397" y="216188"/>
                    <a:pt x="1342927" y="209741"/>
                  </a:cubicBezTo>
                  <a:cubicBezTo>
                    <a:pt x="1340205" y="206163"/>
                    <a:pt x="1337222" y="202793"/>
                    <a:pt x="1334002" y="199656"/>
                  </a:cubicBezTo>
                  <a:cubicBezTo>
                    <a:pt x="1324898" y="192963"/>
                    <a:pt x="1316777" y="183681"/>
                    <a:pt x="1313742" y="181806"/>
                  </a:cubicBezTo>
                  <a:cubicBezTo>
                    <a:pt x="1312671" y="181182"/>
                    <a:pt x="1306602" y="195640"/>
                    <a:pt x="1299730" y="203048"/>
                  </a:cubicBezTo>
                  <a:cubicBezTo>
                    <a:pt x="1292858" y="210455"/>
                    <a:pt x="1287860" y="213935"/>
                    <a:pt x="1279470" y="222860"/>
                  </a:cubicBezTo>
                  <a:cubicBezTo>
                    <a:pt x="1273347" y="228287"/>
                    <a:pt x="1266306" y="232580"/>
                    <a:pt x="1258676" y="235534"/>
                  </a:cubicBezTo>
                  <a:cubicBezTo>
                    <a:pt x="1255195" y="237854"/>
                    <a:pt x="1247252" y="241424"/>
                    <a:pt x="1243236" y="243923"/>
                  </a:cubicBezTo>
                  <a:cubicBezTo>
                    <a:pt x="1239219" y="246422"/>
                    <a:pt x="1232169" y="246065"/>
                    <a:pt x="1229045" y="247583"/>
                  </a:cubicBezTo>
                  <a:cubicBezTo>
                    <a:pt x="1226572" y="248550"/>
                    <a:pt x="1223936" y="249034"/>
                    <a:pt x="1221280" y="249011"/>
                  </a:cubicBezTo>
                  <a:cubicBezTo>
                    <a:pt x="1219138" y="248654"/>
                    <a:pt x="1217621" y="245619"/>
                    <a:pt x="1216014" y="244459"/>
                  </a:cubicBezTo>
                  <a:cubicBezTo>
                    <a:pt x="1214408" y="243299"/>
                    <a:pt x="1214408" y="237497"/>
                    <a:pt x="1211998" y="236426"/>
                  </a:cubicBezTo>
                  <a:cubicBezTo>
                    <a:pt x="1209673" y="235855"/>
                    <a:pt x="1207403" y="235079"/>
                    <a:pt x="1205216" y="234106"/>
                  </a:cubicBezTo>
                  <a:cubicBezTo>
                    <a:pt x="1203787" y="232767"/>
                    <a:pt x="1204947" y="230536"/>
                    <a:pt x="1209589" y="229019"/>
                  </a:cubicBezTo>
                  <a:cubicBezTo>
                    <a:pt x="1213290" y="227763"/>
                    <a:pt x="1216692" y="225757"/>
                    <a:pt x="1219584" y="223128"/>
                  </a:cubicBezTo>
                  <a:cubicBezTo>
                    <a:pt x="1222038" y="221665"/>
                    <a:pt x="1224341" y="219960"/>
                    <a:pt x="1226457" y="218041"/>
                  </a:cubicBezTo>
                  <a:cubicBezTo>
                    <a:pt x="1227260" y="217059"/>
                    <a:pt x="1230116" y="216613"/>
                    <a:pt x="1231277" y="215899"/>
                  </a:cubicBezTo>
                  <a:cubicBezTo>
                    <a:pt x="1242604" y="206299"/>
                    <a:pt x="1253333" y="196016"/>
                    <a:pt x="1263406" y="185109"/>
                  </a:cubicBezTo>
                  <a:cubicBezTo>
                    <a:pt x="1269165" y="178903"/>
                    <a:pt x="1273411" y="171450"/>
                    <a:pt x="1275812" y="163332"/>
                  </a:cubicBezTo>
                  <a:cubicBezTo>
                    <a:pt x="1277331" y="160588"/>
                    <a:pt x="1278215" y="157538"/>
                    <a:pt x="1278400" y="154407"/>
                  </a:cubicBezTo>
                  <a:cubicBezTo>
                    <a:pt x="1278132" y="152979"/>
                    <a:pt x="1273848" y="154407"/>
                    <a:pt x="1271974" y="154407"/>
                  </a:cubicBezTo>
                  <a:cubicBezTo>
                    <a:pt x="1270100" y="154407"/>
                    <a:pt x="1268940" y="154317"/>
                    <a:pt x="1267065" y="154407"/>
                  </a:cubicBezTo>
                  <a:cubicBezTo>
                    <a:pt x="1265191" y="154496"/>
                    <a:pt x="1262603" y="156192"/>
                    <a:pt x="1260461" y="156192"/>
                  </a:cubicBezTo>
                  <a:cubicBezTo>
                    <a:pt x="1258409" y="156906"/>
                    <a:pt x="1256176" y="156906"/>
                    <a:pt x="1254124" y="156192"/>
                  </a:cubicBezTo>
                  <a:cubicBezTo>
                    <a:pt x="1250732" y="155121"/>
                    <a:pt x="1248947" y="152265"/>
                    <a:pt x="1244395" y="151640"/>
                  </a:cubicBezTo>
                  <a:cubicBezTo>
                    <a:pt x="1238254" y="149462"/>
                    <a:pt x="1233867" y="144005"/>
                    <a:pt x="1233060" y="137539"/>
                  </a:cubicBezTo>
                  <a:cubicBezTo>
                    <a:pt x="1232290" y="134229"/>
                    <a:pt x="1233467" y="130769"/>
                    <a:pt x="1236095" y="128614"/>
                  </a:cubicBezTo>
                  <a:cubicBezTo>
                    <a:pt x="1238416" y="126919"/>
                    <a:pt x="1239576" y="124509"/>
                    <a:pt x="1241451" y="123081"/>
                  </a:cubicBezTo>
                  <a:cubicBezTo>
                    <a:pt x="1243325" y="121653"/>
                    <a:pt x="1246716" y="121474"/>
                    <a:pt x="1248234" y="120493"/>
                  </a:cubicBezTo>
                  <a:cubicBezTo>
                    <a:pt x="1249751" y="119511"/>
                    <a:pt x="1251357" y="117726"/>
                    <a:pt x="1253945" y="116744"/>
                  </a:cubicBezTo>
                  <a:cubicBezTo>
                    <a:pt x="1256534" y="115762"/>
                    <a:pt x="1263138" y="116744"/>
                    <a:pt x="1267869" y="116744"/>
                  </a:cubicBezTo>
                  <a:cubicBezTo>
                    <a:pt x="1275999" y="115676"/>
                    <a:pt x="1283813" y="112909"/>
                    <a:pt x="1290805" y="108622"/>
                  </a:cubicBezTo>
                  <a:cubicBezTo>
                    <a:pt x="1290563" y="101325"/>
                    <a:pt x="1292062" y="94073"/>
                    <a:pt x="1295178" y="87470"/>
                  </a:cubicBezTo>
                  <a:cubicBezTo>
                    <a:pt x="1296233" y="83087"/>
                    <a:pt x="1296744" y="78591"/>
                    <a:pt x="1296695" y="74084"/>
                  </a:cubicBezTo>
                  <a:cubicBezTo>
                    <a:pt x="1297185" y="70239"/>
                    <a:pt x="1296974" y="66338"/>
                    <a:pt x="1296071" y="62570"/>
                  </a:cubicBezTo>
                  <a:cubicBezTo>
                    <a:pt x="1295981" y="59357"/>
                    <a:pt x="1297766" y="59000"/>
                    <a:pt x="1299641" y="58465"/>
                  </a:cubicBezTo>
                  <a:cubicBezTo>
                    <a:pt x="1305531" y="56858"/>
                    <a:pt x="1305442" y="59090"/>
                    <a:pt x="1308566" y="59179"/>
                  </a:cubicBezTo>
                  <a:cubicBezTo>
                    <a:pt x="1311689" y="59268"/>
                    <a:pt x="1312225" y="56412"/>
                    <a:pt x="1315527" y="56948"/>
                  </a:cubicBezTo>
                  <a:close/>
                  <a:moveTo>
                    <a:pt x="80146" y="54092"/>
                  </a:moveTo>
                  <a:cubicBezTo>
                    <a:pt x="81841" y="54271"/>
                    <a:pt x="83805" y="57127"/>
                    <a:pt x="86750" y="57751"/>
                  </a:cubicBezTo>
                  <a:cubicBezTo>
                    <a:pt x="89695" y="58376"/>
                    <a:pt x="93889" y="58287"/>
                    <a:pt x="97280" y="58912"/>
                  </a:cubicBezTo>
                  <a:cubicBezTo>
                    <a:pt x="99066" y="58912"/>
                    <a:pt x="106205" y="58912"/>
                    <a:pt x="107991" y="58912"/>
                  </a:cubicBezTo>
                  <a:cubicBezTo>
                    <a:pt x="110404" y="59059"/>
                    <a:pt x="112766" y="59665"/>
                    <a:pt x="114952" y="60697"/>
                  </a:cubicBezTo>
                  <a:cubicBezTo>
                    <a:pt x="116023" y="61322"/>
                    <a:pt x="119772" y="62125"/>
                    <a:pt x="121110" y="63642"/>
                  </a:cubicBezTo>
                  <a:cubicBezTo>
                    <a:pt x="124141" y="66452"/>
                    <a:pt x="126412" y="69983"/>
                    <a:pt x="127715" y="73906"/>
                  </a:cubicBezTo>
                  <a:lnTo>
                    <a:pt x="126554" y="74352"/>
                  </a:lnTo>
                  <a:cubicBezTo>
                    <a:pt x="127001" y="77565"/>
                    <a:pt x="126019" y="78636"/>
                    <a:pt x="126019" y="81135"/>
                  </a:cubicBezTo>
                  <a:cubicBezTo>
                    <a:pt x="126412" y="84575"/>
                    <a:pt x="126412" y="88048"/>
                    <a:pt x="126019" y="91488"/>
                  </a:cubicBezTo>
                  <a:cubicBezTo>
                    <a:pt x="125573" y="93273"/>
                    <a:pt x="122895" y="97646"/>
                    <a:pt x="120753" y="102734"/>
                  </a:cubicBezTo>
                  <a:cubicBezTo>
                    <a:pt x="119991" y="106563"/>
                    <a:pt x="119485" y="110438"/>
                    <a:pt x="119236" y="114335"/>
                  </a:cubicBezTo>
                  <a:cubicBezTo>
                    <a:pt x="119147" y="119779"/>
                    <a:pt x="118879" y="123796"/>
                    <a:pt x="118076" y="135398"/>
                  </a:cubicBezTo>
                  <a:cubicBezTo>
                    <a:pt x="117897" y="139325"/>
                    <a:pt x="116826" y="142984"/>
                    <a:pt x="116201" y="148250"/>
                  </a:cubicBezTo>
                  <a:cubicBezTo>
                    <a:pt x="115934" y="150213"/>
                    <a:pt x="115398" y="155747"/>
                    <a:pt x="115398" y="159138"/>
                  </a:cubicBezTo>
                  <a:cubicBezTo>
                    <a:pt x="115309" y="164226"/>
                    <a:pt x="117629" y="165208"/>
                    <a:pt x="117897" y="166546"/>
                  </a:cubicBezTo>
                  <a:cubicBezTo>
                    <a:pt x="118165" y="167885"/>
                    <a:pt x="118254" y="168153"/>
                    <a:pt x="118611" y="170830"/>
                  </a:cubicBezTo>
                  <a:cubicBezTo>
                    <a:pt x="118968" y="173508"/>
                    <a:pt x="120486" y="174757"/>
                    <a:pt x="120039" y="177524"/>
                  </a:cubicBezTo>
                  <a:cubicBezTo>
                    <a:pt x="119593" y="180290"/>
                    <a:pt x="117272" y="184931"/>
                    <a:pt x="116023" y="191892"/>
                  </a:cubicBezTo>
                  <a:cubicBezTo>
                    <a:pt x="115375" y="195057"/>
                    <a:pt x="113559" y="197861"/>
                    <a:pt x="110936" y="199746"/>
                  </a:cubicBezTo>
                  <a:cubicBezTo>
                    <a:pt x="106406" y="203538"/>
                    <a:pt x="101279" y="206553"/>
                    <a:pt x="95763" y="208671"/>
                  </a:cubicBezTo>
                  <a:cubicBezTo>
                    <a:pt x="89695" y="210635"/>
                    <a:pt x="85947" y="219024"/>
                    <a:pt x="82466" y="221255"/>
                  </a:cubicBezTo>
                  <a:cubicBezTo>
                    <a:pt x="77924" y="223641"/>
                    <a:pt x="73245" y="225757"/>
                    <a:pt x="68454" y="227592"/>
                  </a:cubicBezTo>
                  <a:cubicBezTo>
                    <a:pt x="62069" y="230345"/>
                    <a:pt x="56070" y="233915"/>
                    <a:pt x="50604" y="238213"/>
                  </a:cubicBezTo>
                  <a:cubicBezTo>
                    <a:pt x="47096" y="240096"/>
                    <a:pt x="43421" y="241650"/>
                    <a:pt x="39626" y="242854"/>
                  </a:cubicBezTo>
                  <a:cubicBezTo>
                    <a:pt x="34255" y="247413"/>
                    <a:pt x="28524" y="251531"/>
                    <a:pt x="22491" y="255170"/>
                  </a:cubicBezTo>
                  <a:cubicBezTo>
                    <a:pt x="19010" y="256687"/>
                    <a:pt x="14816" y="248744"/>
                    <a:pt x="11513" y="245263"/>
                  </a:cubicBezTo>
                  <a:cubicBezTo>
                    <a:pt x="9305" y="243271"/>
                    <a:pt x="6949" y="241451"/>
                    <a:pt x="4463" y="239820"/>
                  </a:cubicBezTo>
                  <a:cubicBezTo>
                    <a:pt x="2499" y="238213"/>
                    <a:pt x="3213" y="233661"/>
                    <a:pt x="2499" y="230895"/>
                  </a:cubicBezTo>
                  <a:cubicBezTo>
                    <a:pt x="1785" y="228128"/>
                    <a:pt x="0" y="224379"/>
                    <a:pt x="0" y="223130"/>
                  </a:cubicBezTo>
                  <a:cubicBezTo>
                    <a:pt x="185" y="220509"/>
                    <a:pt x="1848" y="218223"/>
                    <a:pt x="4284" y="217239"/>
                  </a:cubicBezTo>
                  <a:cubicBezTo>
                    <a:pt x="6248" y="216614"/>
                    <a:pt x="9014" y="217507"/>
                    <a:pt x="10889" y="216614"/>
                  </a:cubicBezTo>
                  <a:cubicBezTo>
                    <a:pt x="14472" y="214879"/>
                    <a:pt x="17904" y="212849"/>
                    <a:pt x="21152" y="210545"/>
                  </a:cubicBezTo>
                  <a:cubicBezTo>
                    <a:pt x="24569" y="208581"/>
                    <a:pt x="28274" y="207166"/>
                    <a:pt x="32129" y="206351"/>
                  </a:cubicBezTo>
                  <a:cubicBezTo>
                    <a:pt x="38706" y="203293"/>
                    <a:pt x="45059" y="199773"/>
                    <a:pt x="51139" y="195819"/>
                  </a:cubicBezTo>
                  <a:cubicBezTo>
                    <a:pt x="54263" y="194123"/>
                    <a:pt x="60064" y="191268"/>
                    <a:pt x="60064" y="186894"/>
                  </a:cubicBezTo>
                  <a:cubicBezTo>
                    <a:pt x="60309" y="180167"/>
                    <a:pt x="60130" y="173430"/>
                    <a:pt x="59529" y="166725"/>
                  </a:cubicBezTo>
                  <a:cubicBezTo>
                    <a:pt x="58547" y="164672"/>
                    <a:pt x="54798" y="163869"/>
                    <a:pt x="54799" y="163869"/>
                  </a:cubicBezTo>
                  <a:cubicBezTo>
                    <a:pt x="51901" y="164711"/>
                    <a:pt x="48891" y="165103"/>
                    <a:pt x="45874" y="165029"/>
                  </a:cubicBezTo>
                  <a:cubicBezTo>
                    <a:pt x="43004" y="165824"/>
                    <a:pt x="40200" y="166839"/>
                    <a:pt x="37484" y="168063"/>
                  </a:cubicBezTo>
                  <a:cubicBezTo>
                    <a:pt x="35788" y="168867"/>
                    <a:pt x="32754" y="169670"/>
                    <a:pt x="31147" y="168867"/>
                  </a:cubicBezTo>
                  <a:cubicBezTo>
                    <a:pt x="29324" y="168385"/>
                    <a:pt x="27816" y="167106"/>
                    <a:pt x="27042" y="165386"/>
                  </a:cubicBezTo>
                  <a:cubicBezTo>
                    <a:pt x="25876" y="162055"/>
                    <a:pt x="25243" y="158561"/>
                    <a:pt x="25168" y="155033"/>
                  </a:cubicBezTo>
                  <a:cubicBezTo>
                    <a:pt x="24100" y="152765"/>
                    <a:pt x="23493" y="150308"/>
                    <a:pt x="23383" y="147804"/>
                  </a:cubicBezTo>
                  <a:cubicBezTo>
                    <a:pt x="24201" y="142971"/>
                    <a:pt x="24470" y="138060"/>
                    <a:pt x="24187" y="133167"/>
                  </a:cubicBezTo>
                  <a:cubicBezTo>
                    <a:pt x="24187" y="127365"/>
                    <a:pt x="29005" y="125402"/>
                    <a:pt x="33111" y="124688"/>
                  </a:cubicBezTo>
                  <a:cubicBezTo>
                    <a:pt x="37216" y="123974"/>
                    <a:pt x="40875" y="120939"/>
                    <a:pt x="44981" y="120940"/>
                  </a:cubicBezTo>
                  <a:cubicBezTo>
                    <a:pt x="47969" y="121031"/>
                    <a:pt x="50960" y="120822"/>
                    <a:pt x="53906" y="120315"/>
                  </a:cubicBezTo>
                  <a:cubicBezTo>
                    <a:pt x="58137" y="119092"/>
                    <a:pt x="62165" y="117258"/>
                    <a:pt x="65866" y="114871"/>
                  </a:cubicBezTo>
                  <a:cubicBezTo>
                    <a:pt x="68186" y="111479"/>
                    <a:pt x="71667" y="109337"/>
                    <a:pt x="71667" y="103983"/>
                  </a:cubicBezTo>
                  <a:cubicBezTo>
                    <a:pt x="72202" y="93898"/>
                    <a:pt x="75326" y="89435"/>
                    <a:pt x="75326" y="80510"/>
                  </a:cubicBezTo>
                  <a:cubicBezTo>
                    <a:pt x="75727" y="74809"/>
                    <a:pt x="73529" y="69232"/>
                    <a:pt x="69346" y="65338"/>
                  </a:cubicBezTo>
                  <a:cubicBezTo>
                    <a:pt x="68499" y="64036"/>
                    <a:pt x="68499" y="62357"/>
                    <a:pt x="69346" y="61054"/>
                  </a:cubicBezTo>
                  <a:cubicBezTo>
                    <a:pt x="71825" y="59675"/>
                    <a:pt x="74081" y="57930"/>
                    <a:pt x="76040" y="55877"/>
                  </a:cubicBezTo>
                  <a:cubicBezTo>
                    <a:pt x="76950" y="54541"/>
                    <a:pt x="78547" y="53847"/>
                    <a:pt x="80146" y="54092"/>
                  </a:cubicBezTo>
                  <a:close/>
                  <a:moveTo>
                    <a:pt x="206879" y="42222"/>
                  </a:moveTo>
                  <a:cubicBezTo>
                    <a:pt x="210984" y="42400"/>
                    <a:pt x="211520" y="44720"/>
                    <a:pt x="213394" y="46059"/>
                  </a:cubicBezTo>
                  <a:cubicBezTo>
                    <a:pt x="215106" y="46839"/>
                    <a:pt x="216957" y="47264"/>
                    <a:pt x="218838" y="47308"/>
                  </a:cubicBezTo>
                  <a:cubicBezTo>
                    <a:pt x="220534" y="47576"/>
                    <a:pt x="222140" y="49986"/>
                    <a:pt x="223033" y="52038"/>
                  </a:cubicBezTo>
                  <a:cubicBezTo>
                    <a:pt x="225018" y="56145"/>
                    <a:pt x="226171" y="60604"/>
                    <a:pt x="226424" y="65158"/>
                  </a:cubicBezTo>
                  <a:cubicBezTo>
                    <a:pt x="226067" y="74886"/>
                    <a:pt x="219195" y="77028"/>
                    <a:pt x="216696" y="83008"/>
                  </a:cubicBezTo>
                  <a:cubicBezTo>
                    <a:pt x="215714" y="85897"/>
                    <a:pt x="215084" y="88893"/>
                    <a:pt x="214822" y="91933"/>
                  </a:cubicBezTo>
                  <a:cubicBezTo>
                    <a:pt x="215714" y="96842"/>
                    <a:pt x="220712" y="98181"/>
                    <a:pt x="222854" y="94700"/>
                  </a:cubicBezTo>
                  <a:cubicBezTo>
                    <a:pt x="226871" y="93808"/>
                    <a:pt x="228120" y="91487"/>
                    <a:pt x="230887" y="90148"/>
                  </a:cubicBezTo>
                  <a:cubicBezTo>
                    <a:pt x="233654" y="88810"/>
                    <a:pt x="237581" y="93272"/>
                    <a:pt x="243827" y="94700"/>
                  </a:cubicBezTo>
                  <a:cubicBezTo>
                    <a:pt x="247308" y="95503"/>
                    <a:pt x="248736" y="104160"/>
                    <a:pt x="251056" y="108177"/>
                  </a:cubicBezTo>
                  <a:cubicBezTo>
                    <a:pt x="252105" y="111280"/>
                    <a:pt x="252617" y="114540"/>
                    <a:pt x="252573" y="117815"/>
                  </a:cubicBezTo>
                  <a:cubicBezTo>
                    <a:pt x="252450" y="120293"/>
                    <a:pt x="250640" y="122362"/>
                    <a:pt x="248200" y="122813"/>
                  </a:cubicBezTo>
                  <a:cubicBezTo>
                    <a:pt x="245077" y="123527"/>
                    <a:pt x="243202" y="123973"/>
                    <a:pt x="239276" y="125133"/>
                  </a:cubicBezTo>
                  <a:cubicBezTo>
                    <a:pt x="236343" y="126399"/>
                    <a:pt x="233700" y="128252"/>
                    <a:pt x="231512" y="130577"/>
                  </a:cubicBezTo>
                  <a:cubicBezTo>
                    <a:pt x="228031" y="133076"/>
                    <a:pt x="224371" y="133612"/>
                    <a:pt x="220623" y="136646"/>
                  </a:cubicBezTo>
                  <a:cubicBezTo>
                    <a:pt x="215467" y="140568"/>
                    <a:pt x="209581" y="143420"/>
                    <a:pt x="203309" y="145036"/>
                  </a:cubicBezTo>
                  <a:cubicBezTo>
                    <a:pt x="200105" y="150958"/>
                    <a:pt x="198074" y="157443"/>
                    <a:pt x="197329" y="164135"/>
                  </a:cubicBezTo>
                  <a:cubicBezTo>
                    <a:pt x="196927" y="167122"/>
                    <a:pt x="197140" y="170159"/>
                    <a:pt x="197954" y="173060"/>
                  </a:cubicBezTo>
                  <a:cubicBezTo>
                    <a:pt x="199471" y="178415"/>
                    <a:pt x="198132" y="183502"/>
                    <a:pt x="202773" y="188857"/>
                  </a:cubicBezTo>
                  <a:cubicBezTo>
                    <a:pt x="206381" y="192262"/>
                    <a:pt x="211038" y="194339"/>
                    <a:pt x="215982" y="194747"/>
                  </a:cubicBezTo>
                  <a:cubicBezTo>
                    <a:pt x="219173" y="194803"/>
                    <a:pt x="222347" y="195222"/>
                    <a:pt x="225443" y="195997"/>
                  </a:cubicBezTo>
                  <a:cubicBezTo>
                    <a:pt x="227615" y="196718"/>
                    <a:pt x="229859" y="197197"/>
                    <a:pt x="232136" y="197425"/>
                  </a:cubicBezTo>
                  <a:cubicBezTo>
                    <a:pt x="234118" y="198766"/>
                    <a:pt x="236375" y="199651"/>
                    <a:pt x="238741" y="200013"/>
                  </a:cubicBezTo>
                  <a:cubicBezTo>
                    <a:pt x="242225" y="199869"/>
                    <a:pt x="245712" y="200230"/>
                    <a:pt x="249093" y="201084"/>
                  </a:cubicBezTo>
                  <a:lnTo>
                    <a:pt x="249539" y="201262"/>
                  </a:lnTo>
                  <a:cubicBezTo>
                    <a:pt x="254091" y="204023"/>
                    <a:pt x="256414" y="209348"/>
                    <a:pt x="255340" y="214561"/>
                  </a:cubicBezTo>
                  <a:cubicBezTo>
                    <a:pt x="253892" y="219592"/>
                    <a:pt x="252163" y="224537"/>
                    <a:pt x="250164" y="229376"/>
                  </a:cubicBezTo>
                  <a:cubicBezTo>
                    <a:pt x="248914" y="233303"/>
                    <a:pt x="248111" y="237409"/>
                    <a:pt x="245880" y="239105"/>
                  </a:cubicBezTo>
                  <a:cubicBezTo>
                    <a:pt x="243649" y="240800"/>
                    <a:pt x="237938" y="239551"/>
                    <a:pt x="234725" y="240800"/>
                  </a:cubicBezTo>
                  <a:cubicBezTo>
                    <a:pt x="231242" y="242290"/>
                    <a:pt x="227528" y="243166"/>
                    <a:pt x="223747" y="243388"/>
                  </a:cubicBezTo>
                  <a:cubicBezTo>
                    <a:pt x="221069" y="243388"/>
                    <a:pt x="217767" y="240800"/>
                    <a:pt x="216071" y="240086"/>
                  </a:cubicBezTo>
                  <a:cubicBezTo>
                    <a:pt x="212225" y="238941"/>
                    <a:pt x="208195" y="238546"/>
                    <a:pt x="204201" y="238926"/>
                  </a:cubicBezTo>
                  <a:cubicBezTo>
                    <a:pt x="200988" y="238926"/>
                    <a:pt x="192509" y="238926"/>
                    <a:pt x="192509" y="238926"/>
                  </a:cubicBezTo>
                  <a:cubicBezTo>
                    <a:pt x="190724" y="238926"/>
                    <a:pt x="186887" y="236873"/>
                    <a:pt x="182603" y="236070"/>
                  </a:cubicBezTo>
                  <a:cubicBezTo>
                    <a:pt x="178319" y="235267"/>
                    <a:pt x="171269" y="236248"/>
                    <a:pt x="168145" y="235267"/>
                  </a:cubicBezTo>
                  <a:cubicBezTo>
                    <a:pt x="165511" y="234318"/>
                    <a:pt x="163041" y="232964"/>
                    <a:pt x="160827" y="231250"/>
                  </a:cubicBezTo>
                  <a:cubicBezTo>
                    <a:pt x="158053" y="227967"/>
                    <a:pt x="155769" y="224299"/>
                    <a:pt x="154044" y="220362"/>
                  </a:cubicBezTo>
                  <a:cubicBezTo>
                    <a:pt x="153394" y="216170"/>
                    <a:pt x="153096" y="211931"/>
                    <a:pt x="153151" y="207688"/>
                  </a:cubicBezTo>
                  <a:cubicBezTo>
                    <a:pt x="152794" y="205279"/>
                    <a:pt x="150027" y="194390"/>
                    <a:pt x="150027" y="192605"/>
                  </a:cubicBezTo>
                  <a:lnTo>
                    <a:pt x="149403" y="183145"/>
                  </a:lnTo>
                  <a:cubicBezTo>
                    <a:pt x="149393" y="180133"/>
                    <a:pt x="149005" y="177135"/>
                    <a:pt x="148243" y="174221"/>
                  </a:cubicBezTo>
                  <a:cubicBezTo>
                    <a:pt x="147133" y="169636"/>
                    <a:pt x="146653" y="164922"/>
                    <a:pt x="146814" y="160209"/>
                  </a:cubicBezTo>
                  <a:cubicBezTo>
                    <a:pt x="146725" y="152890"/>
                    <a:pt x="148867" y="151730"/>
                    <a:pt x="150563" y="137628"/>
                  </a:cubicBezTo>
                  <a:cubicBezTo>
                    <a:pt x="150741" y="136200"/>
                    <a:pt x="153687" y="131916"/>
                    <a:pt x="153687" y="130577"/>
                  </a:cubicBezTo>
                  <a:cubicBezTo>
                    <a:pt x="154222" y="123616"/>
                    <a:pt x="155739" y="123705"/>
                    <a:pt x="156364" y="118975"/>
                  </a:cubicBezTo>
                  <a:cubicBezTo>
                    <a:pt x="156989" y="114246"/>
                    <a:pt x="158863" y="108534"/>
                    <a:pt x="158863" y="107106"/>
                  </a:cubicBezTo>
                  <a:cubicBezTo>
                    <a:pt x="159934" y="99876"/>
                    <a:pt x="159934" y="90505"/>
                    <a:pt x="159935" y="88631"/>
                  </a:cubicBezTo>
                  <a:cubicBezTo>
                    <a:pt x="160293" y="84775"/>
                    <a:pt x="161194" y="80990"/>
                    <a:pt x="162612" y="77385"/>
                  </a:cubicBezTo>
                  <a:cubicBezTo>
                    <a:pt x="164268" y="71523"/>
                    <a:pt x="165549" y="65561"/>
                    <a:pt x="166450" y="59535"/>
                  </a:cubicBezTo>
                  <a:cubicBezTo>
                    <a:pt x="166149" y="55456"/>
                    <a:pt x="166299" y="51355"/>
                    <a:pt x="166896" y="47308"/>
                  </a:cubicBezTo>
                  <a:cubicBezTo>
                    <a:pt x="168145" y="43025"/>
                    <a:pt x="170376" y="42311"/>
                    <a:pt x="173946" y="42311"/>
                  </a:cubicBezTo>
                  <a:cubicBezTo>
                    <a:pt x="175552" y="42222"/>
                    <a:pt x="180282" y="44096"/>
                    <a:pt x="182870" y="44185"/>
                  </a:cubicBezTo>
                  <a:cubicBezTo>
                    <a:pt x="185459" y="44274"/>
                    <a:pt x="189029" y="42490"/>
                    <a:pt x="190814" y="42490"/>
                  </a:cubicBezTo>
                  <a:cubicBezTo>
                    <a:pt x="193221" y="42817"/>
                    <a:pt x="195606" y="43294"/>
                    <a:pt x="197954" y="43917"/>
                  </a:cubicBezTo>
                  <a:cubicBezTo>
                    <a:pt x="200879" y="43118"/>
                    <a:pt x="203864" y="42551"/>
                    <a:pt x="206879" y="42222"/>
                  </a:cubicBezTo>
                  <a:close/>
                  <a:moveTo>
                    <a:pt x="815643" y="39723"/>
                  </a:moveTo>
                  <a:cubicBezTo>
                    <a:pt x="818945" y="39723"/>
                    <a:pt x="821623" y="43203"/>
                    <a:pt x="824568" y="43203"/>
                  </a:cubicBezTo>
                  <a:cubicBezTo>
                    <a:pt x="830552" y="42768"/>
                    <a:pt x="836566" y="43218"/>
                    <a:pt x="842418" y="44541"/>
                  </a:cubicBezTo>
                  <a:lnTo>
                    <a:pt x="843222" y="44988"/>
                  </a:lnTo>
                  <a:cubicBezTo>
                    <a:pt x="844293" y="45880"/>
                    <a:pt x="845007" y="51146"/>
                    <a:pt x="846256" y="52306"/>
                  </a:cubicBezTo>
                  <a:cubicBezTo>
                    <a:pt x="849746" y="55593"/>
                    <a:pt x="851933" y="60031"/>
                    <a:pt x="852414" y="64801"/>
                  </a:cubicBezTo>
                  <a:cubicBezTo>
                    <a:pt x="852147" y="68371"/>
                    <a:pt x="847416" y="74083"/>
                    <a:pt x="847416" y="75422"/>
                  </a:cubicBezTo>
                  <a:cubicBezTo>
                    <a:pt x="847680" y="78856"/>
                    <a:pt x="846869" y="82286"/>
                    <a:pt x="845096" y="85239"/>
                  </a:cubicBezTo>
                  <a:cubicBezTo>
                    <a:pt x="841506" y="90134"/>
                    <a:pt x="838511" y="95436"/>
                    <a:pt x="836171" y="101037"/>
                  </a:cubicBezTo>
                  <a:cubicBezTo>
                    <a:pt x="835189" y="102911"/>
                    <a:pt x="829120" y="107730"/>
                    <a:pt x="828138" y="109961"/>
                  </a:cubicBezTo>
                  <a:cubicBezTo>
                    <a:pt x="822069" y="123795"/>
                    <a:pt x="815286" y="133434"/>
                    <a:pt x="810288" y="147267"/>
                  </a:cubicBezTo>
                  <a:cubicBezTo>
                    <a:pt x="809485" y="149498"/>
                    <a:pt x="806005" y="154050"/>
                    <a:pt x="804309" y="153247"/>
                  </a:cubicBezTo>
                  <a:cubicBezTo>
                    <a:pt x="801982" y="152200"/>
                    <a:pt x="799318" y="152200"/>
                    <a:pt x="796991" y="153247"/>
                  </a:cubicBezTo>
                  <a:cubicBezTo>
                    <a:pt x="795831" y="154229"/>
                    <a:pt x="790922" y="154139"/>
                    <a:pt x="789315" y="155746"/>
                  </a:cubicBezTo>
                  <a:cubicBezTo>
                    <a:pt x="787709" y="157352"/>
                    <a:pt x="779498" y="156103"/>
                    <a:pt x="777892" y="159227"/>
                  </a:cubicBezTo>
                  <a:cubicBezTo>
                    <a:pt x="776731" y="162088"/>
                    <a:pt x="776731" y="165290"/>
                    <a:pt x="777892" y="168152"/>
                  </a:cubicBezTo>
                  <a:cubicBezTo>
                    <a:pt x="780480" y="171186"/>
                    <a:pt x="785746" y="168152"/>
                    <a:pt x="786816" y="166545"/>
                  </a:cubicBezTo>
                  <a:cubicBezTo>
                    <a:pt x="788535" y="164480"/>
                    <a:pt x="791092" y="163301"/>
                    <a:pt x="793778" y="163332"/>
                  </a:cubicBezTo>
                  <a:cubicBezTo>
                    <a:pt x="796873" y="164684"/>
                    <a:pt x="800104" y="165701"/>
                    <a:pt x="803416" y="166367"/>
                  </a:cubicBezTo>
                  <a:cubicBezTo>
                    <a:pt x="805615" y="166715"/>
                    <a:pt x="807238" y="168603"/>
                    <a:pt x="807254" y="170829"/>
                  </a:cubicBezTo>
                  <a:cubicBezTo>
                    <a:pt x="807310" y="174996"/>
                    <a:pt x="808158" y="179116"/>
                    <a:pt x="809753" y="182966"/>
                  </a:cubicBezTo>
                  <a:cubicBezTo>
                    <a:pt x="809826" y="184756"/>
                    <a:pt x="809290" y="186517"/>
                    <a:pt x="808236" y="187964"/>
                  </a:cubicBezTo>
                  <a:cubicBezTo>
                    <a:pt x="805533" y="190386"/>
                    <a:pt x="802535" y="192455"/>
                    <a:pt x="799311" y="194122"/>
                  </a:cubicBezTo>
                  <a:cubicBezTo>
                    <a:pt x="797169" y="195461"/>
                    <a:pt x="792350" y="195818"/>
                    <a:pt x="789315" y="197782"/>
                  </a:cubicBezTo>
                  <a:cubicBezTo>
                    <a:pt x="787473" y="199164"/>
                    <a:pt x="786332" y="201285"/>
                    <a:pt x="786192" y="203583"/>
                  </a:cubicBezTo>
                  <a:cubicBezTo>
                    <a:pt x="786192" y="207421"/>
                    <a:pt x="789137" y="207421"/>
                    <a:pt x="791011" y="207421"/>
                  </a:cubicBezTo>
                  <a:cubicBezTo>
                    <a:pt x="792886" y="207421"/>
                    <a:pt x="800649" y="204922"/>
                    <a:pt x="804309" y="204922"/>
                  </a:cubicBezTo>
                  <a:cubicBezTo>
                    <a:pt x="807639" y="205090"/>
                    <a:pt x="810975" y="205090"/>
                    <a:pt x="814305" y="204922"/>
                  </a:cubicBezTo>
                  <a:cubicBezTo>
                    <a:pt x="818289" y="203576"/>
                    <a:pt x="822427" y="202736"/>
                    <a:pt x="826621" y="202423"/>
                  </a:cubicBezTo>
                  <a:cubicBezTo>
                    <a:pt x="830548" y="203405"/>
                    <a:pt x="834921" y="199745"/>
                    <a:pt x="837420" y="202423"/>
                  </a:cubicBezTo>
                  <a:cubicBezTo>
                    <a:pt x="837420" y="207064"/>
                    <a:pt x="846345" y="209206"/>
                    <a:pt x="846345" y="216435"/>
                  </a:cubicBezTo>
                  <a:cubicBezTo>
                    <a:pt x="846345" y="226788"/>
                    <a:pt x="839473" y="238479"/>
                    <a:pt x="830548" y="239193"/>
                  </a:cubicBezTo>
                  <a:cubicBezTo>
                    <a:pt x="826799" y="239550"/>
                    <a:pt x="829388" y="236694"/>
                    <a:pt x="816179" y="236694"/>
                  </a:cubicBezTo>
                  <a:cubicBezTo>
                    <a:pt x="804398" y="236873"/>
                    <a:pt x="794313" y="237676"/>
                    <a:pt x="792439" y="237676"/>
                  </a:cubicBezTo>
                  <a:cubicBezTo>
                    <a:pt x="788111" y="237730"/>
                    <a:pt x="783785" y="237461"/>
                    <a:pt x="779498" y="236873"/>
                  </a:cubicBezTo>
                  <a:cubicBezTo>
                    <a:pt x="775694" y="236953"/>
                    <a:pt x="771903" y="237341"/>
                    <a:pt x="768163" y="238033"/>
                  </a:cubicBezTo>
                  <a:cubicBezTo>
                    <a:pt x="764006" y="239103"/>
                    <a:pt x="759767" y="239819"/>
                    <a:pt x="755490" y="240175"/>
                  </a:cubicBezTo>
                  <a:cubicBezTo>
                    <a:pt x="750187" y="240099"/>
                    <a:pt x="744928" y="241132"/>
                    <a:pt x="740050" y="243209"/>
                  </a:cubicBezTo>
                  <a:cubicBezTo>
                    <a:pt x="734793" y="244284"/>
                    <a:pt x="729440" y="244822"/>
                    <a:pt x="724074" y="244815"/>
                  </a:cubicBezTo>
                  <a:cubicBezTo>
                    <a:pt x="718794" y="247063"/>
                    <a:pt x="713289" y="248740"/>
                    <a:pt x="707652" y="249813"/>
                  </a:cubicBezTo>
                  <a:cubicBezTo>
                    <a:pt x="704618" y="250170"/>
                    <a:pt x="697568" y="249278"/>
                    <a:pt x="697300" y="244369"/>
                  </a:cubicBezTo>
                  <a:cubicBezTo>
                    <a:pt x="697032" y="239460"/>
                    <a:pt x="694355" y="236873"/>
                    <a:pt x="694980" y="230536"/>
                  </a:cubicBezTo>
                  <a:cubicBezTo>
                    <a:pt x="695515" y="228662"/>
                    <a:pt x="695515" y="225628"/>
                    <a:pt x="695514" y="224200"/>
                  </a:cubicBezTo>
                  <a:cubicBezTo>
                    <a:pt x="695531" y="221364"/>
                    <a:pt x="696806" y="218683"/>
                    <a:pt x="698995" y="216881"/>
                  </a:cubicBezTo>
                  <a:cubicBezTo>
                    <a:pt x="699620" y="216703"/>
                    <a:pt x="701048" y="213579"/>
                    <a:pt x="702833" y="213758"/>
                  </a:cubicBezTo>
                  <a:cubicBezTo>
                    <a:pt x="704618" y="213936"/>
                    <a:pt x="704975" y="216078"/>
                    <a:pt x="707652" y="216078"/>
                  </a:cubicBezTo>
                  <a:cubicBezTo>
                    <a:pt x="712524" y="215024"/>
                    <a:pt x="717256" y="213406"/>
                    <a:pt x="721754" y="211259"/>
                  </a:cubicBezTo>
                  <a:cubicBezTo>
                    <a:pt x="727548" y="208299"/>
                    <a:pt x="733508" y="205677"/>
                    <a:pt x="739604" y="203405"/>
                  </a:cubicBezTo>
                  <a:cubicBezTo>
                    <a:pt x="741924" y="200102"/>
                    <a:pt x="738086" y="198407"/>
                    <a:pt x="736658" y="198407"/>
                  </a:cubicBezTo>
                  <a:cubicBezTo>
                    <a:pt x="734185" y="199074"/>
                    <a:pt x="731549" y="198720"/>
                    <a:pt x="729340" y="197425"/>
                  </a:cubicBezTo>
                  <a:cubicBezTo>
                    <a:pt x="725681" y="196800"/>
                    <a:pt x="724163" y="195908"/>
                    <a:pt x="723181" y="194301"/>
                  </a:cubicBezTo>
                  <a:cubicBezTo>
                    <a:pt x="722200" y="192695"/>
                    <a:pt x="722913" y="190820"/>
                    <a:pt x="723181" y="188321"/>
                  </a:cubicBezTo>
                  <a:cubicBezTo>
                    <a:pt x="723449" y="185822"/>
                    <a:pt x="723627" y="183145"/>
                    <a:pt x="723985" y="181003"/>
                  </a:cubicBezTo>
                  <a:cubicBezTo>
                    <a:pt x="724342" y="178861"/>
                    <a:pt x="724609" y="175648"/>
                    <a:pt x="728001" y="175648"/>
                  </a:cubicBezTo>
                  <a:cubicBezTo>
                    <a:pt x="729875" y="175648"/>
                    <a:pt x="730321" y="176986"/>
                    <a:pt x="732106" y="176986"/>
                  </a:cubicBezTo>
                  <a:cubicBezTo>
                    <a:pt x="733891" y="176986"/>
                    <a:pt x="734694" y="176183"/>
                    <a:pt x="736480" y="176183"/>
                  </a:cubicBezTo>
                  <a:cubicBezTo>
                    <a:pt x="737898" y="176420"/>
                    <a:pt x="739346" y="176420"/>
                    <a:pt x="740764" y="176183"/>
                  </a:cubicBezTo>
                  <a:cubicBezTo>
                    <a:pt x="742345" y="175407"/>
                    <a:pt x="743675" y="174201"/>
                    <a:pt x="744602" y="172703"/>
                  </a:cubicBezTo>
                  <a:cubicBezTo>
                    <a:pt x="745404" y="169800"/>
                    <a:pt x="745737" y="166786"/>
                    <a:pt x="745583" y="163778"/>
                  </a:cubicBezTo>
                  <a:cubicBezTo>
                    <a:pt x="745226" y="161369"/>
                    <a:pt x="743084" y="161726"/>
                    <a:pt x="740317" y="163064"/>
                  </a:cubicBezTo>
                  <a:cubicBezTo>
                    <a:pt x="738138" y="163858"/>
                    <a:pt x="735899" y="164485"/>
                    <a:pt x="733623" y="164939"/>
                  </a:cubicBezTo>
                  <a:cubicBezTo>
                    <a:pt x="731596" y="165492"/>
                    <a:pt x="729541" y="165939"/>
                    <a:pt x="727465" y="166277"/>
                  </a:cubicBezTo>
                  <a:cubicBezTo>
                    <a:pt x="725773" y="166284"/>
                    <a:pt x="724089" y="166044"/>
                    <a:pt x="722467" y="165563"/>
                  </a:cubicBezTo>
                  <a:cubicBezTo>
                    <a:pt x="719968" y="164939"/>
                    <a:pt x="720593" y="163422"/>
                    <a:pt x="719968" y="161636"/>
                  </a:cubicBezTo>
                  <a:cubicBezTo>
                    <a:pt x="718959" y="159873"/>
                    <a:pt x="718293" y="157936"/>
                    <a:pt x="718005" y="155924"/>
                  </a:cubicBezTo>
                  <a:cubicBezTo>
                    <a:pt x="718362" y="150837"/>
                    <a:pt x="714256" y="148963"/>
                    <a:pt x="713543" y="147624"/>
                  </a:cubicBezTo>
                  <a:cubicBezTo>
                    <a:pt x="712198" y="144817"/>
                    <a:pt x="711352" y="141797"/>
                    <a:pt x="711043" y="138699"/>
                  </a:cubicBezTo>
                  <a:cubicBezTo>
                    <a:pt x="711043" y="132898"/>
                    <a:pt x="716488" y="128346"/>
                    <a:pt x="715863" y="124687"/>
                  </a:cubicBezTo>
                  <a:cubicBezTo>
                    <a:pt x="714242" y="117272"/>
                    <a:pt x="713464" y="109697"/>
                    <a:pt x="713542" y="102108"/>
                  </a:cubicBezTo>
                  <a:cubicBezTo>
                    <a:pt x="713810" y="100055"/>
                    <a:pt x="710686" y="96574"/>
                    <a:pt x="710686" y="92469"/>
                  </a:cubicBezTo>
                  <a:cubicBezTo>
                    <a:pt x="710819" y="89995"/>
                    <a:pt x="711207" y="87543"/>
                    <a:pt x="711846" y="85150"/>
                  </a:cubicBezTo>
                  <a:cubicBezTo>
                    <a:pt x="713127" y="81087"/>
                    <a:pt x="713965" y="76898"/>
                    <a:pt x="714346" y="72655"/>
                  </a:cubicBezTo>
                  <a:cubicBezTo>
                    <a:pt x="713810" y="67033"/>
                    <a:pt x="716666" y="59982"/>
                    <a:pt x="720504" y="59982"/>
                  </a:cubicBezTo>
                  <a:cubicBezTo>
                    <a:pt x="724342" y="59982"/>
                    <a:pt x="724252" y="64801"/>
                    <a:pt x="728447" y="64801"/>
                  </a:cubicBezTo>
                  <a:cubicBezTo>
                    <a:pt x="730972" y="64931"/>
                    <a:pt x="733503" y="64661"/>
                    <a:pt x="735944" y="63998"/>
                  </a:cubicBezTo>
                  <a:cubicBezTo>
                    <a:pt x="736837" y="63373"/>
                    <a:pt x="743709" y="61677"/>
                    <a:pt x="745762" y="60874"/>
                  </a:cubicBezTo>
                  <a:cubicBezTo>
                    <a:pt x="751741" y="58732"/>
                    <a:pt x="756025" y="56055"/>
                    <a:pt x="762540" y="54002"/>
                  </a:cubicBezTo>
                  <a:cubicBezTo>
                    <a:pt x="766914" y="52663"/>
                    <a:pt x="772358" y="53823"/>
                    <a:pt x="775839" y="52663"/>
                  </a:cubicBezTo>
                  <a:cubicBezTo>
                    <a:pt x="785478" y="49361"/>
                    <a:pt x="812341" y="39723"/>
                    <a:pt x="815643" y="39723"/>
                  </a:cubicBezTo>
                  <a:close/>
                  <a:moveTo>
                    <a:pt x="439014" y="1614"/>
                  </a:moveTo>
                  <a:cubicBezTo>
                    <a:pt x="441289" y="1698"/>
                    <a:pt x="443556" y="1936"/>
                    <a:pt x="445798" y="2328"/>
                  </a:cubicBezTo>
                  <a:cubicBezTo>
                    <a:pt x="448591" y="2507"/>
                    <a:pt x="451394" y="2507"/>
                    <a:pt x="454187" y="2328"/>
                  </a:cubicBezTo>
                  <a:cubicBezTo>
                    <a:pt x="456329" y="2328"/>
                    <a:pt x="457668" y="5094"/>
                    <a:pt x="458560" y="5808"/>
                  </a:cubicBezTo>
                  <a:cubicBezTo>
                    <a:pt x="459453" y="6522"/>
                    <a:pt x="465076" y="6790"/>
                    <a:pt x="466415" y="8217"/>
                  </a:cubicBezTo>
                  <a:cubicBezTo>
                    <a:pt x="467753" y="9645"/>
                    <a:pt x="467575" y="14197"/>
                    <a:pt x="469003" y="17142"/>
                  </a:cubicBezTo>
                  <a:cubicBezTo>
                    <a:pt x="470431" y="20088"/>
                    <a:pt x="474715" y="21605"/>
                    <a:pt x="475072" y="30530"/>
                  </a:cubicBezTo>
                  <a:cubicBezTo>
                    <a:pt x="475429" y="39455"/>
                    <a:pt x="473019" y="39633"/>
                    <a:pt x="467575" y="44275"/>
                  </a:cubicBezTo>
                  <a:cubicBezTo>
                    <a:pt x="466057" y="46238"/>
                    <a:pt x="466236" y="49362"/>
                    <a:pt x="469003" y="48826"/>
                  </a:cubicBezTo>
                  <a:cubicBezTo>
                    <a:pt x="473912" y="47844"/>
                    <a:pt x="491582" y="43917"/>
                    <a:pt x="495777" y="42579"/>
                  </a:cubicBezTo>
                  <a:cubicBezTo>
                    <a:pt x="500764" y="41016"/>
                    <a:pt x="505867" y="39852"/>
                    <a:pt x="511039" y="39098"/>
                  </a:cubicBezTo>
                  <a:cubicBezTo>
                    <a:pt x="512734" y="38919"/>
                    <a:pt x="515501" y="41329"/>
                    <a:pt x="517554" y="41865"/>
                  </a:cubicBezTo>
                  <a:cubicBezTo>
                    <a:pt x="519606" y="42400"/>
                    <a:pt x="523623" y="42222"/>
                    <a:pt x="524337" y="44096"/>
                  </a:cubicBezTo>
                  <a:cubicBezTo>
                    <a:pt x="525728" y="47651"/>
                    <a:pt x="528754" y="50312"/>
                    <a:pt x="532458" y="51236"/>
                  </a:cubicBezTo>
                  <a:lnTo>
                    <a:pt x="532280" y="51236"/>
                  </a:lnTo>
                  <a:cubicBezTo>
                    <a:pt x="534197" y="51715"/>
                    <a:pt x="535639" y="53299"/>
                    <a:pt x="535939" y="55252"/>
                  </a:cubicBezTo>
                  <a:cubicBezTo>
                    <a:pt x="535939" y="56948"/>
                    <a:pt x="535493" y="59804"/>
                    <a:pt x="535493" y="63463"/>
                  </a:cubicBezTo>
                  <a:cubicBezTo>
                    <a:pt x="534957" y="69174"/>
                    <a:pt x="525140" y="73191"/>
                    <a:pt x="520856" y="75868"/>
                  </a:cubicBezTo>
                  <a:cubicBezTo>
                    <a:pt x="519428" y="76850"/>
                    <a:pt x="518000" y="73548"/>
                    <a:pt x="513002" y="73548"/>
                  </a:cubicBezTo>
                  <a:cubicBezTo>
                    <a:pt x="511306" y="73637"/>
                    <a:pt x="501399" y="74440"/>
                    <a:pt x="499704" y="74440"/>
                  </a:cubicBezTo>
                  <a:lnTo>
                    <a:pt x="489083" y="75690"/>
                  </a:lnTo>
                  <a:cubicBezTo>
                    <a:pt x="486674" y="76225"/>
                    <a:pt x="481676" y="77921"/>
                    <a:pt x="479356" y="78635"/>
                  </a:cubicBezTo>
                  <a:cubicBezTo>
                    <a:pt x="476037" y="79570"/>
                    <a:pt x="472786" y="80734"/>
                    <a:pt x="469627" y="82116"/>
                  </a:cubicBezTo>
                  <a:cubicBezTo>
                    <a:pt x="468199" y="83008"/>
                    <a:pt x="464719" y="81402"/>
                    <a:pt x="460702" y="82116"/>
                  </a:cubicBezTo>
                  <a:cubicBezTo>
                    <a:pt x="458918" y="82473"/>
                    <a:pt x="452581" y="86310"/>
                    <a:pt x="447136" y="87827"/>
                  </a:cubicBezTo>
                  <a:cubicBezTo>
                    <a:pt x="436406" y="89705"/>
                    <a:pt x="425818" y="92329"/>
                    <a:pt x="415453" y="95681"/>
                  </a:cubicBezTo>
                  <a:cubicBezTo>
                    <a:pt x="413132" y="98002"/>
                    <a:pt x="408313" y="97020"/>
                    <a:pt x="406528" y="98002"/>
                  </a:cubicBezTo>
                  <a:cubicBezTo>
                    <a:pt x="404743" y="98984"/>
                    <a:pt x="400014" y="98984"/>
                    <a:pt x="397604" y="100233"/>
                  </a:cubicBezTo>
                  <a:cubicBezTo>
                    <a:pt x="393588" y="102286"/>
                    <a:pt x="391802" y="101126"/>
                    <a:pt x="389571" y="102286"/>
                  </a:cubicBezTo>
                  <a:cubicBezTo>
                    <a:pt x="387406" y="103093"/>
                    <a:pt x="385087" y="103398"/>
                    <a:pt x="382788" y="103178"/>
                  </a:cubicBezTo>
                  <a:cubicBezTo>
                    <a:pt x="380309" y="103673"/>
                    <a:pt x="377864" y="104328"/>
                    <a:pt x="375470" y="105142"/>
                  </a:cubicBezTo>
                  <a:cubicBezTo>
                    <a:pt x="373356" y="105630"/>
                    <a:pt x="371158" y="105630"/>
                    <a:pt x="369044" y="105142"/>
                  </a:cubicBezTo>
                  <a:cubicBezTo>
                    <a:pt x="367357" y="104892"/>
                    <a:pt x="365643" y="104892"/>
                    <a:pt x="363956" y="105142"/>
                  </a:cubicBezTo>
                  <a:cubicBezTo>
                    <a:pt x="362261" y="107373"/>
                    <a:pt x="359048" y="107373"/>
                    <a:pt x="355745" y="107373"/>
                  </a:cubicBezTo>
                  <a:cubicBezTo>
                    <a:pt x="353323" y="107845"/>
                    <a:pt x="350980" y="108656"/>
                    <a:pt x="348784" y="109783"/>
                  </a:cubicBezTo>
                  <a:cubicBezTo>
                    <a:pt x="348248" y="111390"/>
                    <a:pt x="345393" y="112817"/>
                    <a:pt x="342715" y="113264"/>
                  </a:cubicBezTo>
                  <a:cubicBezTo>
                    <a:pt x="340038" y="113710"/>
                    <a:pt x="341644" y="111568"/>
                    <a:pt x="337806" y="109783"/>
                  </a:cubicBezTo>
                  <a:cubicBezTo>
                    <a:pt x="336021" y="109248"/>
                    <a:pt x="332005" y="110765"/>
                    <a:pt x="328881" y="109248"/>
                  </a:cubicBezTo>
                  <a:cubicBezTo>
                    <a:pt x="325758" y="107730"/>
                    <a:pt x="325936" y="103357"/>
                    <a:pt x="326561" y="99698"/>
                  </a:cubicBezTo>
                  <a:cubicBezTo>
                    <a:pt x="326650" y="98894"/>
                    <a:pt x="326115" y="95503"/>
                    <a:pt x="326115" y="91844"/>
                  </a:cubicBezTo>
                  <a:cubicBezTo>
                    <a:pt x="325731" y="89613"/>
                    <a:pt x="326352" y="87327"/>
                    <a:pt x="327810" y="85596"/>
                  </a:cubicBezTo>
                  <a:cubicBezTo>
                    <a:pt x="333196" y="81606"/>
                    <a:pt x="339237" y="78586"/>
                    <a:pt x="345660" y="76671"/>
                  </a:cubicBezTo>
                  <a:cubicBezTo>
                    <a:pt x="347356" y="76314"/>
                    <a:pt x="349052" y="79349"/>
                    <a:pt x="350391" y="79349"/>
                  </a:cubicBezTo>
                  <a:cubicBezTo>
                    <a:pt x="351729" y="79349"/>
                    <a:pt x="357977" y="75868"/>
                    <a:pt x="360654" y="75868"/>
                  </a:cubicBezTo>
                  <a:cubicBezTo>
                    <a:pt x="368950" y="74869"/>
                    <a:pt x="377156" y="73229"/>
                    <a:pt x="385198" y="70959"/>
                  </a:cubicBezTo>
                  <a:cubicBezTo>
                    <a:pt x="389393" y="69531"/>
                    <a:pt x="393230" y="71495"/>
                    <a:pt x="395640" y="69531"/>
                  </a:cubicBezTo>
                  <a:cubicBezTo>
                    <a:pt x="401920" y="67209"/>
                    <a:pt x="408327" y="65242"/>
                    <a:pt x="414828" y="63641"/>
                  </a:cubicBezTo>
                  <a:cubicBezTo>
                    <a:pt x="417148" y="63106"/>
                    <a:pt x="421432" y="61946"/>
                    <a:pt x="422682" y="59090"/>
                  </a:cubicBezTo>
                  <a:cubicBezTo>
                    <a:pt x="422816" y="57259"/>
                    <a:pt x="422510" y="55423"/>
                    <a:pt x="421790" y="53735"/>
                  </a:cubicBezTo>
                  <a:cubicBezTo>
                    <a:pt x="420718" y="50968"/>
                    <a:pt x="418576" y="51950"/>
                    <a:pt x="416256" y="51950"/>
                  </a:cubicBezTo>
                  <a:cubicBezTo>
                    <a:pt x="414051" y="51336"/>
                    <a:pt x="412165" y="49898"/>
                    <a:pt x="410990" y="47934"/>
                  </a:cubicBezTo>
                  <a:cubicBezTo>
                    <a:pt x="410879" y="46008"/>
                    <a:pt x="411312" y="44090"/>
                    <a:pt x="412240" y="42400"/>
                  </a:cubicBezTo>
                  <a:cubicBezTo>
                    <a:pt x="412954" y="40437"/>
                    <a:pt x="413400" y="39633"/>
                    <a:pt x="414293" y="37134"/>
                  </a:cubicBezTo>
                  <a:cubicBezTo>
                    <a:pt x="415124" y="34973"/>
                    <a:pt x="415839" y="32768"/>
                    <a:pt x="416434" y="30530"/>
                  </a:cubicBezTo>
                  <a:cubicBezTo>
                    <a:pt x="417595" y="26871"/>
                    <a:pt x="410633" y="16786"/>
                    <a:pt x="409741" y="14019"/>
                  </a:cubicBezTo>
                  <a:cubicBezTo>
                    <a:pt x="409310" y="11926"/>
                    <a:pt x="410065" y="9766"/>
                    <a:pt x="411704" y="8396"/>
                  </a:cubicBezTo>
                  <a:cubicBezTo>
                    <a:pt x="414739" y="5272"/>
                    <a:pt x="418219" y="6700"/>
                    <a:pt x="421790" y="6700"/>
                  </a:cubicBezTo>
                  <a:cubicBezTo>
                    <a:pt x="423891" y="6335"/>
                    <a:pt x="425894" y="5545"/>
                    <a:pt x="427680" y="4380"/>
                  </a:cubicBezTo>
                  <a:cubicBezTo>
                    <a:pt x="428840" y="3755"/>
                    <a:pt x="430715" y="4648"/>
                    <a:pt x="433303" y="3755"/>
                  </a:cubicBezTo>
                  <a:cubicBezTo>
                    <a:pt x="435891" y="2863"/>
                    <a:pt x="435891" y="1614"/>
                    <a:pt x="439014" y="1614"/>
                  </a:cubicBezTo>
                  <a:close/>
                  <a:moveTo>
                    <a:pt x="1616919" y="7"/>
                  </a:moveTo>
                  <a:cubicBezTo>
                    <a:pt x="1621024" y="275"/>
                    <a:pt x="1623970" y="4113"/>
                    <a:pt x="1626380" y="7326"/>
                  </a:cubicBezTo>
                  <a:cubicBezTo>
                    <a:pt x="1628789" y="10539"/>
                    <a:pt x="1625487" y="16162"/>
                    <a:pt x="1622363" y="18928"/>
                  </a:cubicBezTo>
                  <a:cubicBezTo>
                    <a:pt x="1619035" y="21684"/>
                    <a:pt x="1616379" y="25164"/>
                    <a:pt x="1614599" y="29103"/>
                  </a:cubicBezTo>
                  <a:cubicBezTo>
                    <a:pt x="1614063" y="30263"/>
                    <a:pt x="1614063" y="37580"/>
                    <a:pt x="1614599" y="38027"/>
                  </a:cubicBezTo>
                  <a:cubicBezTo>
                    <a:pt x="1615134" y="38473"/>
                    <a:pt x="1619150" y="41240"/>
                    <a:pt x="1619418" y="45256"/>
                  </a:cubicBezTo>
                  <a:cubicBezTo>
                    <a:pt x="1619686" y="49272"/>
                    <a:pt x="1615848" y="52396"/>
                    <a:pt x="1608886" y="66587"/>
                  </a:cubicBezTo>
                  <a:cubicBezTo>
                    <a:pt x="1609154" y="66765"/>
                    <a:pt x="1602639" y="75690"/>
                    <a:pt x="1600943" y="78100"/>
                  </a:cubicBezTo>
                  <a:cubicBezTo>
                    <a:pt x="1599248" y="80510"/>
                    <a:pt x="1605227" y="84615"/>
                    <a:pt x="1610582" y="83187"/>
                  </a:cubicBezTo>
                  <a:cubicBezTo>
                    <a:pt x="1613438" y="82384"/>
                    <a:pt x="1608886" y="90773"/>
                    <a:pt x="1615313" y="90773"/>
                  </a:cubicBezTo>
                  <a:cubicBezTo>
                    <a:pt x="1620221" y="90773"/>
                    <a:pt x="1626112" y="86400"/>
                    <a:pt x="1624238" y="81848"/>
                  </a:cubicBezTo>
                  <a:cubicBezTo>
                    <a:pt x="1622631" y="80331"/>
                    <a:pt x="1619507" y="81848"/>
                    <a:pt x="1616473" y="79260"/>
                  </a:cubicBezTo>
                  <a:cubicBezTo>
                    <a:pt x="1613438" y="76672"/>
                    <a:pt x="1613528" y="70335"/>
                    <a:pt x="1614688" y="70335"/>
                  </a:cubicBezTo>
                  <a:cubicBezTo>
                    <a:pt x="1616747" y="69534"/>
                    <a:pt x="1618519" y="68136"/>
                    <a:pt x="1619775" y="66319"/>
                  </a:cubicBezTo>
                  <a:cubicBezTo>
                    <a:pt x="1620757" y="65337"/>
                    <a:pt x="1623880" y="63106"/>
                    <a:pt x="1623880" y="61499"/>
                  </a:cubicBezTo>
                  <a:cubicBezTo>
                    <a:pt x="1623880" y="59893"/>
                    <a:pt x="1619240" y="58733"/>
                    <a:pt x="1623167" y="53021"/>
                  </a:cubicBezTo>
                  <a:cubicBezTo>
                    <a:pt x="1625666" y="49361"/>
                    <a:pt x="1628789" y="49718"/>
                    <a:pt x="1630396" y="49361"/>
                  </a:cubicBezTo>
                  <a:cubicBezTo>
                    <a:pt x="1632002" y="49004"/>
                    <a:pt x="1633609" y="45167"/>
                    <a:pt x="1634501" y="43203"/>
                  </a:cubicBezTo>
                  <a:cubicBezTo>
                    <a:pt x="1635521" y="41071"/>
                    <a:pt x="1636155" y="38774"/>
                    <a:pt x="1636376" y="36420"/>
                  </a:cubicBezTo>
                  <a:cubicBezTo>
                    <a:pt x="1636465" y="30799"/>
                    <a:pt x="1630128" y="28299"/>
                    <a:pt x="1631199" y="23926"/>
                  </a:cubicBezTo>
                  <a:cubicBezTo>
                    <a:pt x="1633430" y="15090"/>
                    <a:pt x="1654940" y="11699"/>
                    <a:pt x="1657171" y="10182"/>
                  </a:cubicBezTo>
                  <a:cubicBezTo>
                    <a:pt x="1657795" y="9736"/>
                    <a:pt x="1658331" y="7772"/>
                    <a:pt x="1659492" y="6880"/>
                  </a:cubicBezTo>
                  <a:cubicBezTo>
                    <a:pt x="1661723" y="5188"/>
                    <a:pt x="1664699" y="4846"/>
                    <a:pt x="1667256" y="5987"/>
                  </a:cubicBezTo>
                  <a:cubicBezTo>
                    <a:pt x="1670221" y="7457"/>
                    <a:pt x="1673031" y="9221"/>
                    <a:pt x="1675646" y="11253"/>
                  </a:cubicBezTo>
                  <a:cubicBezTo>
                    <a:pt x="1677350" y="12815"/>
                    <a:pt x="1678155" y="15128"/>
                    <a:pt x="1677788" y="17411"/>
                  </a:cubicBezTo>
                  <a:cubicBezTo>
                    <a:pt x="1677430" y="20088"/>
                    <a:pt x="1676003" y="27586"/>
                    <a:pt x="1676806" y="28210"/>
                  </a:cubicBezTo>
                  <a:cubicBezTo>
                    <a:pt x="1677609" y="28835"/>
                    <a:pt x="1669220" y="33386"/>
                    <a:pt x="1665382" y="37134"/>
                  </a:cubicBezTo>
                  <a:cubicBezTo>
                    <a:pt x="1660510" y="43395"/>
                    <a:pt x="1657427" y="50860"/>
                    <a:pt x="1656457" y="58733"/>
                  </a:cubicBezTo>
                  <a:cubicBezTo>
                    <a:pt x="1656278" y="59447"/>
                    <a:pt x="1654047" y="64802"/>
                    <a:pt x="1653779" y="66230"/>
                  </a:cubicBezTo>
                  <a:cubicBezTo>
                    <a:pt x="1653511" y="67658"/>
                    <a:pt x="1652530" y="71674"/>
                    <a:pt x="1651548" y="75155"/>
                  </a:cubicBezTo>
                  <a:cubicBezTo>
                    <a:pt x="1650325" y="78776"/>
                    <a:pt x="1649722" y="82578"/>
                    <a:pt x="1649763" y="86400"/>
                  </a:cubicBezTo>
                  <a:cubicBezTo>
                    <a:pt x="1650031" y="88631"/>
                    <a:pt x="1653065" y="88007"/>
                    <a:pt x="1654939" y="88007"/>
                  </a:cubicBezTo>
                  <a:cubicBezTo>
                    <a:pt x="1658751" y="87138"/>
                    <a:pt x="1662244" y="85221"/>
                    <a:pt x="1665025" y="82473"/>
                  </a:cubicBezTo>
                  <a:cubicBezTo>
                    <a:pt x="1667329" y="82085"/>
                    <a:pt x="1669682" y="82085"/>
                    <a:pt x="1671986" y="82473"/>
                  </a:cubicBezTo>
                  <a:cubicBezTo>
                    <a:pt x="1673771" y="83009"/>
                    <a:pt x="1675645" y="85954"/>
                    <a:pt x="1677609" y="86579"/>
                  </a:cubicBezTo>
                  <a:cubicBezTo>
                    <a:pt x="1679572" y="87203"/>
                    <a:pt x="1682339" y="87382"/>
                    <a:pt x="1683946" y="88453"/>
                  </a:cubicBezTo>
                  <a:cubicBezTo>
                    <a:pt x="1685552" y="89524"/>
                    <a:pt x="1689032" y="88453"/>
                    <a:pt x="1691174" y="91041"/>
                  </a:cubicBezTo>
                  <a:lnTo>
                    <a:pt x="1691710" y="90952"/>
                  </a:lnTo>
                  <a:cubicBezTo>
                    <a:pt x="1694680" y="95921"/>
                    <a:pt x="1696022" y="101693"/>
                    <a:pt x="1695548" y="107462"/>
                  </a:cubicBezTo>
                  <a:cubicBezTo>
                    <a:pt x="1695402" y="112689"/>
                    <a:pt x="1693994" y="117803"/>
                    <a:pt x="1691442" y="122367"/>
                  </a:cubicBezTo>
                  <a:cubicBezTo>
                    <a:pt x="1684679" y="126488"/>
                    <a:pt x="1676868" y="128564"/>
                    <a:pt x="1668952" y="128347"/>
                  </a:cubicBezTo>
                  <a:cubicBezTo>
                    <a:pt x="1666327" y="128340"/>
                    <a:pt x="1663813" y="129403"/>
                    <a:pt x="1661990" y="131292"/>
                  </a:cubicBezTo>
                  <a:cubicBezTo>
                    <a:pt x="1659028" y="132230"/>
                    <a:pt x="1655812" y="131941"/>
                    <a:pt x="1653065" y="130489"/>
                  </a:cubicBezTo>
                  <a:cubicBezTo>
                    <a:pt x="1649401" y="129592"/>
                    <a:pt x="1645574" y="129592"/>
                    <a:pt x="1641909" y="130489"/>
                  </a:cubicBezTo>
                  <a:cubicBezTo>
                    <a:pt x="1634094" y="132617"/>
                    <a:pt x="1627291" y="137457"/>
                    <a:pt x="1622720" y="144144"/>
                  </a:cubicBezTo>
                  <a:cubicBezTo>
                    <a:pt x="1621023" y="147185"/>
                    <a:pt x="1618601" y="149760"/>
                    <a:pt x="1615670" y="151641"/>
                  </a:cubicBezTo>
                  <a:cubicBezTo>
                    <a:pt x="1611417" y="154501"/>
                    <a:pt x="1607626" y="157993"/>
                    <a:pt x="1604424" y="161994"/>
                  </a:cubicBezTo>
                  <a:cubicBezTo>
                    <a:pt x="1602518" y="165184"/>
                    <a:pt x="1601881" y="168975"/>
                    <a:pt x="1602639" y="172614"/>
                  </a:cubicBezTo>
                  <a:cubicBezTo>
                    <a:pt x="1602996" y="173685"/>
                    <a:pt x="1605406" y="174309"/>
                    <a:pt x="1607994" y="173685"/>
                  </a:cubicBezTo>
                  <a:cubicBezTo>
                    <a:pt x="1611137" y="172237"/>
                    <a:pt x="1614355" y="170956"/>
                    <a:pt x="1617633" y="169847"/>
                  </a:cubicBezTo>
                  <a:cubicBezTo>
                    <a:pt x="1620221" y="169490"/>
                    <a:pt x="1621828" y="166278"/>
                    <a:pt x="1623970" y="166456"/>
                  </a:cubicBezTo>
                  <a:cubicBezTo>
                    <a:pt x="1626112" y="166635"/>
                    <a:pt x="1628968" y="170650"/>
                    <a:pt x="1635037" y="172078"/>
                  </a:cubicBezTo>
                  <a:cubicBezTo>
                    <a:pt x="1636911" y="172614"/>
                    <a:pt x="1640392" y="174845"/>
                    <a:pt x="1645836" y="176541"/>
                  </a:cubicBezTo>
                  <a:cubicBezTo>
                    <a:pt x="1646550" y="176719"/>
                    <a:pt x="1650834" y="177612"/>
                    <a:pt x="1650031" y="180825"/>
                  </a:cubicBezTo>
                  <a:cubicBezTo>
                    <a:pt x="1649891" y="184724"/>
                    <a:pt x="1648950" y="188552"/>
                    <a:pt x="1647264" y="192070"/>
                  </a:cubicBezTo>
                  <a:cubicBezTo>
                    <a:pt x="1645390" y="194301"/>
                    <a:pt x="1643159" y="197068"/>
                    <a:pt x="1640838" y="197604"/>
                  </a:cubicBezTo>
                  <a:cubicBezTo>
                    <a:pt x="1636643" y="198407"/>
                    <a:pt x="1634144" y="198496"/>
                    <a:pt x="1629503" y="199746"/>
                  </a:cubicBezTo>
                  <a:cubicBezTo>
                    <a:pt x="1627183" y="200371"/>
                    <a:pt x="1625487" y="201709"/>
                    <a:pt x="1621828" y="202334"/>
                  </a:cubicBezTo>
                  <a:cubicBezTo>
                    <a:pt x="1618169" y="202959"/>
                    <a:pt x="1603978" y="205636"/>
                    <a:pt x="1603978" y="210366"/>
                  </a:cubicBezTo>
                  <a:cubicBezTo>
                    <a:pt x="1604463" y="214455"/>
                    <a:pt x="1604731" y="218566"/>
                    <a:pt x="1604781" y="222683"/>
                  </a:cubicBezTo>
                  <a:cubicBezTo>
                    <a:pt x="1604577" y="226220"/>
                    <a:pt x="1604129" y="229738"/>
                    <a:pt x="1603442" y="233214"/>
                  </a:cubicBezTo>
                  <a:cubicBezTo>
                    <a:pt x="1601919" y="237055"/>
                    <a:pt x="1601073" y="241132"/>
                    <a:pt x="1600943" y="245262"/>
                  </a:cubicBezTo>
                  <a:cubicBezTo>
                    <a:pt x="1601211" y="249011"/>
                    <a:pt x="1596839" y="252581"/>
                    <a:pt x="1596303" y="253295"/>
                  </a:cubicBezTo>
                  <a:cubicBezTo>
                    <a:pt x="1593447" y="259453"/>
                    <a:pt x="1593894" y="268557"/>
                    <a:pt x="1587378" y="270609"/>
                  </a:cubicBezTo>
                  <a:cubicBezTo>
                    <a:pt x="1583140" y="272438"/>
                    <a:pt x="1578787" y="273989"/>
                    <a:pt x="1574348" y="275250"/>
                  </a:cubicBezTo>
                  <a:cubicBezTo>
                    <a:pt x="1570753" y="275722"/>
                    <a:pt x="1567240" y="276683"/>
                    <a:pt x="1563906" y="278106"/>
                  </a:cubicBezTo>
                  <a:cubicBezTo>
                    <a:pt x="1558776" y="279598"/>
                    <a:pt x="1553327" y="279598"/>
                    <a:pt x="1548198" y="278106"/>
                  </a:cubicBezTo>
                  <a:cubicBezTo>
                    <a:pt x="1546323" y="276589"/>
                    <a:pt x="1547216" y="271591"/>
                    <a:pt x="1547216" y="268646"/>
                  </a:cubicBezTo>
                  <a:cubicBezTo>
                    <a:pt x="1547127" y="263201"/>
                    <a:pt x="1533382" y="257489"/>
                    <a:pt x="1532043" y="254276"/>
                  </a:cubicBezTo>
                  <a:cubicBezTo>
                    <a:pt x="1530704" y="251063"/>
                    <a:pt x="1535435" y="251153"/>
                    <a:pt x="1540165" y="250260"/>
                  </a:cubicBezTo>
                  <a:cubicBezTo>
                    <a:pt x="1548287" y="248832"/>
                    <a:pt x="1555962" y="247940"/>
                    <a:pt x="1559800" y="246690"/>
                  </a:cubicBezTo>
                  <a:cubicBezTo>
                    <a:pt x="1567833" y="243745"/>
                    <a:pt x="1571224" y="227324"/>
                    <a:pt x="1575240" y="219916"/>
                  </a:cubicBezTo>
                  <a:cubicBezTo>
                    <a:pt x="1576490" y="217596"/>
                    <a:pt x="1576133" y="213847"/>
                    <a:pt x="1570956" y="213847"/>
                  </a:cubicBezTo>
                  <a:cubicBezTo>
                    <a:pt x="1566068" y="214260"/>
                    <a:pt x="1561227" y="215127"/>
                    <a:pt x="1556498" y="216436"/>
                  </a:cubicBezTo>
                  <a:cubicBezTo>
                    <a:pt x="1551612" y="217718"/>
                    <a:pt x="1546626" y="218584"/>
                    <a:pt x="1541593" y="219024"/>
                  </a:cubicBezTo>
                  <a:cubicBezTo>
                    <a:pt x="1538291" y="219202"/>
                    <a:pt x="1531329" y="223397"/>
                    <a:pt x="1529366" y="223397"/>
                  </a:cubicBezTo>
                  <a:cubicBezTo>
                    <a:pt x="1525796" y="223486"/>
                    <a:pt x="1522672" y="224914"/>
                    <a:pt x="1518388" y="220720"/>
                  </a:cubicBezTo>
                  <a:cubicBezTo>
                    <a:pt x="1516809" y="219796"/>
                    <a:pt x="1515133" y="219047"/>
                    <a:pt x="1513390" y="218488"/>
                  </a:cubicBezTo>
                  <a:cubicBezTo>
                    <a:pt x="1510981" y="217239"/>
                    <a:pt x="1512230" y="212330"/>
                    <a:pt x="1512230" y="210456"/>
                  </a:cubicBezTo>
                  <a:cubicBezTo>
                    <a:pt x="1512492" y="206685"/>
                    <a:pt x="1513241" y="202966"/>
                    <a:pt x="1514461" y="199389"/>
                  </a:cubicBezTo>
                  <a:cubicBezTo>
                    <a:pt x="1517569" y="194875"/>
                    <a:pt x="1522423" y="191866"/>
                    <a:pt x="1527848" y="191088"/>
                  </a:cubicBezTo>
                  <a:cubicBezTo>
                    <a:pt x="1529723" y="191088"/>
                    <a:pt x="1535614" y="193587"/>
                    <a:pt x="1537577" y="193587"/>
                  </a:cubicBezTo>
                  <a:cubicBezTo>
                    <a:pt x="1539540" y="193587"/>
                    <a:pt x="1543914" y="189393"/>
                    <a:pt x="1547037" y="187697"/>
                  </a:cubicBezTo>
                  <a:cubicBezTo>
                    <a:pt x="1550831" y="186303"/>
                    <a:pt x="1554745" y="185257"/>
                    <a:pt x="1558729" y="184573"/>
                  </a:cubicBezTo>
                  <a:cubicBezTo>
                    <a:pt x="1561265" y="183794"/>
                    <a:pt x="1563649" y="182586"/>
                    <a:pt x="1565780" y="181003"/>
                  </a:cubicBezTo>
                  <a:cubicBezTo>
                    <a:pt x="1567743" y="179843"/>
                    <a:pt x="1567565" y="178861"/>
                    <a:pt x="1568279" y="176898"/>
                  </a:cubicBezTo>
                  <a:cubicBezTo>
                    <a:pt x="1568993" y="174934"/>
                    <a:pt x="1568636" y="169847"/>
                    <a:pt x="1569528" y="167973"/>
                  </a:cubicBezTo>
                  <a:cubicBezTo>
                    <a:pt x="1570964" y="165133"/>
                    <a:pt x="1572072" y="162139"/>
                    <a:pt x="1572831" y="159049"/>
                  </a:cubicBezTo>
                  <a:cubicBezTo>
                    <a:pt x="1573277" y="156550"/>
                    <a:pt x="1567922" y="158424"/>
                    <a:pt x="1566048" y="158424"/>
                  </a:cubicBezTo>
                  <a:cubicBezTo>
                    <a:pt x="1563096" y="159236"/>
                    <a:pt x="1560475" y="160953"/>
                    <a:pt x="1558550" y="163333"/>
                  </a:cubicBezTo>
                  <a:cubicBezTo>
                    <a:pt x="1556144" y="165490"/>
                    <a:pt x="1553225" y="166996"/>
                    <a:pt x="1550071" y="167706"/>
                  </a:cubicBezTo>
                  <a:cubicBezTo>
                    <a:pt x="1547760" y="168508"/>
                    <a:pt x="1545244" y="168508"/>
                    <a:pt x="1542932" y="167706"/>
                  </a:cubicBezTo>
                  <a:cubicBezTo>
                    <a:pt x="1540254" y="166278"/>
                    <a:pt x="1540254" y="164404"/>
                    <a:pt x="1540255" y="161191"/>
                  </a:cubicBezTo>
                  <a:cubicBezTo>
                    <a:pt x="1539977" y="157827"/>
                    <a:pt x="1540657" y="154455"/>
                    <a:pt x="1542218" y="151462"/>
                  </a:cubicBezTo>
                  <a:cubicBezTo>
                    <a:pt x="1543824" y="149588"/>
                    <a:pt x="1543200" y="139592"/>
                    <a:pt x="1549715" y="133612"/>
                  </a:cubicBezTo>
                  <a:cubicBezTo>
                    <a:pt x="1551857" y="131738"/>
                    <a:pt x="1557837" y="134326"/>
                    <a:pt x="1560246" y="132898"/>
                  </a:cubicBezTo>
                  <a:cubicBezTo>
                    <a:pt x="1561510" y="131970"/>
                    <a:pt x="1562821" y="131107"/>
                    <a:pt x="1564173" y="130310"/>
                  </a:cubicBezTo>
                  <a:cubicBezTo>
                    <a:pt x="1566315" y="129418"/>
                    <a:pt x="1571314" y="130042"/>
                    <a:pt x="1573902" y="129418"/>
                  </a:cubicBezTo>
                  <a:cubicBezTo>
                    <a:pt x="1577653" y="128771"/>
                    <a:pt x="1581353" y="127846"/>
                    <a:pt x="1584969" y="126651"/>
                  </a:cubicBezTo>
                  <a:cubicBezTo>
                    <a:pt x="1586308" y="126205"/>
                    <a:pt x="1591662" y="126205"/>
                    <a:pt x="1593269" y="125223"/>
                  </a:cubicBezTo>
                  <a:cubicBezTo>
                    <a:pt x="1594875" y="124241"/>
                    <a:pt x="1594340" y="124509"/>
                    <a:pt x="1600230" y="122724"/>
                  </a:cubicBezTo>
                  <a:cubicBezTo>
                    <a:pt x="1599694" y="122546"/>
                    <a:pt x="1602639" y="120760"/>
                    <a:pt x="1604335" y="119779"/>
                  </a:cubicBezTo>
                  <a:cubicBezTo>
                    <a:pt x="1607560" y="119288"/>
                    <a:pt x="1610839" y="119288"/>
                    <a:pt x="1614063" y="119779"/>
                  </a:cubicBezTo>
                  <a:cubicBezTo>
                    <a:pt x="1617009" y="120403"/>
                    <a:pt x="1620578" y="119779"/>
                    <a:pt x="1622007" y="119779"/>
                  </a:cubicBezTo>
                  <a:cubicBezTo>
                    <a:pt x="1624610" y="120901"/>
                    <a:pt x="1627388" y="121565"/>
                    <a:pt x="1630217" y="121742"/>
                  </a:cubicBezTo>
                  <a:cubicBezTo>
                    <a:pt x="1632092" y="121653"/>
                    <a:pt x="1637179" y="117369"/>
                    <a:pt x="1639142" y="117369"/>
                  </a:cubicBezTo>
                  <a:cubicBezTo>
                    <a:pt x="1642760" y="115665"/>
                    <a:pt x="1644802" y="111763"/>
                    <a:pt x="1644140" y="107819"/>
                  </a:cubicBezTo>
                  <a:cubicBezTo>
                    <a:pt x="1640140" y="107702"/>
                    <a:pt x="1636144" y="108153"/>
                    <a:pt x="1632270" y="109158"/>
                  </a:cubicBezTo>
                  <a:cubicBezTo>
                    <a:pt x="1629593" y="110229"/>
                    <a:pt x="1621560" y="110050"/>
                    <a:pt x="1619775" y="110943"/>
                  </a:cubicBezTo>
                  <a:cubicBezTo>
                    <a:pt x="1613474" y="113125"/>
                    <a:pt x="1606756" y="113827"/>
                    <a:pt x="1600140" y="112996"/>
                  </a:cubicBezTo>
                  <a:cubicBezTo>
                    <a:pt x="1596725" y="113165"/>
                    <a:pt x="1593369" y="113951"/>
                    <a:pt x="1590234" y="115316"/>
                  </a:cubicBezTo>
                  <a:cubicBezTo>
                    <a:pt x="1587006" y="116321"/>
                    <a:pt x="1583688" y="117009"/>
                    <a:pt x="1580327" y="117369"/>
                  </a:cubicBezTo>
                  <a:cubicBezTo>
                    <a:pt x="1574941" y="117780"/>
                    <a:pt x="1569579" y="118465"/>
                    <a:pt x="1564262" y="119422"/>
                  </a:cubicBezTo>
                  <a:cubicBezTo>
                    <a:pt x="1561496" y="120047"/>
                    <a:pt x="1555605" y="120939"/>
                    <a:pt x="1551946" y="121921"/>
                  </a:cubicBezTo>
                  <a:cubicBezTo>
                    <a:pt x="1546839" y="123178"/>
                    <a:pt x="1541940" y="125161"/>
                    <a:pt x="1537398" y="127811"/>
                  </a:cubicBezTo>
                  <a:cubicBezTo>
                    <a:pt x="1533856" y="131307"/>
                    <a:pt x="1530849" y="135307"/>
                    <a:pt x="1528473" y="139681"/>
                  </a:cubicBezTo>
                  <a:cubicBezTo>
                    <a:pt x="1527210" y="141509"/>
                    <a:pt x="1525776" y="143213"/>
                    <a:pt x="1524189" y="144769"/>
                  </a:cubicBezTo>
                  <a:cubicBezTo>
                    <a:pt x="1516960" y="150035"/>
                    <a:pt x="1512498" y="157710"/>
                    <a:pt x="1505626" y="158960"/>
                  </a:cubicBezTo>
                  <a:cubicBezTo>
                    <a:pt x="1502822" y="159825"/>
                    <a:pt x="1499797" y="158592"/>
                    <a:pt x="1498397" y="156014"/>
                  </a:cubicBezTo>
                  <a:cubicBezTo>
                    <a:pt x="1495300" y="150824"/>
                    <a:pt x="1493437" y="144992"/>
                    <a:pt x="1492953" y="138967"/>
                  </a:cubicBezTo>
                  <a:cubicBezTo>
                    <a:pt x="1492953" y="133523"/>
                    <a:pt x="1496076" y="132185"/>
                    <a:pt x="1492953" y="121831"/>
                  </a:cubicBezTo>
                  <a:cubicBezTo>
                    <a:pt x="1492487" y="119195"/>
                    <a:pt x="1493517" y="116516"/>
                    <a:pt x="1495630" y="114870"/>
                  </a:cubicBezTo>
                  <a:cubicBezTo>
                    <a:pt x="1497446" y="114103"/>
                    <a:pt x="1499109" y="113014"/>
                    <a:pt x="1500539" y="111657"/>
                  </a:cubicBezTo>
                  <a:cubicBezTo>
                    <a:pt x="1504881" y="105275"/>
                    <a:pt x="1508873" y="98660"/>
                    <a:pt x="1512498" y="91844"/>
                  </a:cubicBezTo>
                  <a:cubicBezTo>
                    <a:pt x="1512498" y="91844"/>
                    <a:pt x="1514461" y="90684"/>
                    <a:pt x="1515889" y="91844"/>
                  </a:cubicBezTo>
                  <a:cubicBezTo>
                    <a:pt x="1517444" y="96814"/>
                    <a:pt x="1518256" y="101988"/>
                    <a:pt x="1518299" y="107194"/>
                  </a:cubicBezTo>
                  <a:cubicBezTo>
                    <a:pt x="1518267" y="107733"/>
                    <a:pt x="1518345" y="108272"/>
                    <a:pt x="1518530" y="108779"/>
                  </a:cubicBezTo>
                  <a:cubicBezTo>
                    <a:pt x="1519273" y="110816"/>
                    <a:pt x="1521527" y="111865"/>
                    <a:pt x="1523564" y="111121"/>
                  </a:cubicBezTo>
                  <a:cubicBezTo>
                    <a:pt x="1527188" y="110367"/>
                    <a:pt x="1530657" y="109009"/>
                    <a:pt x="1533828" y="107105"/>
                  </a:cubicBezTo>
                  <a:cubicBezTo>
                    <a:pt x="1534453" y="106659"/>
                    <a:pt x="1537309" y="105410"/>
                    <a:pt x="1537309" y="103625"/>
                  </a:cubicBezTo>
                  <a:cubicBezTo>
                    <a:pt x="1536694" y="101150"/>
                    <a:pt x="1535795" y="98754"/>
                    <a:pt x="1534631" y="96486"/>
                  </a:cubicBezTo>
                  <a:cubicBezTo>
                    <a:pt x="1533677" y="93106"/>
                    <a:pt x="1533080" y="89636"/>
                    <a:pt x="1532846" y="86132"/>
                  </a:cubicBezTo>
                  <a:cubicBezTo>
                    <a:pt x="1532846" y="84258"/>
                    <a:pt x="1533650" y="73191"/>
                    <a:pt x="1534453" y="64891"/>
                  </a:cubicBezTo>
                  <a:cubicBezTo>
                    <a:pt x="1534989" y="60250"/>
                    <a:pt x="1532936" y="54716"/>
                    <a:pt x="1532936" y="42400"/>
                  </a:cubicBezTo>
                  <a:cubicBezTo>
                    <a:pt x="1533136" y="38021"/>
                    <a:pt x="1532437" y="33648"/>
                    <a:pt x="1530883" y="29549"/>
                  </a:cubicBezTo>
                  <a:cubicBezTo>
                    <a:pt x="1528652" y="28210"/>
                    <a:pt x="1531687" y="22944"/>
                    <a:pt x="1535167" y="22141"/>
                  </a:cubicBezTo>
                  <a:cubicBezTo>
                    <a:pt x="1537216" y="21964"/>
                    <a:pt x="1539277" y="21964"/>
                    <a:pt x="1541325" y="22141"/>
                  </a:cubicBezTo>
                  <a:cubicBezTo>
                    <a:pt x="1542664" y="22052"/>
                    <a:pt x="1542485" y="19285"/>
                    <a:pt x="1544449" y="20088"/>
                  </a:cubicBezTo>
                  <a:cubicBezTo>
                    <a:pt x="1546412" y="20892"/>
                    <a:pt x="1546056" y="21249"/>
                    <a:pt x="1547127" y="24105"/>
                  </a:cubicBezTo>
                  <a:cubicBezTo>
                    <a:pt x="1548198" y="26961"/>
                    <a:pt x="1547394" y="28478"/>
                    <a:pt x="1548198" y="31423"/>
                  </a:cubicBezTo>
                  <a:cubicBezTo>
                    <a:pt x="1549001" y="34368"/>
                    <a:pt x="1547751" y="38651"/>
                    <a:pt x="1549001" y="40347"/>
                  </a:cubicBezTo>
                  <a:cubicBezTo>
                    <a:pt x="1549781" y="42141"/>
                    <a:pt x="1549781" y="44177"/>
                    <a:pt x="1549001" y="45970"/>
                  </a:cubicBezTo>
                  <a:cubicBezTo>
                    <a:pt x="1548629" y="48006"/>
                    <a:pt x="1548629" y="50092"/>
                    <a:pt x="1549001" y="52128"/>
                  </a:cubicBezTo>
                  <a:cubicBezTo>
                    <a:pt x="1549715" y="54449"/>
                    <a:pt x="1548733" y="56858"/>
                    <a:pt x="1549001" y="59893"/>
                  </a:cubicBezTo>
                  <a:cubicBezTo>
                    <a:pt x="1549269" y="62927"/>
                    <a:pt x="1549893" y="72923"/>
                    <a:pt x="1549893" y="75065"/>
                  </a:cubicBezTo>
                  <a:cubicBezTo>
                    <a:pt x="1549893" y="77207"/>
                    <a:pt x="1552392" y="80599"/>
                    <a:pt x="1551857" y="85240"/>
                  </a:cubicBezTo>
                  <a:cubicBezTo>
                    <a:pt x="1551857" y="87114"/>
                    <a:pt x="1551857" y="90952"/>
                    <a:pt x="1551857" y="92737"/>
                  </a:cubicBezTo>
                  <a:cubicBezTo>
                    <a:pt x="1551321" y="96575"/>
                    <a:pt x="1548019" y="99520"/>
                    <a:pt x="1548822" y="101662"/>
                  </a:cubicBezTo>
                  <a:cubicBezTo>
                    <a:pt x="1549600" y="103639"/>
                    <a:pt x="1551146" y="105216"/>
                    <a:pt x="1553106" y="106034"/>
                  </a:cubicBezTo>
                  <a:cubicBezTo>
                    <a:pt x="1555516" y="106570"/>
                    <a:pt x="1559621" y="103714"/>
                    <a:pt x="1561584" y="103714"/>
                  </a:cubicBezTo>
                  <a:cubicBezTo>
                    <a:pt x="1564032" y="103777"/>
                    <a:pt x="1566481" y="103628"/>
                    <a:pt x="1568903" y="103268"/>
                  </a:cubicBezTo>
                  <a:cubicBezTo>
                    <a:pt x="1572798" y="102113"/>
                    <a:pt x="1576809" y="101395"/>
                    <a:pt x="1580863" y="101126"/>
                  </a:cubicBezTo>
                  <a:cubicBezTo>
                    <a:pt x="1582648" y="101037"/>
                    <a:pt x="1585772" y="98895"/>
                    <a:pt x="1587378" y="98895"/>
                  </a:cubicBezTo>
                  <a:cubicBezTo>
                    <a:pt x="1589266" y="98083"/>
                    <a:pt x="1590990" y="96934"/>
                    <a:pt x="1592465" y="95504"/>
                  </a:cubicBezTo>
                  <a:cubicBezTo>
                    <a:pt x="1593542" y="94532"/>
                    <a:pt x="1593834" y="92960"/>
                    <a:pt x="1593179" y="91666"/>
                  </a:cubicBezTo>
                  <a:cubicBezTo>
                    <a:pt x="1591930" y="88542"/>
                    <a:pt x="1589342" y="89792"/>
                    <a:pt x="1586039" y="90952"/>
                  </a:cubicBezTo>
                  <a:cubicBezTo>
                    <a:pt x="1584254" y="91666"/>
                    <a:pt x="1580685" y="94790"/>
                    <a:pt x="1579524" y="93629"/>
                  </a:cubicBezTo>
                  <a:cubicBezTo>
                    <a:pt x="1577479" y="92395"/>
                    <a:pt x="1576675" y="89830"/>
                    <a:pt x="1577650" y="87650"/>
                  </a:cubicBezTo>
                  <a:cubicBezTo>
                    <a:pt x="1578096" y="85686"/>
                    <a:pt x="1576312" y="81938"/>
                    <a:pt x="1573723" y="82741"/>
                  </a:cubicBezTo>
                  <a:cubicBezTo>
                    <a:pt x="1571135" y="83544"/>
                    <a:pt x="1570956" y="87293"/>
                    <a:pt x="1571135" y="90060"/>
                  </a:cubicBezTo>
                  <a:cubicBezTo>
                    <a:pt x="1571314" y="92826"/>
                    <a:pt x="1569260" y="93451"/>
                    <a:pt x="1568011" y="94433"/>
                  </a:cubicBezTo>
                  <a:cubicBezTo>
                    <a:pt x="1566762" y="95414"/>
                    <a:pt x="1565601" y="97556"/>
                    <a:pt x="1563638" y="96753"/>
                  </a:cubicBezTo>
                  <a:cubicBezTo>
                    <a:pt x="1560661" y="95046"/>
                    <a:pt x="1558927" y="91786"/>
                    <a:pt x="1559175" y="88364"/>
                  </a:cubicBezTo>
                  <a:cubicBezTo>
                    <a:pt x="1559086" y="86489"/>
                    <a:pt x="1559800" y="72834"/>
                    <a:pt x="1559800" y="71049"/>
                  </a:cubicBezTo>
                  <a:cubicBezTo>
                    <a:pt x="1560157" y="67390"/>
                    <a:pt x="1557837" y="62392"/>
                    <a:pt x="1557837" y="59268"/>
                  </a:cubicBezTo>
                  <a:cubicBezTo>
                    <a:pt x="1558130" y="53709"/>
                    <a:pt x="1558130" y="48139"/>
                    <a:pt x="1557837" y="42579"/>
                  </a:cubicBezTo>
                  <a:cubicBezTo>
                    <a:pt x="1557530" y="40682"/>
                    <a:pt x="1557114" y="38804"/>
                    <a:pt x="1556587" y="36956"/>
                  </a:cubicBezTo>
                  <a:cubicBezTo>
                    <a:pt x="1556852" y="33964"/>
                    <a:pt x="1558037" y="31126"/>
                    <a:pt x="1559979" y="28835"/>
                  </a:cubicBezTo>
                  <a:cubicBezTo>
                    <a:pt x="1561439" y="27117"/>
                    <a:pt x="1563465" y="25978"/>
                    <a:pt x="1565691" y="25622"/>
                  </a:cubicBezTo>
                  <a:cubicBezTo>
                    <a:pt x="1567833" y="25176"/>
                    <a:pt x="1568458" y="30709"/>
                    <a:pt x="1568457" y="34546"/>
                  </a:cubicBezTo>
                  <a:cubicBezTo>
                    <a:pt x="1568376" y="36586"/>
                    <a:pt x="1569042" y="38585"/>
                    <a:pt x="1570331" y="40169"/>
                  </a:cubicBezTo>
                  <a:cubicBezTo>
                    <a:pt x="1572019" y="46307"/>
                    <a:pt x="1572919" y="52635"/>
                    <a:pt x="1573009" y="59000"/>
                  </a:cubicBezTo>
                  <a:cubicBezTo>
                    <a:pt x="1572920" y="62481"/>
                    <a:pt x="1573455" y="62035"/>
                    <a:pt x="1575508" y="63374"/>
                  </a:cubicBezTo>
                  <a:cubicBezTo>
                    <a:pt x="1577561" y="64712"/>
                    <a:pt x="1583719" y="62124"/>
                    <a:pt x="1585237" y="63374"/>
                  </a:cubicBezTo>
                  <a:cubicBezTo>
                    <a:pt x="1586754" y="64623"/>
                    <a:pt x="1587468" y="68015"/>
                    <a:pt x="1588896" y="68015"/>
                  </a:cubicBezTo>
                  <a:cubicBezTo>
                    <a:pt x="1593447" y="68639"/>
                    <a:pt x="1596571" y="61499"/>
                    <a:pt x="1597820" y="59714"/>
                  </a:cubicBezTo>
                  <a:cubicBezTo>
                    <a:pt x="1601122" y="55073"/>
                    <a:pt x="1594072" y="48648"/>
                    <a:pt x="1593090" y="48469"/>
                  </a:cubicBezTo>
                  <a:cubicBezTo>
                    <a:pt x="1592108" y="48290"/>
                    <a:pt x="1589252" y="50879"/>
                    <a:pt x="1585237" y="51503"/>
                  </a:cubicBezTo>
                  <a:cubicBezTo>
                    <a:pt x="1581220" y="52128"/>
                    <a:pt x="1582916" y="54984"/>
                    <a:pt x="1579703" y="54092"/>
                  </a:cubicBezTo>
                  <a:cubicBezTo>
                    <a:pt x="1576490" y="53199"/>
                    <a:pt x="1577918" y="46148"/>
                    <a:pt x="1579703" y="42936"/>
                  </a:cubicBezTo>
                  <a:cubicBezTo>
                    <a:pt x="1581521" y="40271"/>
                    <a:pt x="1582683" y="37212"/>
                    <a:pt x="1583094" y="34011"/>
                  </a:cubicBezTo>
                  <a:cubicBezTo>
                    <a:pt x="1582737" y="30174"/>
                    <a:pt x="1579346" y="25533"/>
                    <a:pt x="1579346" y="24105"/>
                  </a:cubicBezTo>
                  <a:cubicBezTo>
                    <a:pt x="1579346" y="22677"/>
                    <a:pt x="1583719" y="17946"/>
                    <a:pt x="1585593" y="17857"/>
                  </a:cubicBezTo>
                  <a:cubicBezTo>
                    <a:pt x="1587468" y="17768"/>
                    <a:pt x="1590681" y="23480"/>
                    <a:pt x="1592466" y="23480"/>
                  </a:cubicBezTo>
                  <a:cubicBezTo>
                    <a:pt x="1594250" y="23480"/>
                    <a:pt x="1598713" y="16518"/>
                    <a:pt x="1600765" y="12502"/>
                  </a:cubicBezTo>
                  <a:cubicBezTo>
                    <a:pt x="1602104" y="10003"/>
                    <a:pt x="1602907" y="2863"/>
                    <a:pt x="1606923" y="1078"/>
                  </a:cubicBezTo>
                  <a:cubicBezTo>
                    <a:pt x="1608530" y="1078"/>
                    <a:pt x="1610761" y="1881"/>
                    <a:pt x="1611921" y="1078"/>
                  </a:cubicBezTo>
                  <a:cubicBezTo>
                    <a:pt x="1613472" y="309"/>
                    <a:pt x="1615190" y="-59"/>
                    <a:pt x="1616919" y="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30B071F8-1536-4824-8545-AB7D2B71C714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68000" y="514800"/>
              <a:ext cx="507600" cy="507600"/>
              <a:chOff x="2216986" y="864164"/>
              <a:chExt cx="5847244" cy="5847244"/>
            </a:xfrm>
          </p:grpSpPr>
          <p:sp>
            <p:nvSpPr>
              <p:cNvPr id="123" name="任意多边形: 形状 122">
                <a:extLst>
                  <a:ext uri="{FF2B5EF4-FFF2-40B4-BE49-F238E27FC236}">
                    <a16:creationId xmlns:a16="http://schemas.microsoft.com/office/drawing/2014/main" id="{FEABD4CF-92A9-4351-BF6C-0CBC1A8B2809}"/>
                  </a:ext>
                </a:extLst>
              </p:cNvPr>
              <p:cNvSpPr/>
              <p:nvPr userDrawn="1"/>
            </p:nvSpPr>
            <p:spPr>
              <a:xfrm>
                <a:off x="2953301" y="1600488"/>
                <a:ext cx="4374605" cy="4374605"/>
              </a:xfrm>
              <a:custGeom>
                <a:avLst/>
                <a:gdLst>
                  <a:gd name="connsiteX0" fmla="*/ -365 w 404050"/>
                  <a:gd name="connsiteY0" fmla="*/ 201889 h 404050"/>
                  <a:gd name="connsiteX1" fmla="*/ 201660 w 404050"/>
                  <a:gd name="connsiteY1" fmla="*/ -136 h 404050"/>
                  <a:gd name="connsiteX2" fmla="*/ 403685 w 404050"/>
                  <a:gd name="connsiteY2" fmla="*/ 201889 h 404050"/>
                  <a:gd name="connsiteX3" fmla="*/ 201660 w 404050"/>
                  <a:gd name="connsiteY3" fmla="*/ 403914 h 404050"/>
                  <a:gd name="connsiteX4" fmla="*/ -365 w 404050"/>
                  <a:gd name="connsiteY4" fmla="*/ 201889 h 40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4050" h="404050">
                    <a:moveTo>
                      <a:pt x="-365" y="201889"/>
                    </a:moveTo>
                    <a:cubicBezTo>
                      <a:pt x="-365" y="90314"/>
                      <a:pt x="90085" y="-136"/>
                      <a:pt x="201660" y="-136"/>
                    </a:cubicBezTo>
                    <a:cubicBezTo>
                      <a:pt x="313236" y="-136"/>
                      <a:pt x="403685" y="90314"/>
                      <a:pt x="403685" y="201889"/>
                    </a:cubicBezTo>
                    <a:cubicBezTo>
                      <a:pt x="403685" y="313465"/>
                      <a:pt x="313236" y="403914"/>
                      <a:pt x="201660" y="403914"/>
                    </a:cubicBezTo>
                    <a:cubicBezTo>
                      <a:pt x="90107" y="403862"/>
                      <a:pt x="-312" y="313443"/>
                      <a:pt x="-365" y="201889"/>
                    </a:cubicBezTo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4" name="任意多边形: 形状 123">
                <a:extLst>
                  <a:ext uri="{FF2B5EF4-FFF2-40B4-BE49-F238E27FC236}">
                    <a16:creationId xmlns:a16="http://schemas.microsoft.com/office/drawing/2014/main" id="{933C7AE3-18E4-47CE-AB2A-2C70C9DFCAF6}"/>
                  </a:ext>
                </a:extLst>
              </p:cNvPr>
              <p:cNvSpPr/>
              <p:nvPr/>
            </p:nvSpPr>
            <p:spPr>
              <a:xfrm>
                <a:off x="4296171" y="5162025"/>
                <a:ext cx="1689209" cy="788797"/>
              </a:xfrm>
              <a:custGeom>
                <a:avLst/>
                <a:gdLst>
                  <a:gd name="connsiteX0" fmla="*/ 884371 w 1689209"/>
                  <a:gd name="connsiteY0" fmla="*/ 777495 h 788797"/>
                  <a:gd name="connsiteX1" fmla="*/ 884308 w 1689209"/>
                  <a:gd name="connsiteY1" fmla="*/ 777576 h 788797"/>
                  <a:gd name="connsiteX2" fmla="*/ 881730 w 1689209"/>
                  <a:gd name="connsiteY2" fmla="*/ 778607 h 788797"/>
                  <a:gd name="connsiteX3" fmla="*/ 1398399 w 1689209"/>
                  <a:gd name="connsiteY3" fmla="*/ 610508 h 788797"/>
                  <a:gd name="connsiteX4" fmla="*/ 1409735 w 1689209"/>
                  <a:gd name="connsiteY4" fmla="*/ 635258 h 788797"/>
                  <a:gd name="connsiteX5" fmla="*/ 1398399 w 1689209"/>
                  <a:gd name="connsiteY5" fmla="*/ 709509 h 788797"/>
                  <a:gd name="connsiteX6" fmla="*/ 1391177 w 1689209"/>
                  <a:gd name="connsiteY6" fmla="*/ 639383 h 788797"/>
                  <a:gd name="connsiteX7" fmla="*/ 1398399 w 1689209"/>
                  <a:gd name="connsiteY7" fmla="*/ 610508 h 788797"/>
                  <a:gd name="connsiteX8" fmla="*/ 900298 w 1689209"/>
                  <a:gd name="connsiteY8" fmla="*/ 610508 h 788797"/>
                  <a:gd name="connsiteX9" fmla="*/ 912673 w 1689209"/>
                  <a:gd name="connsiteY9" fmla="*/ 635258 h 788797"/>
                  <a:gd name="connsiteX10" fmla="*/ 900298 w 1689209"/>
                  <a:gd name="connsiteY10" fmla="*/ 709509 h 788797"/>
                  <a:gd name="connsiteX11" fmla="*/ 893076 w 1689209"/>
                  <a:gd name="connsiteY11" fmla="*/ 639383 h 788797"/>
                  <a:gd name="connsiteX12" fmla="*/ 900298 w 1689209"/>
                  <a:gd name="connsiteY12" fmla="*/ 610508 h 788797"/>
                  <a:gd name="connsiteX13" fmla="*/ 1312802 w 1689209"/>
                  <a:gd name="connsiteY13" fmla="*/ 607412 h 788797"/>
                  <a:gd name="connsiteX14" fmla="*/ 1323120 w 1689209"/>
                  <a:gd name="connsiteY14" fmla="*/ 635259 h 788797"/>
                  <a:gd name="connsiteX15" fmla="*/ 1314860 w 1689209"/>
                  <a:gd name="connsiteY15" fmla="*/ 708481 h 788797"/>
                  <a:gd name="connsiteX16" fmla="*/ 1300427 w 1689209"/>
                  <a:gd name="connsiteY16" fmla="*/ 638344 h 788797"/>
                  <a:gd name="connsiteX17" fmla="*/ 1312802 w 1689209"/>
                  <a:gd name="connsiteY17" fmla="*/ 607412 h 788797"/>
                  <a:gd name="connsiteX18" fmla="*/ 818826 w 1689209"/>
                  <a:gd name="connsiteY18" fmla="*/ 607412 h 788797"/>
                  <a:gd name="connsiteX19" fmla="*/ 829144 w 1689209"/>
                  <a:gd name="connsiteY19" fmla="*/ 635259 h 788797"/>
                  <a:gd name="connsiteX20" fmla="*/ 819866 w 1689209"/>
                  <a:gd name="connsiteY20" fmla="*/ 709510 h 788797"/>
                  <a:gd name="connsiteX21" fmla="*/ 805422 w 1689209"/>
                  <a:gd name="connsiteY21" fmla="*/ 638344 h 788797"/>
                  <a:gd name="connsiteX22" fmla="*/ 818826 w 1689209"/>
                  <a:gd name="connsiteY22" fmla="*/ 607412 h 788797"/>
                  <a:gd name="connsiteX23" fmla="*/ 320211 w 1689209"/>
                  <a:gd name="connsiteY23" fmla="*/ 606386 h 788797"/>
                  <a:gd name="connsiteX24" fmla="*/ 327946 w 1689209"/>
                  <a:gd name="connsiteY24" fmla="*/ 609480 h 788797"/>
                  <a:gd name="connsiteX25" fmla="*/ 327946 w 1689209"/>
                  <a:gd name="connsiteY25" fmla="*/ 705385 h 788797"/>
                  <a:gd name="connsiteX26" fmla="*/ 310418 w 1689209"/>
                  <a:gd name="connsiteY26" fmla="*/ 705385 h 788797"/>
                  <a:gd name="connsiteX27" fmla="*/ 310418 w 1689209"/>
                  <a:gd name="connsiteY27" fmla="*/ 608452 h 788797"/>
                  <a:gd name="connsiteX28" fmla="*/ 312475 w 1689209"/>
                  <a:gd name="connsiteY28" fmla="*/ 609480 h 788797"/>
                  <a:gd name="connsiteX29" fmla="*/ 320211 w 1689209"/>
                  <a:gd name="connsiteY29" fmla="*/ 606386 h 788797"/>
                  <a:gd name="connsiteX30" fmla="*/ 397044 w 1689209"/>
                  <a:gd name="connsiteY30" fmla="*/ 601229 h 788797"/>
                  <a:gd name="connsiteX31" fmla="*/ 405294 w 1689209"/>
                  <a:gd name="connsiteY31" fmla="*/ 635258 h 788797"/>
                  <a:gd name="connsiteX32" fmla="*/ 397044 w 1689209"/>
                  <a:gd name="connsiteY32" fmla="*/ 704356 h 788797"/>
                  <a:gd name="connsiteX33" fmla="*/ 387765 w 1689209"/>
                  <a:gd name="connsiteY33" fmla="*/ 635258 h 788797"/>
                  <a:gd name="connsiteX34" fmla="*/ 397044 w 1689209"/>
                  <a:gd name="connsiteY34" fmla="*/ 601229 h 788797"/>
                  <a:gd name="connsiteX35" fmla="*/ 362834 w 1689209"/>
                  <a:gd name="connsiteY35" fmla="*/ 586035 h 788797"/>
                  <a:gd name="connsiteX36" fmla="*/ 369196 w 1689209"/>
                  <a:gd name="connsiteY36" fmla="*/ 591951 h 788797"/>
                  <a:gd name="connsiteX37" fmla="*/ 369196 w 1689209"/>
                  <a:gd name="connsiteY37" fmla="*/ 711577 h 788797"/>
                  <a:gd name="connsiteX38" fmla="*/ 348571 w 1689209"/>
                  <a:gd name="connsiteY38" fmla="*/ 711577 h 788797"/>
                  <a:gd name="connsiteX39" fmla="*/ 348571 w 1689209"/>
                  <a:gd name="connsiteY39" fmla="*/ 595036 h 788797"/>
                  <a:gd name="connsiteX40" fmla="*/ 348571 w 1689209"/>
                  <a:gd name="connsiteY40" fmla="*/ 591951 h 788797"/>
                  <a:gd name="connsiteX41" fmla="*/ 354158 w 1689209"/>
                  <a:gd name="connsiteY41" fmla="*/ 586364 h 788797"/>
                  <a:gd name="connsiteX42" fmla="*/ 362834 w 1689209"/>
                  <a:gd name="connsiteY42" fmla="*/ 586035 h 788797"/>
                  <a:gd name="connsiteX43" fmla="*/ 1360234 w 1689209"/>
                  <a:gd name="connsiteY43" fmla="*/ 585758 h 788797"/>
                  <a:gd name="connsiteX44" fmla="*/ 1371581 w 1689209"/>
                  <a:gd name="connsiteY44" fmla="*/ 630105 h 788797"/>
                  <a:gd name="connsiteX45" fmla="*/ 1359206 w 1689209"/>
                  <a:gd name="connsiteY45" fmla="*/ 715692 h 788797"/>
                  <a:gd name="connsiteX46" fmla="*/ 1346831 w 1689209"/>
                  <a:gd name="connsiteY46" fmla="*/ 629066 h 788797"/>
                  <a:gd name="connsiteX47" fmla="*/ 1360234 w 1689209"/>
                  <a:gd name="connsiteY47" fmla="*/ 585758 h 788797"/>
                  <a:gd name="connsiteX48" fmla="*/ 863173 w 1689209"/>
                  <a:gd name="connsiteY48" fmla="*/ 585758 h 788797"/>
                  <a:gd name="connsiteX49" fmla="*/ 873481 w 1689209"/>
                  <a:gd name="connsiteY49" fmla="*/ 630105 h 788797"/>
                  <a:gd name="connsiteX50" fmla="*/ 861105 w 1689209"/>
                  <a:gd name="connsiteY50" fmla="*/ 715692 h 788797"/>
                  <a:gd name="connsiteX51" fmla="*/ 848730 w 1689209"/>
                  <a:gd name="connsiteY51" fmla="*/ 629066 h 788797"/>
                  <a:gd name="connsiteX52" fmla="*/ 863173 w 1689209"/>
                  <a:gd name="connsiteY52" fmla="*/ 585758 h 788797"/>
                  <a:gd name="connsiteX53" fmla="*/ 651698 w 1689209"/>
                  <a:gd name="connsiteY53" fmla="*/ 575844 h 788797"/>
                  <a:gd name="connsiteX54" fmla="*/ 788738 w 1689209"/>
                  <a:gd name="connsiteY54" fmla="*/ 678111 h 788797"/>
                  <a:gd name="connsiteX55" fmla="*/ 797172 w 1689209"/>
                  <a:gd name="connsiteY55" fmla="*/ 744567 h 788797"/>
                  <a:gd name="connsiteX56" fmla="*/ 914731 w 1689209"/>
                  <a:gd name="connsiteY56" fmla="*/ 744567 h 788797"/>
                  <a:gd name="connsiteX57" fmla="*/ 959078 w 1689209"/>
                  <a:gd name="connsiteY57" fmla="*/ 641440 h 788797"/>
                  <a:gd name="connsiteX58" fmla="*/ 1084886 w 1689209"/>
                  <a:gd name="connsiteY58" fmla="*/ 590911 h 788797"/>
                  <a:gd name="connsiteX59" fmla="*/ 1260206 w 1689209"/>
                  <a:gd name="connsiteY59" fmla="*/ 637315 h 788797"/>
                  <a:gd name="connsiteX60" fmla="*/ 1294234 w 1689209"/>
                  <a:gd name="connsiteY60" fmla="*/ 750760 h 788797"/>
                  <a:gd name="connsiteX61" fmla="*/ 1412832 w 1689209"/>
                  <a:gd name="connsiteY61" fmla="*/ 750760 h 788797"/>
                  <a:gd name="connsiteX62" fmla="*/ 1480890 w 1689209"/>
                  <a:gd name="connsiteY62" fmla="*/ 614633 h 788797"/>
                  <a:gd name="connsiteX63" fmla="*/ 1603612 w 1689209"/>
                  <a:gd name="connsiteY63" fmla="*/ 586786 h 788797"/>
                  <a:gd name="connsiteX64" fmla="*/ 1603612 w 1689209"/>
                  <a:gd name="connsiteY64" fmla="*/ 630105 h 788797"/>
                  <a:gd name="connsiteX65" fmla="*/ 1481929 w 1689209"/>
                  <a:gd name="connsiteY65" fmla="*/ 647633 h 788797"/>
                  <a:gd name="connsiteX66" fmla="*/ 1431400 w 1689209"/>
                  <a:gd name="connsiteY66" fmla="*/ 750760 h 788797"/>
                  <a:gd name="connsiteX67" fmla="*/ 1426236 w 1689209"/>
                  <a:gd name="connsiteY67" fmla="*/ 766231 h 788797"/>
                  <a:gd name="connsiteX68" fmla="*/ 1362303 w 1689209"/>
                  <a:gd name="connsiteY68" fmla="*/ 778607 h 788797"/>
                  <a:gd name="connsiteX69" fmla="*/ 1363633 w 1689209"/>
                  <a:gd name="connsiteY69" fmla="*/ 776539 h 788797"/>
                  <a:gd name="connsiteX70" fmla="*/ 1363672 w 1689209"/>
                  <a:gd name="connsiteY70" fmla="*/ 776479 h 788797"/>
                  <a:gd name="connsiteX71" fmla="*/ 1394264 w 1689209"/>
                  <a:gd name="connsiteY71" fmla="*/ 763135 h 788797"/>
                  <a:gd name="connsiteX72" fmla="*/ 1331360 w 1689209"/>
                  <a:gd name="connsiteY72" fmla="*/ 776539 h 788797"/>
                  <a:gd name="connsiteX73" fmla="*/ 1309706 w 1689209"/>
                  <a:gd name="connsiteY73" fmla="*/ 776539 h 788797"/>
                  <a:gd name="connsiteX74" fmla="*/ 1327235 w 1689209"/>
                  <a:gd name="connsiteY74" fmla="*/ 771385 h 788797"/>
                  <a:gd name="connsiteX75" fmla="*/ 1224109 w 1689209"/>
                  <a:gd name="connsiteY75" fmla="*/ 771385 h 788797"/>
                  <a:gd name="connsiteX76" fmla="*/ 1166358 w 1689209"/>
                  <a:gd name="connsiteY76" fmla="*/ 638355 h 788797"/>
                  <a:gd name="connsiteX77" fmla="*/ 1015800 w 1689209"/>
                  <a:gd name="connsiteY77" fmla="*/ 631133 h 788797"/>
                  <a:gd name="connsiteX78" fmla="*/ 940520 w 1689209"/>
                  <a:gd name="connsiteY78" fmla="*/ 746635 h 788797"/>
                  <a:gd name="connsiteX79" fmla="*/ 933299 w 1689209"/>
                  <a:gd name="connsiteY79" fmla="*/ 764164 h 788797"/>
                  <a:gd name="connsiteX80" fmla="*/ 931231 w 1689209"/>
                  <a:gd name="connsiteY80" fmla="*/ 741481 h 788797"/>
                  <a:gd name="connsiteX81" fmla="*/ 931231 w 1689209"/>
                  <a:gd name="connsiteY81" fmla="*/ 786857 h 788797"/>
                  <a:gd name="connsiteX82" fmla="*/ 877605 w 1689209"/>
                  <a:gd name="connsiteY82" fmla="*/ 786857 h 788797"/>
                  <a:gd name="connsiteX83" fmla="*/ 900298 w 1689209"/>
                  <a:gd name="connsiteY83" fmla="*/ 778607 h 788797"/>
                  <a:gd name="connsiteX84" fmla="*/ 889082 w 1689209"/>
                  <a:gd name="connsiteY84" fmla="*/ 775513 h 788797"/>
                  <a:gd name="connsiteX85" fmla="*/ 884371 w 1689209"/>
                  <a:gd name="connsiteY85" fmla="*/ 777495 h 788797"/>
                  <a:gd name="connsiteX86" fmla="*/ 889980 w 1689209"/>
                  <a:gd name="connsiteY86" fmla="*/ 770357 h 788797"/>
                  <a:gd name="connsiteX87" fmla="*/ 860077 w 1689209"/>
                  <a:gd name="connsiteY87" fmla="*/ 770357 h 788797"/>
                  <a:gd name="connsiteX88" fmla="*/ 871423 w 1689209"/>
                  <a:gd name="connsiteY88" fmla="*/ 763135 h 788797"/>
                  <a:gd name="connsiteX89" fmla="*/ 820894 w 1689209"/>
                  <a:gd name="connsiteY89" fmla="*/ 763135 h 788797"/>
                  <a:gd name="connsiteX90" fmla="*/ 831201 w 1689209"/>
                  <a:gd name="connsiteY90" fmla="*/ 754885 h 788797"/>
                  <a:gd name="connsiteX91" fmla="*/ 728075 w 1689209"/>
                  <a:gd name="connsiteY91" fmla="*/ 754885 h 788797"/>
                  <a:gd name="connsiteX92" fmla="*/ 670325 w 1689209"/>
                  <a:gd name="connsiteY92" fmla="*/ 621854 h 788797"/>
                  <a:gd name="connsiteX93" fmla="*/ 519755 w 1689209"/>
                  <a:gd name="connsiteY93" fmla="*/ 614633 h 788797"/>
                  <a:gd name="connsiteX94" fmla="*/ 444476 w 1689209"/>
                  <a:gd name="connsiteY94" fmla="*/ 730134 h 788797"/>
                  <a:gd name="connsiteX95" fmla="*/ 431072 w 1689209"/>
                  <a:gd name="connsiteY95" fmla="*/ 730134 h 788797"/>
                  <a:gd name="connsiteX96" fmla="*/ 465101 w 1689209"/>
                  <a:gd name="connsiteY96" fmla="*/ 635258 h 788797"/>
                  <a:gd name="connsiteX97" fmla="*/ 590920 w 1689209"/>
                  <a:gd name="connsiteY97" fmla="*/ 584729 h 788797"/>
                  <a:gd name="connsiteX98" fmla="*/ 651698 w 1689209"/>
                  <a:gd name="connsiteY98" fmla="*/ 575844 h 788797"/>
                  <a:gd name="connsiteX99" fmla="*/ 70137 w 1689209"/>
                  <a:gd name="connsiteY99" fmla="*/ 573383 h 788797"/>
                  <a:gd name="connsiteX100" fmla="*/ 199042 w 1689209"/>
                  <a:gd name="connsiteY100" fmla="*/ 596065 h 788797"/>
                  <a:gd name="connsiteX101" fmla="*/ 281543 w 1689209"/>
                  <a:gd name="connsiteY101" fmla="*/ 723942 h 788797"/>
                  <a:gd name="connsiteX102" fmla="*/ 310418 w 1689209"/>
                  <a:gd name="connsiteY102" fmla="*/ 723942 h 788797"/>
                  <a:gd name="connsiteX103" fmla="*/ 321765 w 1689209"/>
                  <a:gd name="connsiteY103" fmla="*/ 738374 h 788797"/>
                  <a:gd name="connsiteX104" fmla="*/ 424891 w 1689209"/>
                  <a:gd name="connsiteY104" fmla="*/ 738374 h 788797"/>
                  <a:gd name="connsiteX105" fmla="*/ 424891 w 1689209"/>
                  <a:gd name="connsiteY105" fmla="*/ 776539 h 788797"/>
                  <a:gd name="connsiteX106" fmla="*/ 330015 w 1689209"/>
                  <a:gd name="connsiteY106" fmla="*/ 776539 h 788797"/>
                  <a:gd name="connsiteX107" fmla="*/ 383630 w 1689209"/>
                  <a:gd name="connsiteY107" fmla="*/ 770346 h 788797"/>
                  <a:gd name="connsiteX108" fmla="*/ 325890 w 1689209"/>
                  <a:gd name="connsiteY108" fmla="*/ 770346 h 788797"/>
                  <a:gd name="connsiteX109" fmla="*/ 344447 w 1689209"/>
                  <a:gd name="connsiteY109" fmla="*/ 764164 h 788797"/>
                  <a:gd name="connsiteX110" fmla="*/ 286697 w 1689209"/>
                  <a:gd name="connsiteY110" fmla="*/ 764164 h 788797"/>
                  <a:gd name="connsiteX111" fmla="*/ 286697 w 1689209"/>
                  <a:gd name="connsiteY111" fmla="*/ 740442 h 788797"/>
                  <a:gd name="connsiteX112" fmla="*/ 218639 w 1689209"/>
                  <a:gd name="connsiteY112" fmla="*/ 740442 h 788797"/>
                  <a:gd name="connsiteX113" fmla="*/ 165013 w 1689209"/>
                  <a:gd name="connsiteY113" fmla="*/ 619787 h 788797"/>
                  <a:gd name="connsiteX114" fmla="*/ 82512 w 1689209"/>
                  <a:gd name="connsiteY114" fmla="*/ 589883 h 788797"/>
                  <a:gd name="connsiteX115" fmla="*/ 68069 w 1689209"/>
                  <a:gd name="connsiteY115" fmla="*/ 576469 h 788797"/>
                  <a:gd name="connsiteX116" fmla="*/ 833341 w 1689209"/>
                  <a:gd name="connsiteY116" fmla="*/ 5257 h 788797"/>
                  <a:gd name="connsiteX117" fmla="*/ 854912 w 1689209"/>
                  <a:gd name="connsiteY117" fmla="*/ 31973 h 788797"/>
                  <a:gd name="connsiteX118" fmla="*/ 878634 w 1689209"/>
                  <a:gd name="connsiteY118" fmla="*/ 54666 h 788797"/>
                  <a:gd name="connsiteX119" fmla="*/ 872452 w 1689209"/>
                  <a:gd name="connsiteY119" fmla="*/ 61877 h 788797"/>
                  <a:gd name="connsiteX120" fmla="*/ 872441 w 1689209"/>
                  <a:gd name="connsiteY120" fmla="*/ 243379 h 788797"/>
                  <a:gd name="connsiteX121" fmla="*/ 964231 w 1689209"/>
                  <a:gd name="connsiteY121" fmla="*/ 258850 h 788797"/>
                  <a:gd name="connsiteX122" fmla="*/ 1035385 w 1689209"/>
                  <a:gd name="connsiteY122" fmla="*/ 302169 h 788797"/>
                  <a:gd name="connsiteX123" fmla="*/ 1103454 w 1689209"/>
                  <a:gd name="connsiteY123" fmla="*/ 321755 h 788797"/>
                  <a:gd name="connsiteX124" fmla="*/ 1138511 w 1689209"/>
                  <a:gd name="connsiteY124" fmla="*/ 355784 h 788797"/>
                  <a:gd name="connsiteX125" fmla="*/ 1177704 w 1689209"/>
                  <a:gd name="connsiteY125" fmla="*/ 355784 h 788797"/>
                  <a:gd name="connsiteX126" fmla="*/ 1233387 w 1689209"/>
                  <a:gd name="connsiteY126" fmla="*/ 397034 h 788797"/>
                  <a:gd name="connsiteX127" fmla="*/ 1275677 w 1689209"/>
                  <a:gd name="connsiteY127" fmla="*/ 423852 h 788797"/>
                  <a:gd name="connsiteX128" fmla="*/ 1296291 w 1689209"/>
                  <a:gd name="connsiteY128" fmla="*/ 449631 h 788797"/>
                  <a:gd name="connsiteX129" fmla="*/ 1335484 w 1689209"/>
                  <a:gd name="connsiteY129" fmla="*/ 466132 h 788797"/>
                  <a:gd name="connsiteX130" fmla="*/ 1380860 w 1689209"/>
                  <a:gd name="connsiteY130" fmla="*/ 471285 h 788797"/>
                  <a:gd name="connsiteX131" fmla="*/ 1438610 w 1689209"/>
                  <a:gd name="connsiteY131" fmla="*/ 495007 h 788797"/>
                  <a:gd name="connsiteX132" fmla="*/ 1524208 w 1689209"/>
                  <a:gd name="connsiteY132" fmla="*/ 542450 h 788797"/>
                  <a:gd name="connsiteX133" fmla="*/ 1689209 w 1689209"/>
                  <a:gd name="connsiteY133" fmla="*/ 569258 h 788797"/>
                  <a:gd name="connsiteX134" fmla="*/ 0 w 1689209"/>
                  <a:gd name="connsiteY134" fmla="*/ 569258 h 788797"/>
                  <a:gd name="connsiteX135" fmla="*/ 206252 w 1689209"/>
                  <a:gd name="connsiteY135" fmla="*/ 545536 h 788797"/>
                  <a:gd name="connsiteX136" fmla="*/ 294946 w 1689209"/>
                  <a:gd name="connsiteY136" fmla="*/ 498103 h 788797"/>
                  <a:gd name="connsiteX137" fmla="*/ 342379 w 1689209"/>
                  <a:gd name="connsiteY137" fmla="*/ 452728 h 788797"/>
                  <a:gd name="connsiteX138" fmla="*/ 389822 w 1689209"/>
                  <a:gd name="connsiteY138" fmla="*/ 429006 h 788797"/>
                  <a:gd name="connsiteX139" fmla="*/ 432101 w 1689209"/>
                  <a:gd name="connsiteY139" fmla="*/ 405295 h 788797"/>
                  <a:gd name="connsiteX140" fmla="*/ 469226 w 1689209"/>
                  <a:gd name="connsiteY140" fmla="*/ 357852 h 788797"/>
                  <a:gd name="connsiteX141" fmla="*/ 523880 w 1689209"/>
                  <a:gd name="connsiteY141" fmla="*/ 337226 h 788797"/>
                  <a:gd name="connsiteX142" fmla="*/ 577506 w 1689209"/>
                  <a:gd name="connsiteY142" fmla="*/ 300101 h 788797"/>
                  <a:gd name="connsiteX143" fmla="*/ 645574 w 1689209"/>
                  <a:gd name="connsiteY143" fmla="*/ 281533 h 788797"/>
                  <a:gd name="connsiteX144" fmla="*/ 706411 w 1689209"/>
                  <a:gd name="connsiteY144" fmla="*/ 244407 h 788797"/>
                  <a:gd name="connsiteX145" fmla="*/ 802326 w 1689209"/>
                  <a:gd name="connsiteY145" fmla="*/ 239254 h 788797"/>
                  <a:gd name="connsiteX146" fmla="*/ 802326 w 1689209"/>
                  <a:gd name="connsiteY146" fmla="*/ 59819 h 788797"/>
                  <a:gd name="connsiteX147" fmla="*/ 794076 w 1689209"/>
                  <a:gd name="connsiteY147" fmla="*/ 51569 h 788797"/>
                  <a:gd name="connsiteX148" fmla="*/ 816758 w 1689209"/>
                  <a:gd name="connsiteY148" fmla="*/ 26819 h 788797"/>
                  <a:gd name="connsiteX149" fmla="*/ 837383 w 1689209"/>
                  <a:gd name="connsiteY149" fmla="*/ 0 h 788797"/>
                  <a:gd name="connsiteX150" fmla="*/ 833341 w 1689209"/>
                  <a:gd name="connsiteY150" fmla="*/ 5257 h 788797"/>
                  <a:gd name="connsiteX151" fmla="*/ 833258 w 1689209"/>
                  <a:gd name="connsiteY151" fmla="*/ 5154 h 78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</a:cxnLst>
                <a:rect l="l" t="t" r="r" b="b"/>
                <a:pathLst>
                  <a:path w="1689209" h="788797">
                    <a:moveTo>
                      <a:pt x="884371" y="777495"/>
                    </a:moveTo>
                    <a:lnTo>
                      <a:pt x="884308" y="777576"/>
                    </a:lnTo>
                    <a:cubicBezTo>
                      <a:pt x="881987" y="778607"/>
                      <a:pt x="880182" y="778607"/>
                      <a:pt x="881730" y="778607"/>
                    </a:cubicBezTo>
                    <a:close/>
                    <a:moveTo>
                      <a:pt x="1398399" y="610508"/>
                    </a:moveTo>
                    <a:cubicBezTo>
                      <a:pt x="1409735" y="610508"/>
                      <a:pt x="1411803" y="620826"/>
                      <a:pt x="1409735" y="635258"/>
                    </a:cubicBezTo>
                    <a:cubicBezTo>
                      <a:pt x="1407678" y="649701"/>
                      <a:pt x="1405610" y="709509"/>
                      <a:pt x="1398399" y="709509"/>
                    </a:cubicBezTo>
                    <a:cubicBezTo>
                      <a:pt x="1391177" y="709509"/>
                      <a:pt x="1391177" y="661037"/>
                      <a:pt x="1391177" y="639383"/>
                    </a:cubicBezTo>
                    <a:cubicBezTo>
                      <a:pt x="1391177" y="617729"/>
                      <a:pt x="1391177" y="610508"/>
                      <a:pt x="1398399" y="610508"/>
                    </a:cubicBezTo>
                    <a:close/>
                    <a:moveTo>
                      <a:pt x="900298" y="610508"/>
                    </a:moveTo>
                    <a:cubicBezTo>
                      <a:pt x="912673" y="610508"/>
                      <a:pt x="914731" y="620826"/>
                      <a:pt x="912673" y="635258"/>
                    </a:cubicBezTo>
                    <a:cubicBezTo>
                      <a:pt x="910605" y="649701"/>
                      <a:pt x="907520" y="709509"/>
                      <a:pt x="900298" y="709509"/>
                    </a:cubicBezTo>
                    <a:cubicBezTo>
                      <a:pt x="893076" y="709509"/>
                      <a:pt x="893076" y="661037"/>
                      <a:pt x="893076" y="639383"/>
                    </a:cubicBezTo>
                    <a:cubicBezTo>
                      <a:pt x="893076" y="617729"/>
                      <a:pt x="893076" y="610508"/>
                      <a:pt x="900298" y="610508"/>
                    </a:cubicBezTo>
                    <a:close/>
                    <a:moveTo>
                      <a:pt x="1312802" y="607412"/>
                    </a:moveTo>
                    <a:cubicBezTo>
                      <a:pt x="1323120" y="607412"/>
                      <a:pt x="1323120" y="621855"/>
                      <a:pt x="1323120" y="635259"/>
                    </a:cubicBezTo>
                    <a:cubicBezTo>
                      <a:pt x="1323120" y="648662"/>
                      <a:pt x="1329303" y="708481"/>
                      <a:pt x="1314860" y="708481"/>
                    </a:cubicBezTo>
                    <a:cubicBezTo>
                      <a:pt x="1300427" y="708481"/>
                      <a:pt x="1300427" y="660009"/>
                      <a:pt x="1300427" y="638344"/>
                    </a:cubicBezTo>
                    <a:cubicBezTo>
                      <a:pt x="1300427" y="616690"/>
                      <a:pt x="1300427" y="607412"/>
                      <a:pt x="1312802" y="607412"/>
                    </a:cubicBezTo>
                    <a:close/>
                    <a:moveTo>
                      <a:pt x="818826" y="607412"/>
                    </a:moveTo>
                    <a:cubicBezTo>
                      <a:pt x="829144" y="607412"/>
                      <a:pt x="829144" y="621855"/>
                      <a:pt x="829144" y="635259"/>
                    </a:cubicBezTo>
                    <a:cubicBezTo>
                      <a:pt x="829144" y="648662"/>
                      <a:pt x="828116" y="709510"/>
                      <a:pt x="819866" y="709510"/>
                    </a:cubicBezTo>
                    <a:cubicBezTo>
                      <a:pt x="811615" y="709510"/>
                      <a:pt x="805422" y="660009"/>
                      <a:pt x="805422" y="638344"/>
                    </a:cubicBezTo>
                    <a:cubicBezTo>
                      <a:pt x="805422" y="616690"/>
                      <a:pt x="805422" y="607412"/>
                      <a:pt x="818826" y="607412"/>
                    </a:cubicBezTo>
                    <a:close/>
                    <a:moveTo>
                      <a:pt x="320211" y="606386"/>
                    </a:moveTo>
                    <a:cubicBezTo>
                      <a:pt x="324078" y="605355"/>
                      <a:pt x="327946" y="605355"/>
                      <a:pt x="327946" y="609480"/>
                    </a:cubicBezTo>
                    <a:cubicBezTo>
                      <a:pt x="330003" y="641409"/>
                      <a:pt x="330003" y="673445"/>
                      <a:pt x="327946" y="705385"/>
                    </a:cubicBezTo>
                    <a:cubicBezTo>
                      <a:pt x="327946" y="712606"/>
                      <a:pt x="310418" y="715692"/>
                      <a:pt x="310418" y="705385"/>
                    </a:cubicBezTo>
                    <a:cubicBezTo>
                      <a:pt x="308339" y="673110"/>
                      <a:pt x="308339" y="640726"/>
                      <a:pt x="310418" y="608452"/>
                    </a:cubicBezTo>
                    <a:lnTo>
                      <a:pt x="312475" y="609480"/>
                    </a:lnTo>
                    <a:cubicBezTo>
                      <a:pt x="312475" y="609480"/>
                      <a:pt x="316343" y="607418"/>
                      <a:pt x="320211" y="606386"/>
                    </a:cubicBezTo>
                    <a:close/>
                    <a:moveTo>
                      <a:pt x="397044" y="601229"/>
                    </a:moveTo>
                    <a:cubicBezTo>
                      <a:pt x="405294" y="600190"/>
                      <a:pt x="405294" y="627008"/>
                      <a:pt x="405294" y="635258"/>
                    </a:cubicBezTo>
                    <a:cubicBezTo>
                      <a:pt x="405294" y="643508"/>
                      <a:pt x="406322" y="704356"/>
                      <a:pt x="397044" y="704356"/>
                    </a:cubicBezTo>
                    <a:cubicBezTo>
                      <a:pt x="387765" y="704356"/>
                      <a:pt x="387765" y="651758"/>
                      <a:pt x="387765" y="635258"/>
                    </a:cubicBezTo>
                    <a:cubicBezTo>
                      <a:pt x="387765" y="618758"/>
                      <a:pt x="386725" y="601229"/>
                      <a:pt x="397044" y="601229"/>
                    </a:cubicBezTo>
                    <a:close/>
                    <a:moveTo>
                      <a:pt x="362834" y="586035"/>
                    </a:moveTo>
                    <a:cubicBezTo>
                      <a:pt x="365556" y="587046"/>
                      <a:pt x="367892" y="589098"/>
                      <a:pt x="369196" y="591951"/>
                    </a:cubicBezTo>
                    <a:cubicBezTo>
                      <a:pt x="371275" y="631794"/>
                      <a:pt x="371275" y="671723"/>
                      <a:pt x="369196" y="711577"/>
                    </a:cubicBezTo>
                    <a:cubicBezTo>
                      <a:pt x="369196" y="717759"/>
                      <a:pt x="348571" y="716730"/>
                      <a:pt x="348571" y="711577"/>
                    </a:cubicBezTo>
                    <a:cubicBezTo>
                      <a:pt x="344901" y="672817"/>
                      <a:pt x="344901" y="633797"/>
                      <a:pt x="348571" y="595036"/>
                    </a:cubicBezTo>
                    <a:lnTo>
                      <a:pt x="348571" y="591951"/>
                    </a:lnTo>
                    <a:cubicBezTo>
                      <a:pt x="349708" y="589471"/>
                      <a:pt x="351690" y="587490"/>
                      <a:pt x="354158" y="586364"/>
                    </a:cubicBezTo>
                    <a:cubicBezTo>
                      <a:pt x="357006" y="585054"/>
                      <a:pt x="360113" y="585024"/>
                      <a:pt x="362834" y="586035"/>
                    </a:cubicBezTo>
                    <a:close/>
                    <a:moveTo>
                      <a:pt x="1360234" y="585758"/>
                    </a:moveTo>
                    <a:cubicBezTo>
                      <a:pt x="1371581" y="585758"/>
                      <a:pt x="1371581" y="607412"/>
                      <a:pt x="1371581" y="630105"/>
                    </a:cubicBezTo>
                    <a:cubicBezTo>
                      <a:pt x="1371581" y="652787"/>
                      <a:pt x="1371581" y="715692"/>
                      <a:pt x="1359206" y="715692"/>
                    </a:cubicBezTo>
                    <a:cubicBezTo>
                      <a:pt x="1346831" y="715692"/>
                      <a:pt x="1346831" y="649691"/>
                      <a:pt x="1346831" y="629066"/>
                    </a:cubicBezTo>
                    <a:cubicBezTo>
                      <a:pt x="1346831" y="608451"/>
                      <a:pt x="1342706" y="585758"/>
                      <a:pt x="1360234" y="585758"/>
                    </a:cubicBezTo>
                    <a:close/>
                    <a:moveTo>
                      <a:pt x="863173" y="585758"/>
                    </a:moveTo>
                    <a:cubicBezTo>
                      <a:pt x="878645" y="585758"/>
                      <a:pt x="873481" y="607412"/>
                      <a:pt x="873481" y="630105"/>
                    </a:cubicBezTo>
                    <a:cubicBezTo>
                      <a:pt x="873481" y="652787"/>
                      <a:pt x="873481" y="715692"/>
                      <a:pt x="861105" y="715692"/>
                    </a:cubicBezTo>
                    <a:cubicBezTo>
                      <a:pt x="848730" y="715692"/>
                      <a:pt x="848730" y="649691"/>
                      <a:pt x="848730" y="629066"/>
                    </a:cubicBezTo>
                    <a:cubicBezTo>
                      <a:pt x="848730" y="608451"/>
                      <a:pt x="845644" y="585758"/>
                      <a:pt x="863173" y="585758"/>
                    </a:cubicBezTo>
                    <a:close/>
                    <a:moveTo>
                      <a:pt x="651698" y="575844"/>
                    </a:moveTo>
                    <a:cubicBezTo>
                      <a:pt x="711885" y="579205"/>
                      <a:pt x="767114" y="617803"/>
                      <a:pt x="788738" y="678111"/>
                    </a:cubicBezTo>
                    <a:cubicBezTo>
                      <a:pt x="796371" y="699386"/>
                      <a:pt x="799251" y="722068"/>
                      <a:pt x="797172" y="744567"/>
                    </a:cubicBezTo>
                    <a:lnTo>
                      <a:pt x="914731" y="744567"/>
                    </a:lnTo>
                    <a:cubicBezTo>
                      <a:pt x="924215" y="708156"/>
                      <a:pt x="939167" y="673380"/>
                      <a:pt x="959078" y="641440"/>
                    </a:cubicBezTo>
                    <a:cubicBezTo>
                      <a:pt x="992273" y="608007"/>
                      <a:pt x="1037789" y="589720"/>
                      <a:pt x="1084886" y="590911"/>
                    </a:cubicBezTo>
                    <a:cubicBezTo>
                      <a:pt x="1147216" y="581708"/>
                      <a:pt x="1210597" y="598490"/>
                      <a:pt x="1260206" y="637315"/>
                    </a:cubicBezTo>
                    <a:cubicBezTo>
                      <a:pt x="1281773" y="671279"/>
                      <a:pt x="1293552" y="710538"/>
                      <a:pt x="1294234" y="750760"/>
                    </a:cubicBezTo>
                    <a:lnTo>
                      <a:pt x="1412832" y="750760"/>
                    </a:lnTo>
                    <a:cubicBezTo>
                      <a:pt x="1424189" y="700555"/>
                      <a:pt x="1447543" y="653848"/>
                      <a:pt x="1480890" y="614633"/>
                    </a:cubicBezTo>
                    <a:cubicBezTo>
                      <a:pt x="1517907" y="592795"/>
                      <a:pt x="1560803" y="583062"/>
                      <a:pt x="1603612" y="586786"/>
                    </a:cubicBezTo>
                    <a:lnTo>
                      <a:pt x="1603612" y="630105"/>
                    </a:lnTo>
                    <a:cubicBezTo>
                      <a:pt x="1562221" y="625665"/>
                      <a:pt x="1520386" y="631685"/>
                      <a:pt x="1481929" y="647633"/>
                    </a:cubicBezTo>
                    <a:cubicBezTo>
                      <a:pt x="1455208" y="676227"/>
                      <a:pt x="1437626" y="712129"/>
                      <a:pt x="1431400" y="750760"/>
                    </a:cubicBezTo>
                    <a:cubicBezTo>
                      <a:pt x="1431389" y="763135"/>
                      <a:pt x="1438611" y="760038"/>
                      <a:pt x="1426236" y="766231"/>
                    </a:cubicBezTo>
                    <a:cubicBezTo>
                      <a:pt x="1405632" y="773421"/>
                      <a:pt x="1384097" y="777589"/>
                      <a:pt x="1362303" y="778607"/>
                    </a:cubicBezTo>
                    <a:lnTo>
                      <a:pt x="1363633" y="776539"/>
                    </a:lnTo>
                    <a:lnTo>
                      <a:pt x="1363672" y="776479"/>
                    </a:lnTo>
                    <a:cubicBezTo>
                      <a:pt x="1371259" y="772609"/>
                      <a:pt x="1393492" y="764678"/>
                      <a:pt x="1394264" y="763135"/>
                    </a:cubicBezTo>
                    <a:cubicBezTo>
                      <a:pt x="1395303" y="761067"/>
                      <a:pt x="1338581" y="776539"/>
                      <a:pt x="1331360" y="776539"/>
                    </a:cubicBezTo>
                    <a:lnTo>
                      <a:pt x="1309706" y="776539"/>
                    </a:lnTo>
                    <a:lnTo>
                      <a:pt x="1327235" y="771385"/>
                    </a:lnTo>
                    <a:lnTo>
                      <a:pt x="1224109" y="771385"/>
                    </a:lnTo>
                    <a:cubicBezTo>
                      <a:pt x="1224109" y="771385"/>
                      <a:pt x="1229262" y="662066"/>
                      <a:pt x="1166358" y="638355"/>
                    </a:cubicBezTo>
                    <a:cubicBezTo>
                      <a:pt x="1118536" y="618520"/>
                      <a:pt x="1065300" y="615965"/>
                      <a:pt x="1015800" y="631133"/>
                    </a:cubicBezTo>
                    <a:cubicBezTo>
                      <a:pt x="962174" y="649690"/>
                      <a:pt x="948760" y="741481"/>
                      <a:pt x="940520" y="746635"/>
                    </a:cubicBezTo>
                    <a:cubicBezTo>
                      <a:pt x="937500" y="752211"/>
                      <a:pt x="935074" y="758079"/>
                      <a:pt x="933299" y="764164"/>
                    </a:cubicBezTo>
                    <a:lnTo>
                      <a:pt x="931231" y="741481"/>
                    </a:lnTo>
                    <a:cubicBezTo>
                      <a:pt x="926813" y="756282"/>
                      <a:pt x="926813" y="772046"/>
                      <a:pt x="931231" y="786857"/>
                    </a:cubicBezTo>
                    <a:cubicBezTo>
                      <a:pt x="913453" y="789444"/>
                      <a:pt x="895383" y="789444"/>
                      <a:pt x="877605" y="786857"/>
                    </a:cubicBezTo>
                    <a:cubicBezTo>
                      <a:pt x="870384" y="786857"/>
                      <a:pt x="908549" y="786857"/>
                      <a:pt x="900298" y="778607"/>
                    </a:cubicBezTo>
                    <a:cubicBezTo>
                      <a:pt x="896173" y="774482"/>
                      <a:pt x="892305" y="774482"/>
                      <a:pt x="889082" y="775513"/>
                    </a:cubicBezTo>
                    <a:lnTo>
                      <a:pt x="884371" y="777495"/>
                    </a:lnTo>
                    <a:lnTo>
                      <a:pt x="889980" y="770357"/>
                    </a:lnTo>
                    <a:cubicBezTo>
                      <a:pt x="891009" y="762106"/>
                      <a:pt x="864202" y="770357"/>
                      <a:pt x="860077" y="770357"/>
                    </a:cubicBezTo>
                    <a:cubicBezTo>
                      <a:pt x="855952" y="770357"/>
                      <a:pt x="871423" y="763135"/>
                      <a:pt x="871423" y="763135"/>
                    </a:cubicBezTo>
                    <a:lnTo>
                      <a:pt x="820894" y="763135"/>
                    </a:lnTo>
                    <a:lnTo>
                      <a:pt x="831201" y="754885"/>
                    </a:lnTo>
                    <a:lnTo>
                      <a:pt x="728075" y="754885"/>
                    </a:lnTo>
                    <a:cubicBezTo>
                      <a:pt x="728075" y="754885"/>
                      <a:pt x="734268" y="645565"/>
                      <a:pt x="670325" y="621854"/>
                    </a:cubicBezTo>
                    <a:cubicBezTo>
                      <a:pt x="622513" y="601933"/>
                      <a:pt x="569245" y="599378"/>
                      <a:pt x="519755" y="614633"/>
                    </a:cubicBezTo>
                    <a:cubicBezTo>
                      <a:pt x="466130" y="633190"/>
                      <a:pt x="452726" y="724981"/>
                      <a:pt x="444476" y="730134"/>
                    </a:cubicBezTo>
                    <a:cubicBezTo>
                      <a:pt x="436226" y="735288"/>
                      <a:pt x="431072" y="730134"/>
                      <a:pt x="431072" y="730134"/>
                    </a:cubicBezTo>
                    <a:cubicBezTo>
                      <a:pt x="435869" y="696528"/>
                      <a:pt x="447454" y="664253"/>
                      <a:pt x="465101" y="635258"/>
                    </a:cubicBezTo>
                    <a:cubicBezTo>
                      <a:pt x="498091" y="601500"/>
                      <a:pt x="543748" y="583159"/>
                      <a:pt x="590920" y="584729"/>
                    </a:cubicBezTo>
                    <a:cubicBezTo>
                      <a:pt x="611023" y="577518"/>
                      <a:pt x="631636" y="574723"/>
                      <a:pt x="651698" y="575844"/>
                    </a:cubicBezTo>
                    <a:close/>
                    <a:moveTo>
                      <a:pt x="70137" y="573383"/>
                    </a:moveTo>
                    <a:cubicBezTo>
                      <a:pt x="114214" y="571943"/>
                      <a:pt x="158106" y="579663"/>
                      <a:pt x="199042" y="596065"/>
                    </a:cubicBezTo>
                    <a:cubicBezTo>
                      <a:pt x="260918" y="620816"/>
                      <a:pt x="281543" y="723942"/>
                      <a:pt x="281543" y="723942"/>
                    </a:cubicBezTo>
                    <a:lnTo>
                      <a:pt x="310418" y="723942"/>
                    </a:lnTo>
                    <a:cubicBezTo>
                      <a:pt x="321765" y="724971"/>
                      <a:pt x="321765" y="738374"/>
                      <a:pt x="321765" y="738374"/>
                    </a:cubicBezTo>
                    <a:lnTo>
                      <a:pt x="424891" y="738374"/>
                    </a:lnTo>
                    <a:cubicBezTo>
                      <a:pt x="424891" y="738374"/>
                      <a:pt x="433141" y="769318"/>
                      <a:pt x="424891" y="776539"/>
                    </a:cubicBezTo>
                    <a:cubicBezTo>
                      <a:pt x="393363" y="780101"/>
                      <a:pt x="361532" y="780101"/>
                      <a:pt x="330015" y="776539"/>
                    </a:cubicBezTo>
                    <a:cubicBezTo>
                      <a:pt x="315572" y="776539"/>
                      <a:pt x="379515" y="770346"/>
                      <a:pt x="383630" y="770346"/>
                    </a:cubicBezTo>
                    <a:cubicBezTo>
                      <a:pt x="387766" y="770346"/>
                      <a:pt x="342390" y="771386"/>
                      <a:pt x="325890" y="770346"/>
                    </a:cubicBezTo>
                    <a:cubicBezTo>
                      <a:pt x="309379" y="769318"/>
                      <a:pt x="344447" y="764164"/>
                      <a:pt x="344447" y="764164"/>
                    </a:cubicBezTo>
                    <a:lnTo>
                      <a:pt x="286697" y="764164"/>
                    </a:lnTo>
                    <a:lnTo>
                      <a:pt x="286697" y="740442"/>
                    </a:lnTo>
                    <a:lnTo>
                      <a:pt x="218639" y="740442"/>
                    </a:lnTo>
                    <a:cubicBezTo>
                      <a:pt x="218639" y="740442"/>
                      <a:pt x="211417" y="647634"/>
                      <a:pt x="165013" y="619787"/>
                    </a:cubicBezTo>
                    <a:cubicBezTo>
                      <a:pt x="139115" y="605842"/>
                      <a:pt x="111323" y="595773"/>
                      <a:pt x="82512" y="589883"/>
                    </a:cubicBezTo>
                    <a:cubicBezTo>
                      <a:pt x="75107" y="589450"/>
                      <a:pt x="69044" y="583820"/>
                      <a:pt x="68069" y="576469"/>
                    </a:cubicBezTo>
                    <a:close/>
                    <a:moveTo>
                      <a:pt x="833341" y="5257"/>
                    </a:moveTo>
                    <a:lnTo>
                      <a:pt x="854912" y="31973"/>
                    </a:lnTo>
                    <a:cubicBezTo>
                      <a:pt x="864201" y="41251"/>
                      <a:pt x="877605" y="47444"/>
                      <a:pt x="878634" y="54666"/>
                    </a:cubicBezTo>
                    <a:cubicBezTo>
                      <a:pt x="879662" y="61877"/>
                      <a:pt x="872452" y="61877"/>
                      <a:pt x="872452" y="61877"/>
                    </a:cubicBezTo>
                    <a:lnTo>
                      <a:pt x="872441" y="243379"/>
                    </a:lnTo>
                    <a:cubicBezTo>
                      <a:pt x="903785" y="242047"/>
                      <a:pt x="935063" y="247320"/>
                      <a:pt x="964231" y="258850"/>
                    </a:cubicBezTo>
                    <a:cubicBezTo>
                      <a:pt x="985885" y="276379"/>
                      <a:pt x="1026107" y="289794"/>
                      <a:pt x="1035385" y="302169"/>
                    </a:cubicBezTo>
                    <a:cubicBezTo>
                      <a:pt x="1044664" y="314533"/>
                      <a:pt x="1085914" y="317630"/>
                      <a:pt x="1103454" y="321755"/>
                    </a:cubicBezTo>
                    <a:cubicBezTo>
                      <a:pt x="1120982" y="325880"/>
                      <a:pt x="1129232" y="355784"/>
                      <a:pt x="1138511" y="355784"/>
                    </a:cubicBezTo>
                    <a:cubicBezTo>
                      <a:pt x="1147790" y="355784"/>
                      <a:pt x="1163261" y="350630"/>
                      <a:pt x="1177704" y="355784"/>
                    </a:cubicBezTo>
                    <a:cubicBezTo>
                      <a:pt x="1192137" y="360948"/>
                      <a:pt x="1217915" y="388784"/>
                      <a:pt x="1233387" y="397034"/>
                    </a:cubicBezTo>
                    <a:cubicBezTo>
                      <a:pt x="1248859" y="405295"/>
                      <a:pt x="1268455" y="407352"/>
                      <a:pt x="1275677" y="423852"/>
                    </a:cubicBezTo>
                    <a:cubicBezTo>
                      <a:pt x="1282887" y="440353"/>
                      <a:pt x="1278762" y="449631"/>
                      <a:pt x="1296291" y="449631"/>
                    </a:cubicBezTo>
                    <a:cubicBezTo>
                      <a:pt x="1311178" y="448960"/>
                      <a:pt x="1325567" y="455023"/>
                      <a:pt x="1335484" y="466132"/>
                    </a:cubicBezTo>
                    <a:cubicBezTo>
                      <a:pt x="1342706" y="471285"/>
                      <a:pt x="1372610" y="469228"/>
                      <a:pt x="1380860" y="471285"/>
                    </a:cubicBezTo>
                    <a:cubicBezTo>
                      <a:pt x="1389110" y="473353"/>
                      <a:pt x="1420042" y="488825"/>
                      <a:pt x="1438610" y="495007"/>
                    </a:cubicBezTo>
                    <a:cubicBezTo>
                      <a:pt x="1468850" y="507512"/>
                      <a:pt x="1497563" y="523427"/>
                      <a:pt x="1524208" y="542450"/>
                    </a:cubicBezTo>
                    <a:cubicBezTo>
                      <a:pt x="1579966" y="545774"/>
                      <a:pt x="1635248" y="554761"/>
                      <a:pt x="1689209" y="569258"/>
                    </a:cubicBezTo>
                    <a:lnTo>
                      <a:pt x="0" y="569258"/>
                    </a:lnTo>
                    <a:cubicBezTo>
                      <a:pt x="0" y="569258"/>
                      <a:pt x="59819" y="557911"/>
                      <a:pt x="206252" y="545536"/>
                    </a:cubicBezTo>
                    <a:cubicBezTo>
                      <a:pt x="232172" y="523698"/>
                      <a:pt x="262390" y="507534"/>
                      <a:pt x="294946" y="498103"/>
                    </a:cubicBezTo>
                    <a:cubicBezTo>
                      <a:pt x="305253" y="497075"/>
                      <a:pt x="338254" y="458910"/>
                      <a:pt x="342379" y="452728"/>
                    </a:cubicBezTo>
                    <a:cubicBezTo>
                      <a:pt x="346504" y="446535"/>
                      <a:pt x="382600" y="452728"/>
                      <a:pt x="389822" y="429006"/>
                    </a:cubicBezTo>
                    <a:cubicBezTo>
                      <a:pt x="397033" y="405295"/>
                      <a:pt x="419726" y="409409"/>
                      <a:pt x="432101" y="405295"/>
                    </a:cubicBezTo>
                    <a:cubicBezTo>
                      <a:pt x="444476" y="401159"/>
                      <a:pt x="459948" y="363005"/>
                      <a:pt x="469226" y="357852"/>
                    </a:cubicBezTo>
                    <a:cubicBezTo>
                      <a:pt x="478505" y="352698"/>
                      <a:pt x="504284" y="344448"/>
                      <a:pt x="523880" y="337226"/>
                    </a:cubicBezTo>
                    <a:cubicBezTo>
                      <a:pt x="543477" y="330005"/>
                      <a:pt x="563074" y="300101"/>
                      <a:pt x="577506" y="300101"/>
                    </a:cubicBezTo>
                    <a:cubicBezTo>
                      <a:pt x="601206" y="298531"/>
                      <a:pt x="624354" y="292219"/>
                      <a:pt x="645574" y="281533"/>
                    </a:cubicBezTo>
                    <a:cubicBezTo>
                      <a:pt x="665160" y="268129"/>
                      <a:pt x="687853" y="255754"/>
                      <a:pt x="706411" y="244407"/>
                    </a:cubicBezTo>
                    <a:cubicBezTo>
                      <a:pt x="737949" y="237933"/>
                      <a:pt x="770278" y="236201"/>
                      <a:pt x="802326" y="239254"/>
                    </a:cubicBezTo>
                    <a:lnTo>
                      <a:pt x="802326" y="59819"/>
                    </a:lnTo>
                    <a:lnTo>
                      <a:pt x="794076" y="51569"/>
                    </a:lnTo>
                    <a:cubicBezTo>
                      <a:pt x="789951" y="48473"/>
                      <a:pt x="806451" y="38166"/>
                      <a:pt x="816758" y="26819"/>
                    </a:cubicBezTo>
                    <a:close/>
                    <a:moveTo>
                      <a:pt x="837383" y="0"/>
                    </a:moveTo>
                    <a:lnTo>
                      <a:pt x="833341" y="5257"/>
                    </a:lnTo>
                    <a:lnTo>
                      <a:pt x="833258" y="5154"/>
                    </a:lnTo>
                    <a:close/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A18C03B6-79DF-43AC-AF63-96A9F5B0B2EB}"/>
                  </a:ext>
                </a:extLst>
              </p:cNvPr>
              <p:cNvSpPr/>
              <p:nvPr/>
            </p:nvSpPr>
            <p:spPr>
              <a:xfrm>
                <a:off x="2252210" y="898783"/>
                <a:ext cx="5775066" cy="5775066"/>
              </a:xfrm>
              <a:custGeom>
                <a:avLst/>
                <a:gdLst>
                  <a:gd name="connsiteX0" fmla="*/ 680730 w 1362920"/>
                  <a:gd name="connsiteY0" fmla="*/ 165255 h 1362920"/>
                  <a:gd name="connsiteX1" fmla="*/ 164524 w 1362920"/>
                  <a:gd name="connsiteY1" fmla="*/ 681460 h 1362920"/>
                  <a:gd name="connsiteX2" fmla="*/ 680730 w 1362920"/>
                  <a:gd name="connsiteY2" fmla="*/ 1197665 h 1362920"/>
                  <a:gd name="connsiteX3" fmla="*/ 1196935 w 1362920"/>
                  <a:gd name="connsiteY3" fmla="*/ 681460 h 1362920"/>
                  <a:gd name="connsiteX4" fmla="*/ 680730 w 1362920"/>
                  <a:gd name="connsiteY4" fmla="*/ 165255 h 1362920"/>
                  <a:gd name="connsiteX5" fmla="*/ 681460 w 1362920"/>
                  <a:gd name="connsiteY5" fmla="*/ 0 h 1362920"/>
                  <a:gd name="connsiteX6" fmla="*/ 1362920 w 1362920"/>
                  <a:gd name="connsiteY6" fmla="*/ 681460 h 1362920"/>
                  <a:gd name="connsiteX7" fmla="*/ 681460 w 1362920"/>
                  <a:gd name="connsiteY7" fmla="*/ 1362920 h 1362920"/>
                  <a:gd name="connsiteX8" fmla="*/ 0 w 1362920"/>
                  <a:gd name="connsiteY8" fmla="*/ 681460 h 1362920"/>
                  <a:gd name="connsiteX9" fmla="*/ 681460 w 1362920"/>
                  <a:gd name="connsiteY9" fmla="*/ 0 h 1362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2920" h="1362920">
                    <a:moveTo>
                      <a:pt x="680730" y="165255"/>
                    </a:moveTo>
                    <a:cubicBezTo>
                      <a:pt x="395638" y="165255"/>
                      <a:pt x="164524" y="396368"/>
                      <a:pt x="164524" y="681460"/>
                    </a:cubicBezTo>
                    <a:cubicBezTo>
                      <a:pt x="164660" y="966497"/>
                      <a:pt x="395694" y="1197532"/>
                      <a:pt x="680730" y="1197665"/>
                    </a:cubicBezTo>
                    <a:cubicBezTo>
                      <a:pt x="965823" y="1197665"/>
                      <a:pt x="1196935" y="966554"/>
                      <a:pt x="1196935" y="681460"/>
                    </a:cubicBezTo>
                    <a:cubicBezTo>
                      <a:pt x="1196935" y="396368"/>
                      <a:pt x="965823" y="165255"/>
                      <a:pt x="680730" y="165255"/>
                    </a:cubicBezTo>
                    <a:close/>
                    <a:moveTo>
                      <a:pt x="681460" y="0"/>
                    </a:moveTo>
                    <a:cubicBezTo>
                      <a:pt x="1057819" y="0"/>
                      <a:pt x="1362920" y="305101"/>
                      <a:pt x="1362920" y="681460"/>
                    </a:cubicBezTo>
                    <a:cubicBezTo>
                      <a:pt x="1362920" y="1057819"/>
                      <a:pt x="1057819" y="1362920"/>
                      <a:pt x="681460" y="1362920"/>
                    </a:cubicBezTo>
                    <a:cubicBezTo>
                      <a:pt x="305101" y="1362920"/>
                      <a:pt x="0" y="1057819"/>
                      <a:pt x="0" y="681460"/>
                    </a:cubicBezTo>
                    <a:cubicBezTo>
                      <a:pt x="0" y="305101"/>
                      <a:pt x="305101" y="0"/>
                      <a:pt x="681460" y="0"/>
                    </a:cubicBezTo>
                    <a:close/>
                  </a:path>
                </a:pathLst>
              </a:custGeom>
              <a:solidFill>
                <a:srgbClr val="A13F0B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3729807D-9A55-49E1-973D-0C98B5702125}"/>
                  </a:ext>
                </a:extLst>
              </p:cNvPr>
              <p:cNvSpPr/>
              <p:nvPr/>
            </p:nvSpPr>
            <p:spPr>
              <a:xfrm>
                <a:off x="2216986" y="864164"/>
                <a:ext cx="5847244" cy="5847244"/>
              </a:xfrm>
              <a:custGeom>
                <a:avLst/>
                <a:gdLst>
                  <a:gd name="connsiteX0" fmla="*/ 269669 w 540067"/>
                  <a:gd name="connsiteY0" fmla="*/ 539932 h 540067"/>
                  <a:gd name="connsiteX1" fmla="*/ -365 w 540067"/>
                  <a:gd name="connsiteY1" fmla="*/ 269898 h 540067"/>
                  <a:gd name="connsiteX2" fmla="*/ 269669 w 540067"/>
                  <a:gd name="connsiteY2" fmla="*/ -136 h 540067"/>
                  <a:gd name="connsiteX3" fmla="*/ 539703 w 540067"/>
                  <a:gd name="connsiteY3" fmla="*/ 269898 h 540067"/>
                  <a:gd name="connsiteX4" fmla="*/ 269669 w 540067"/>
                  <a:gd name="connsiteY4" fmla="*/ 539932 h 540067"/>
                  <a:gd name="connsiteX5" fmla="*/ 269669 w 540067"/>
                  <a:gd name="connsiteY5" fmla="*/ 7198 h 540067"/>
                  <a:gd name="connsiteX6" fmla="*/ 6779 w 540067"/>
                  <a:gd name="connsiteY6" fmla="*/ 269898 h 540067"/>
                  <a:gd name="connsiteX7" fmla="*/ 269478 w 540067"/>
                  <a:gd name="connsiteY7" fmla="*/ 532788 h 540067"/>
                  <a:gd name="connsiteX8" fmla="*/ 532368 w 540067"/>
                  <a:gd name="connsiteY8" fmla="*/ 270089 h 540067"/>
                  <a:gd name="connsiteX9" fmla="*/ 532368 w 540067"/>
                  <a:gd name="connsiteY9" fmla="*/ 269898 h 540067"/>
                  <a:gd name="connsiteX10" fmla="*/ 269573 w 540067"/>
                  <a:gd name="connsiteY10" fmla="*/ 7199 h 540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067" h="540067">
                    <a:moveTo>
                      <a:pt x="269669" y="539932"/>
                    </a:moveTo>
                    <a:cubicBezTo>
                      <a:pt x="120533" y="539932"/>
                      <a:pt x="-365" y="419034"/>
                      <a:pt x="-365" y="269898"/>
                    </a:cubicBezTo>
                    <a:cubicBezTo>
                      <a:pt x="-365" y="120762"/>
                      <a:pt x="120533" y="-136"/>
                      <a:pt x="269669" y="-136"/>
                    </a:cubicBezTo>
                    <a:cubicBezTo>
                      <a:pt x="418804" y="-136"/>
                      <a:pt x="539703" y="120762"/>
                      <a:pt x="539703" y="269898"/>
                    </a:cubicBezTo>
                    <a:cubicBezTo>
                      <a:pt x="539545" y="418968"/>
                      <a:pt x="418739" y="539774"/>
                      <a:pt x="269669" y="539932"/>
                    </a:cubicBezTo>
                    <a:moveTo>
                      <a:pt x="269669" y="7198"/>
                    </a:moveTo>
                    <a:cubicBezTo>
                      <a:pt x="124531" y="7146"/>
                      <a:pt x="6831" y="124760"/>
                      <a:pt x="6779" y="269898"/>
                    </a:cubicBezTo>
                    <a:cubicBezTo>
                      <a:pt x="6726" y="415036"/>
                      <a:pt x="124341" y="532735"/>
                      <a:pt x="269478" y="532788"/>
                    </a:cubicBezTo>
                    <a:cubicBezTo>
                      <a:pt x="414616" y="532841"/>
                      <a:pt x="532316" y="415226"/>
                      <a:pt x="532368" y="270089"/>
                    </a:cubicBezTo>
                    <a:cubicBezTo>
                      <a:pt x="532368" y="270025"/>
                      <a:pt x="532368" y="269962"/>
                      <a:pt x="532368" y="269898"/>
                    </a:cubicBezTo>
                    <a:cubicBezTo>
                      <a:pt x="532211" y="124841"/>
                      <a:pt x="414630" y="7304"/>
                      <a:pt x="269573" y="7199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89F8288A-A873-49B5-BAF1-535B41B78373}"/>
                  </a:ext>
                </a:extLst>
              </p:cNvPr>
              <p:cNvSpPr/>
              <p:nvPr/>
            </p:nvSpPr>
            <p:spPr>
              <a:xfrm>
                <a:off x="2925454" y="1572645"/>
                <a:ext cx="4430295" cy="4430295"/>
              </a:xfrm>
              <a:custGeom>
                <a:avLst/>
                <a:gdLst>
                  <a:gd name="connsiteX0" fmla="*/ 204232 w 409194"/>
                  <a:gd name="connsiteY0" fmla="*/ 409058 h 409194"/>
                  <a:gd name="connsiteX1" fmla="*/ -365 w 409194"/>
                  <a:gd name="connsiteY1" fmla="*/ 204461 h 409194"/>
                  <a:gd name="connsiteX2" fmla="*/ 204232 w 409194"/>
                  <a:gd name="connsiteY2" fmla="*/ -136 h 409194"/>
                  <a:gd name="connsiteX3" fmla="*/ 408829 w 409194"/>
                  <a:gd name="connsiteY3" fmla="*/ 204461 h 409194"/>
                  <a:gd name="connsiteX4" fmla="*/ 204232 w 409194"/>
                  <a:gd name="connsiteY4" fmla="*/ 409058 h 409194"/>
                  <a:gd name="connsiteX5" fmla="*/ 204232 w 409194"/>
                  <a:gd name="connsiteY5" fmla="*/ 5008 h 409194"/>
                  <a:gd name="connsiteX6" fmla="*/ 4779 w 409194"/>
                  <a:gd name="connsiteY6" fmla="*/ 204461 h 409194"/>
                  <a:gd name="connsiteX7" fmla="*/ 204232 w 409194"/>
                  <a:gd name="connsiteY7" fmla="*/ 403915 h 409194"/>
                  <a:gd name="connsiteX8" fmla="*/ 403686 w 409194"/>
                  <a:gd name="connsiteY8" fmla="*/ 204461 h 409194"/>
                  <a:gd name="connsiteX9" fmla="*/ 204232 w 409194"/>
                  <a:gd name="connsiteY9" fmla="*/ 5008 h 409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194" h="409194">
                    <a:moveTo>
                      <a:pt x="204232" y="409058"/>
                    </a:moveTo>
                    <a:cubicBezTo>
                      <a:pt x="91236" y="409058"/>
                      <a:pt x="-365" y="317457"/>
                      <a:pt x="-365" y="204461"/>
                    </a:cubicBezTo>
                    <a:cubicBezTo>
                      <a:pt x="-365" y="91465"/>
                      <a:pt x="91236" y="-136"/>
                      <a:pt x="204232" y="-136"/>
                    </a:cubicBezTo>
                    <a:cubicBezTo>
                      <a:pt x="317228" y="-136"/>
                      <a:pt x="408829" y="91465"/>
                      <a:pt x="408829" y="204461"/>
                    </a:cubicBezTo>
                    <a:cubicBezTo>
                      <a:pt x="408672" y="317392"/>
                      <a:pt x="317163" y="408901"/>
                      <a:pt x="204232" y="409058"/>
                    </a:cubicBezTo>
                    <a:moveTo>
                      <a:pt x="204232" y="5008"/>
                    </a:moveTo>
                    <a:cubicBezTo>
                      <a:pt x="94077" y="5008"/>
                      <a:pt x="4779" y="94306"/>
                      <a:pt x="4779" y="204461"/>
                    </a:cubicBezTo>
                    <a:cubicBezTo>
                      <a:pt x="4779" y="314616"/>
                      <a:pt x="94077" y="403915"/>
                      <a:pt x="204232" y="403915"/>
                    </a:cubicBezTo>
                    <a:cubicBezTo>
                      <a:pt x="314387" y="403915"/>
                      <a:pt x="403686" y="314616"/>
                      <a:pt x="403686" y="204461"/>
                    </a:cubicBezTo>
                    <a:cubicBezTo>
                      <a:pt x="403372" y="94436"/>
                      <a:pt x="314257" y="5322"/>
                      <a:pt x="204232" y="5008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8" name="任意多边形: 形状 127">
                <a:extLst>
                  <a:ext uri="{FF2B5EF4-FFF2-40B4-BE49-F238E27FC236}">
                    <a16:creationId xmlns:a16="http://schemas.microsoft.com/office/drawing/2014/main" id="{B7AE21FC-6B57-445E-AA62-92CF587AA907}"/>
                  </a:ext>
                </a:extLst>
              </p:cNvPr>
              <p:cNvSpPr/>
              <p:nvPr/>
            </p:nvSpPr>
            <p:spPr>
              <a:xfrm>
                <a:off x="4803560" y="5511495"/>
                <a:ext cx="663105" cy="184906"/>
              </a:xfrm>
              <a:custGeom>
                <a:avLst/>
                <a:gdLst>
                  <a:gd name="connsiteX0" fmla="*/ 430891 w 663105"/>
                  <a:gd name="connsiteY0" fmla="*/ 41814 h 184906"/>
                  <a:gd name="connsiteX1" fmla="*/ 364890 w 663105"/>
                  <a:gd name="connsiteY1" fmla="*/ 121216 h 184906"/>
                  <a:gd name="connsiteX2" fmla="*/ 431919 w 663105"/>
                  <a:gd name="connsiteY2" fmla="*/ 121216 h 184906"/>
                  <a:gd name="connsiteX3" fmla="*/ 431919 w 663105"/>
                  <a:gd name="connsiteY3" fmla="*/ 41814 h 184906"/>
                  <a:gd name="connsiteX4" fmla="*/ 591939 w 663105"/>
                  <a:gd name="connsiteY4" fmla="*/ 25910 h 184906"/>
                  <a:gd name="connsiteX5" fmla="*/ 548632 w 663105"/>
                  <a:gd name="connsiteY5" fmla="*/ 96035 h 184906"/>
                  <a:gd name="connsiteX6" fmla="*/ 591939 w 663105"/>
                  <a:gd name="connsiteY6" fmla="*/ 165132 h 184906"/>
                  <a:gd name="connsiteX7" fmla="*/ 635257 w 663105"/>
                  <a:gd name="connsiteY7" fmla="*/ 96035 h 184906"/>
                  <a:gd name="connsiteX8" fmla="*/ 591939 w 663105"/>
                  <a:gd name="connsiteY8" fmla="*/ 25910 h 184906"/>
                  <a:gd name="connsiteX9" fmla="*/ 226833 w 663105"/>
                  <a:gd name="connsiteY9" fmla="*/ 20253 h 184906"/>
                  <a:gd name="connsiteX10" fmla="*/ 196296 w 663105"/>
                  <a:gd name="connsiteY10" fmla="*/ 31255 h 184906"/>
                  <a:gd name="connsiteX11" fmla="*/ 184471 w 663105"/>
                  <a:gd name="connsiteY11" fmla="*/ 59635 h 184906"/>
                  <a:gd name="connsiteX12" fmla="*/ 196296 w 663105"/>
                  <a:gd name="connsiteY12" fmla="*/ 88078 h 184906"/>
                  <a:gd name="connsiteX13" fmla="*/ 226833 w 663105"/>
                  <a:gd name="connsiteY13" fmla="*/ 99142 h 184906"/>
                  <a:gd name="connsiteX14" fmla="*/ 257369 w 663105"/>
                  <a:gd name="connsiteY14" fmla="*/ 88015 h 184906"/>
                  <a:gd name="connsiteX15" fmla="*/ 269194 w 663105"/>
                  <a:gd name="connsiteY15" fmla="*/ 59635 h 184906"/>
                  <a:gd name="connsiteX16" fmla="*/ 257369 w 663105"/>
                  <a:gd name="connsiteY16" fmla="*/ 31255 h 184906"/>
                  <a:gd name="connsiteX17" fmla="*/ 226833 w 663105"/>
                  <a:gd name="connsiteY17" fmla="*/ 20253 h 184906"/>
                  <a:gd name="connsiteX18" fmla="*/ 436041 w 663105"/>
                  <a:gd name="connsiteY18" fmla="*/ 7784 h 184906"/>
                  <a:gd name="connsiteX19" fmla="*/ 457695 w 663105"/>
                  <a:gd name="connsiteY19" fmla="*/ 7784 h 184906"/>
                  <a:gd name="connsiteX20" fmla="*/ 457695 w 663105"/>
                  <a:gd name="connsiteY20" fmla="*/ 121227 h 184906"/>
                  <a:gd name="connsiteX21" fmla="*/ 488638 w 663105"/>
                  <a:gd name="connsiteY21" fmla="*/ 121227 h 184906"/>
                  <a:gd name="connsiteX22" fmla="*/ 488638 w 663105"/>
                  <a:gd name="connsiteY22" fmla="*/ 139785 h 184906"/>
                  <a:gd name="connsiteX23" fmla="*/ 457695 w 663105"/>
                  <a:gd name="connsiteY23" fmla="*/ 139785 h 184906"/>
                  <a:gd name="connsiteX24" fmla="*/ 457695 w 663105"/>
                  <a:gd name="connsiteY24" fmla="*/ 182063 h 184906"/>
                  <a:gd name="connsiteX25" fmla="*/ 431916 w 663105"/>
                  <a:gd name="connsiteY25" fmla="*/ 182063 h 184906"/>
                  <a:gd name="connsiteX26" fmla="*/ 431916 w 663105"/>
                  <a:gd name="connsiteY26" fmla="*/ 139785 h 184906"/>
                  <a:gd name="connsiteX27" fmla="*/ 341166 w 663105"/>
                  <a:gd name="connsiteY27" fmla="*/ 139785 h 184906"/>
                  <a:gd name="connsiteX28" fmla="*/ 341166 w 663105"/>
                  <a:gd name="connsiteY28" fmla="*/ 118131 h 184906"/>
                  <a:gd name="connsiteX29" fmla="*/ 591940 w 663105"/>
                  <a:gd name="connsiteY29" fmla="*/ 6311 h 184906"/>
                  <a:gd name="connsiteX30" fmla="*/ 663105 w 663105"/>
                  <a:gd name="connsiteY30" fmla="*/ 96034 h 184906"/>
                  <a:gd name="connsiteX31" fmla="*/ 591940 w 663105"/>
                  <a:gd name="connsiteY31" fmla="*/ 184718 h 184906"/>
                  <a:gd name="connsiteX32" fmla="*/ 520785 w 663105"/>
                  <a:gd name="connsiteY32" fmla="*/ 96034 h 184906"/>
                  <a:gd name="connsiteX33" fmla="*/ 591940 w 663105"/>
                  <a:gd name="connsiteY33" fmla="*/ 6311 h 184906"/>
                  <a:gd name="connsiteX34" fmla="*/ 55695 w 663105"/>
                  <a:gd name="connsiteY34" fmla="*/ 6311 h 184906"/>
                  <a:gd name="connsiteX35" fmla="*/ 76309 w 663105"/>
                  <a:gd name="connsiteY35" fmla="*/ 6311 h 184906"/>
                  <a:gd name="connsiteX36" fmla="*/ 76309 w 663105"/>
                  <a:gd name="connsiteY36" fmla="*/ 180591 h 184906"/>
                  <a:gd name="connsiteX37" fmla="*/ 48473 w 663105"/>
                  <a:gd name="connsiteY37" fmla="*/ 180591 h 184906"/>
                  <a:gd name="connsiteX38" fmla="*/ 48473 w 663105"/>
                  <a:gd name="connsiteY38" fmla="*/ 56840 h 184906"/>
                  <a:gd name="connsiteX39" fmla="*/ 0 w 663105"/>
                  <a:gd name="connsiteY39" fmla="*/ 56840 h 184906"/>
                  <a:gd name="connsiteX40" fmla="*/ 0 w 663105"/>
                  <a:gd name="connsiteY40" fmla="*/ 39312 h 184906"/>
                  <a:gd name="connsiteX41" fmla="*/ 55695 w 663105"/>
                  <a:gd name="connsiteY41" fmla="*/ 6311 h 184906"/>
                  <a:gd name="connsiteX42" fmla="*/ 228329 w 663105"/>
                  <a:gd name="connsiteY42" fmla="*/ 0 h 184906"/>
                  <a:gd name="connsiteX43" fmla="*/ 281842 w 663105"/>
                  <a:gd name="connsiteY43" fmla="*/ 20567 h 184906"/>
                  <a:gd name="connsiteX44" fmla="*/ 300627 w 663105"/>
                  <a:gd name="connsiteY44" fmla="*/ 79013 h 184906"/>
                  <a:gd name="connsiteX45" fmla="*/ 280271 w 663105"/>
                  <a:gd name="connsiteY45" fmla="*/ 157402 h 184906"/>
                  <a:gd name="connsiteX46" fmla="*/ 222492 w 663105"/>
                  <a:gd name="connsiteY46" fmla="*/ 184906 h 184906"/>
                  <a:gd name="connsiteX47" fmla="*/ 176912 w 663105"/>
                  <a:gd name="connsiteY47" fmla="*/ 172092 h 184906"/>
                  <a:gd name="connsiteX48" fmla="*/ 158725 w 663105"/>
                  <a:gd name="connsiteY48" fmla="*/ 136773 h 184906"/>
                  <a:gd name="connsiteX49" fmla="*/ 184772 w 663105"/>
                  <a:gd name="connsiteY49" fmla="*/ 136773 h 184906"/>
                  <a:gd name="connsiteX50" fmla="*/ 196223 w 663105"/>
                  <a:gd name="connsiteY50" fmla="*/ 158214 h 184906"/>
                  <a:gd name="connsiteX51" fmla="*/ 222492 w 663105"/>
                  <a:gd name="connsiteY51" fmla="*/ 165778 h 184906"/>
                  <a:gd name="connsiteX52" fmla="*/ 259913 w 663105"/>
                  <a:gd name="connsiteY52" fmla="*/ 143150 h 184906"/>
                  <a:gd name="connsiteX53" fmla="*/ 272337 w 663105"/>
                  <a:gd name="connsiteY53" fmla="*/ 98768 h 184906"/>
                  <a:gd name="connsiteX54" fmla="*/ 222492 w 663105"/>
                  <a:gd name="connsiteY54" fmla="*/ 119396 h 184906"/>
                  <a:gd name="connsiteX55" fmla="*/ 174218 w 663105"/>
                  <a:gd name="connsiteY55" fmla="*/ 102955 h 184906"/>
                  <a:gd name="connsiteX56" fmla="*/ 155882 w 663105"/>
                  <a:gd name="connsiteY56" fmla="*/ 59635 h 184906"/>
                  <a:gd name="connsiteX57" fmla="*/ 175790 w 663105"/>
                  <a:gd name="connsiteY57" fmla="*/ 16378 h 184906"/>
                  <a:gd name="connsiteX58" fmla="*/ 228329 w 663105"/>
                  <a:gd name="connsiteY58" fmla="*/ 0 h 184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663105" h="184906">
                    <a:moveTo>
                      <a:pt x="430891" y="41814"/>
                    </a:moveTo>
                    <a:lnTo>
                      <a:pt x="364890" y="121216"/>
                    </a:lnTo>
                    <a:lnTo>
                      <a:pt x="431919" y="121216"/>
                    </a:lnTo>
                    <a:lnTo>
                      <a:pt x="431919" y="41814"/>
                    </a:lnTo>
                    <a:close/>
                    <a:moveTo>
                      <a:pt x="591939" y="25910"/>
                    </a:moveTo>
                    <a:cubicBezTo>
                      <a:pt x="562036" y="25910"/>
                      <a:pt x="548632" y="52728"/>
                      <a:pt x="548632" y="96035"/>
                    </a:cubicBezTo>
                    <a:cubicBezTo>
                      <a:pt x="548632" y="139353"/>
                      <a:pt x="562036" y="165132"/>
                      <a:pt x="591939" y="165132"/>
                    </a:cubicBezTo>
                    <a:cubicBezTo>
                      <a:pt x="621854" y="165132"/>
                      <a:pt x="635257" y="139353"/>
                      <a:pt x="635257" y="96035"/>
                    </a:cubicBezTo>
                    <a:cubicBezTo>
                      <a:pt x="635257" y="52728"/>
                      <a:pt x="621854" y="25910"/>
                      <a:pt x="591939" y="25910"/>
                    </a:cubicBezTo>
                    <a:close/>
                    <a:moveTo>
                      <a:pt x="226833" y="20253"/>
                    </a:moveTo>
                    <a:cubicBezTo>
                      <a:pt x="214358" y="20253"/>
                      <a:pt x="204180" y="23921"/>
                      <a:pt x="196296" y="31255"/>
                    </a:cubicBezTo>
                    <a:cubicBezTo>
                      <a:pt x="188414" y="38591"/>
                      <a:pt x="184471" y="48050"/>
                      <a:pt x="184471" y="59635"/>
                    </a:cubicBezTo>
                    <a:cubicBezTo>
                      <a:pt x="184471" y="71221"/>
                      <a:pt x="188414" y="80701"/>
                      <a:pt x="196296" y="88078"/>
                    </a:cubicBezTo>
                    <a:cubicBezTo>
                      <a:pt x="204180" y="95454"/>
                      <a:pt x="214358" y="99142"/>
                      <a:pt x="226833" y="99142"/>
                    </a:cubicBezTo>
                    <a:cubicBezTo>
                      <a:pt x="239307" y="99142"/>
                      <a:pt x="249485" y="95433"/>
                      <a:pt x="257369" y="88015"/>
                    </a:cubicBezTo>
                    <a:cubicBezTo>
                      <a:pt x="265251" y="80681"/>
                      <a:pt x="269194" y="71221"/>
                      <a:pt x="269194" y="59635"/>
                    </a:cubicBezTo>
                    <a:cubicBezTo>
                      <a:pt x="269194" y="48050"/>
                      <a:pt x="265251" y="38591"/>
                      <a:pt x="257369" y="31255"/>
                    </a:cubicBezTo>
                    <a:cubicBezTo>
                      <a:pt x="249485" y="23921"/>
                      <a:pt x="239307" y="20253"/>
                      <a:pt x="226833" y="20253"/>
                    </a:cubicBezTo>
                    <a:close/>
                    <a:moveTo>
                      <a:pt x="436041" y="7784"/>
                    </a:moveTo>
                    <a:lnTo>
                      <a:pt x="457695" y="7784"/>
                    </a:lnTo>
                    <a:lnTo>
                      <a:pt x="457695" y="121227"/>
                    </a:lnTo>
                    <a:lnTo>
                      <a:pt x="488638" y="121227"/>
                    </a:lnTo>
                    <a:lnTo>
                      <a:pt x="488638" y="139785"/>
                    </a:lnTo>
                    <a:lnTo>
                      <a:pt x="457695" y="139785"/>
                    </a:lnTo>
                    <a:lnTo>
                      <a:pt x="457695" y="182063"/>
                    </a:lnTo>
                    <a:lnTo>
                      <a:pt x="431916" y="182063"/>
                    </a:lnTo>
                    <a:lnTo>
                      <a:pt x="431916" y="139785"/>
                    </a:lnTo>
                    <a:lnTo>
                      <a:pt x="341166" y="139785"/>
                    </a:lnTo>
                    <a:lnTo>
                      <a:pt x="341166" y="118131"/>
                    </a:lnTo>
                    <a:close/>
                    <a:moveTo>
                      <a:pt x="591940" y="6311"/>
                    </a:moveTo>
                    <a:cubicBezTo>
                      <a:pt x="651759" y="6311"/>
                      <a:pt x="663105" y="59938"/>
                      <a:pt x="663105" y="96034"/>
                    </a:cubicBezTo>
                    <a:cubicBezTo>
                      <a:pt x="663105" y="132131"/>
                      <a:pt x="651759" y="184718"/>
                      <a:pt x="591940" y="184718"/>
                    </a:cubicBezTo>
                    <a:cubicBezTo>
                      <a:pt x="532132" y="184718"/>
                      <a:pt x="520785" y="132131"/>
                      <a:pt x="520785" y="96034"/>
                    </a:cubicBezTo>
                    <a:cubicBezTo>
                      <a:pt x="520785" y="59938"/>
                      <a:pt x="532132" y="6311"/>
                      <a:pt x="591940" y="6311"/>
                    </a:cubicBezTo>
                    <a:close/>
                    <a:moveTo>
                      <a:pt x="55695" y="6311"/>
                    </a:moveTo>
                    <a:lnTo>
                      <a:pt x="76309" y="6311"/>
                    </a:lnTo>
                    <a:lnTo>
                      <a:pt x="76309" y="180591"/>
                    </a:lnTo>
                    <a:lnTo>
                      <a:pt x="48473" y="180591"/>
                    </a:lnTo>
                    <a:lnTo>
                      <a:pt x="48473" y="56840"/>
                    </a:lnTo>
                    <a:lnTo>
                      <a:pt x="0" y="56840"/>
                    </a:lnTo>
                    <a:lnTo>
                      <a:pt x="0" y="39312"/>
                    </a:lnTo>
                    <a:cubicBezTo>
                      <a:pt x="33001" y="37244"/>
                      <a:pt x="47434" y="35187"/>
                      <a:pt x="55695" y="6311"/>
                    </a:cubicBezTo>
                    <a:close/>
                    <a:moveTo>
                      <a:pt x="228329" y="0"/>
                    </a:moveTo>
                    <a:cubicBezTo>
                      <a:pt x="251480" y="0"/>
                      <a:pt x="269319" y="6855"/>
                      <a:pt x="281842" y="20567"/>
                    </a:cubicBezTo>
                    <a:cubicBezTo>
                      <a:pt x="294366" y="34277"/>
                      <a:pt x="300627" y="53759"/>
                      <a:pt x="300627" y="79013"/>
                    </a:cubicBezTo>
                    <a:cubicBezTo>
                      <a:pt x="300627" y="112936"/>
                      <a:pt x="293842" y="139066"/>
                      <a:pt x="280271" y="157402"/>
                    </a:cubicBezTo>
                    <a:cubicBezTo>
                      <a:pt x="266698" y="175739"/>
                      <a:pt x="247440" y="184906"/>
                      <a:pt x="222492" y="184906"/>
                    </a:cubicBezTo>
                    <a:cubicBezTo>
                      <a:pt x="203432" y="184906"/>
                      <a:pt x="188238" y="180635"/>
                      <a:pt x="176912" y="172092"/>
                    </a:cubicBezTo>
                    <a:cubicBezTo>
                      <a:pt x="165586" y="163549"/>
                      <a:pt x="159524" y="151776"/>
                      <a:pt x="158725" y="136773"/>
                    </a:cubicBezTo>
                    <a:lnTo>
                      <a:pt x="184772" y="136773"/>
                    </a:lnTo>
                    <a:cubicBezTo>
                      <a:pt x="185869" y="146025"/>
                      <a:pt x="189685" y="153172"/>
                      <a:pt x="196223" y="158214"/>
                    </a:cubicBezTo>
                    <a:cubicBezTo>
                      <a:pt x="202759" y="163257"/>
                      <a:pt x="211514" y="165778"/>
                      <a:pt x="222492" y="165778"/>
                    </a:cubicBezTo>
                    <a:cubicBezTo>
                      <a:pt x="238658" y="165778"/>
                      <a:pt x="251132" y="158236"/>
                      <a:pt x="259913" y="143150"/>
                    </a:cubicBezTo>
                    <a:cubicBezTo>
                      <a:pt x="266300" y="131898"/>
                      <a:pt x="270441" y="117104"/>
                      <a:pt x="272337" y="98768"/>
                    </a:cubicBezTo>
                    <a:cubicBezTo>
                      <a:pt x="258965" y="112520"/>
                      <a:pt x="242349" y="119396"/>
                      <a:pt x="222492" y="119396"/>
                    </a:cubicBezTo>
                    <a:cubicBezTo>
                      <a:pt x="202533" y="119396"/>
                      <a:pt x="186443" y="113915"/>
                      <a:pt x="174218" y="102955"/>
                    </a:cubicBezTo>
                    <a:cubicBezTo>
                      <a:pt x="161995" y="91995"/>
                      <a:pt x="155882" y="77555"/>
                      <a:pt x="155882" y="59635"/>
                    </a:cubicBezTo>
                    <a:cubicBezTo>
                      <a:pt x="155882" y="41715"/>
                      <a:pt x="162518" y="27296"/>
                      <a:pt x="175790" y="16378"/>
                    </a:cubicBezTo>
                    <a:cubicBezTo>
                      <a:pt x="189062" y="5459"/>
                      <a:pt x="206575" y="0"/>
                      <a:pt x="228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9" name="任意多边形: 形状 128">
                <a:extLst>
                  <a:ext uri="{FF2B5EF4-FFF2-40B4-BE49-F238E27FC236}">
                    <a16:creationId xmlns:a16="http://schemas.microsoft.com/office/drawing/2014/main" id="{71A8AD85-032E-4296-9C66-5F1CFFF10ADA}"/>
                  </a:ext>
                </a:extLst>
              </p:cNvPr>
              <p:cNvSpPr/>
              <p:nvPr/>
            </p:nvSpPr>
            <p:spPr>
              <a:xfrm>
                <a:off x="3373025" y="4211641"/>
                <a:ext cx="3537217" cy="893065"/>
              </a:xfrm>
              <a:custGeom>
                <a:avLst/>
                <a:gdLst>
                  <a:gd name="connsiteX0" fmla="*/ 162894 w 326707"/>
                  <a:gd name="connsiteY0" fmla="*/ 82351 h 82486"/>
                  <a:gd name="connsiteX1" fmla="*/ 135176 w 326707"/>
                  <a:gd name="connsiteY1" fmla="*/ 76350 h 82486"/>
                  <a:gd name="connsiteX2" fmla="*/ 143177 w 326707"/>
                  <a:gd name="connsiteY2" fmla="*/ 44536 h 82486"/>
                  <a:gd name="connsiteX3" fmla="*/ 19352 w 326707"/>
                  <a:gd name="connsiteY3" fmla="*/ 21771 h 82486"/>
                  <a:gd name="connsiteX4" fmla="*/ -365 w 326707"/>
                  <a:gd name="connsiteY4" fmla="*/ -136 h 82486"/>
                  <a:gd name="connsiteX5" fmla="*/ 30877 w 326707"/>
                  <a:gd name="connsiteY5" fmla="*/ 4817 h 82486"/>
                  <a:gd name="connsiteX6" fmla="*/ 133842 w 326707"/>
                  <a:gd name="connsiteY6" fmla="*/ 5674 h 82486"/>
                  <a:gd name="connsiteX7" fmla="*/ 162989 w 326707"/>
                  <a:gd name="connsiteY7" fmla="*/ 5674 h 82486"/>
                  <a:gd name="connsiteX8" fmla="*/ 192135 w 326707"/>
                  <a:gd name="connsiteY8" fmla="*/ 5674 h 82486"/>
                  <a:gd name="connsiteX9" fmla="*/ 295100 w 326707"/>
                  <a:gd name="connsiteY9" fmla="*/ 4817 h 82486"/>
                  <a:gd name="connsiteX10" fmla="*/ 326342 w 326707"/>
                  <a:gd name="connsiteY10" fmla="*/ -136 h 82486"/>
                  <a:gd name="connsiteX11" fmla="*/ 306721 w 326707"/>
                  <a:gd name="connsiteY11" fmla="*/ 21771 h 82486"/>
                  <a:gd name="connsiteX12" fmla="*/ 182896 w 326707"/>
                  <a:gd name="connsiteY12" fmla="*/ 44536 h 82486"/>
                  <a:gd name="connsiteX13" fmla="*/ 190897 w 326707"/>
                  <a:gd name="connsiteY13" fmla="*/ 76350 h 82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26707" h="82486">
                    <a:moveTo>
                      <a:pt x="162894" y="82351"/>
                    </a:moveTo>
                    <a:lnTo>
                      <a:pt x="135176" y="76350"/>
                    </a:lnTo>
                    <a:lnTo>
                      <a:pt x="143177" y="44536"/>
                    </a:lnTo>
                    <a:cubicBezTo>
                      <a:pt x="101245" y="41102"/>
                      <a:pt x="59763" y="33475"/>
                      <a:pt x="19352" y="21771"/>
                    </a:cubicBezTo>
                    <a:cubicBezTo>
                      <a:pt x="11564" y="15662"/>
                      <a:pt x="4893" y="8250"/>
                      <a:pt x="-365" y="-136"/>
                    </a:cubicBezTo>
                    <a:cubicBezTo>
                      <a:pt x="9900" y="2347"/>
                      <a:pt x="20347" y="4003"/>
                      <a:pt x="30877" y="4817"/>
                    </a:cubicBezTo>
                    <a:cubicBezTo>
                      <a:pt x="58785" y="5865"/>
                      <a:pt x="102410" y="2245"/>
                      <a:pt x="133842" y="5674"/>
                    </a:cubicBezTo>
                    <a:lnTo>
                      <a:pt x="162989" y="5674"/>
                    </a:lnTo>
                    <a:lnTo>
                      <a:pt x="192135" y="5674"/>
                    </a:lnTo>
                    <a:cubicBezTo>
                      <a:pt x="223568" y="2245"/>
                      <a:pt x="267288" y="5674"/>
                      <a:pt x="295100" y="4817"/>
                    </a:cubicBezTo>
                    <a:cubicBezTo>
                      <a:pt x="305630" y="4003"/>
                      <a:pt x="316077" y="2347"/>
                      <a:pt x="326342" y="-136"/>
                    </a:cubicBezTo>
                    <a:cubicBezTo>
                      <a:pt x="321105" y="8236"/>
                      <a:pt x="314468" y="15647"/>
                      <a:pt x="306721" y="21771"/>
                    </a:cubicBezTo>
                    <a:cubicBezTo>
                      <a:pt x="266307" y="33462"/>
                      <a:pt x="224826" y="41088"/>
                      <a:pt x="182896" y="44536"/>
                    </a:cubicBezTo>
                    <a:lnTo>
                      <a:pt x="190897" y="76350"/>
                    </a:lnTo>
                    <a:close/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1D4E68AC-8A6B-4AF1-9C38-61E3BF68ED71}"/>
                  </a:ext>
                </a:extLst>
              </p:cNvPr>
              <p:cNvSpPr/>
              <p:nvPr/>
            </p:nvSpPr>
            <p:spPr>
              <a:xfrm>
                <a:off x="3518431" y="3788820"/>
                <a:ext cx="3246401" cy="902357"/>
              </a:xfrm>
              <a:custGeom>
                <a:avLst/>
                <a:gdLst>
                  <a:gd name="connsiteX0" fmla="*/ 149463 w 299846"/>
                  <a:gd name="connsiteY0" fmla="*/ 6151 h 83344"/>
                  <a:gd name="connsiteX1" fmla="*/ 191564 w 299846"/>
                  <a:gd name="connsiteY1" fmla="*/ 6151 h 83344"/>
                  <a:gd name="connsiteX2" fmla="*/ 277289 w 299846"/>
                  <a:gd name="connsiteY2" fmla="*/ 2722 h 83344"/>
                  <a:gd name="connsiteX3" fmla="*/ 299482 w 299846"/>
                  <a:gd name="connsiteY3" fmla="*/ -135 h 83344"/>
                  <a:gd name="connsiteX4" fmla="*/ 279289 w 299846"/>
                  <a:gd name="connsiteY4" fmla="*/ 21391 h 83344"/>
                  <a:gd name="connsiteX5" fmla="*/ 254619 w 299846"/>
                  <a:gd name="connsiteY5" fmla="*/ 32631 h 83344"/>
                  <a:gd name="connsiteX6" fmla="*/ 195278 w 299846"/>
                  <a:gd name="connsiteY6" fmla="*/ 45871 h 83344"/>
                  <a:gd name="connsiteX7" fmla="*/ 168799 w 299846"/>
                  <a:gd name="connsiteY7" fmla="*/ 48823 h 83344"/>
                  <a:gd name="connsiteX8" fmla="*/ 176229 w 299846"/>
                  <a:gd name="connsiteY8" fmla="*/ 78636 h 83344"/>
                  <a:gd name="connsiteX9" fmla="*/ 149558 w 299846"/>
                  <a:gd name="connsiteY9" fmla="*/ 83208 h 83344"/>
                  <a:gd name="connsiteX10" fmla="*/ 122889 w 299846"/>
                  <a:gd name="connsiteY10" fmla="*/ 78636 h 83344"/>
                  <a:gd name="connsiteX11" fmla="*/ 130318 w 299846"/>
                  <a:gd name="connsiteY11" fmla="*/ 48823 h 83344"/>
                  <a:gd name="connsiteX12" fmla="*/ 103839 w 299846"/>
                  <a:gd name="connsiteY12" fmla="*/ 45870 h 83344"/>
                  <a:gd name="connsiteX13" fmla="*/ 44498 w 299846"/>
                  <a:gd name="connsiteY13" fmla="*/ 32630 h 83344"/>
                  <a:gd name="connsiteX14" fmla="*/ 19828 w 299846"/>
                  <a:gd name="connsiteY14" fmla="*/ 21391 h 83344"/>
                  <a:gd name="connsiteX15" fmla="*/ -365 w 299846"/>
                  <a:gd name="connsiteY15" fmla="*/ -136 h 83344"/>
                  <a:gd name="connsiteX16" fmla="*/ 21828 w 299846"/>
                  <a:gd name="connsiteY16" fmla="*/ 2721 h 83344"/>
                  <a:gd name="connsiteX17" fmla="*/ 107553 w 299846"/>
                  <a:gd name="connsiteY17" fmla="*/ 6150 h 83344"/>
                  <a:gd name="connsiteX18" fmla="*/ 149654 w 299846"/>
                  <a:gd name="connsiteY18" fmla="*/ 6151 h 8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99846" h="83344">
                    <a:moveTo>
                      <a:pt x="149463" y="6151"/>
                    </a:moveTo>
                    <a:cubicBezTo>
                      <a:pt x="170323" y="6151"/>
                      <a:pt x="191659" y="6151"/>
                      <a:pt x="191564" y="6151"/>
                    </a:cubicBezTo>
                    <a:cubicBezTo>
                      <a:pt x="219999" y="2694"/>
                      <a:pt x="248668" y="1547"/>
                      <a:pt x="277289" y="2722"/>
                    </a:cubicBezTo>
                    <a:cubicBezTo>
                      <a:pt x="284757" y="2441"/>
                      <a:pt x="292185" y="1485"/>
                      <a:pt x="299482" y="-135"/>
                    </a:cubicBezTo>
                    <a:cubicBezTo>
                      <a:pt x="294242" y="8306"/>
                      <a:pt x="287378" y="15623"/>
                      <a:pt x="279289" y="21391"/>
                    </a:cubicBezTo>
                    <a:cubicBezTo>
                      <a:pt x="271430" y="25890"/>
                      <a:pt x="263171" y="29653"/>
                      <a:pt x="254619" y="32631"/>
                    </a:cubicBezTo>
                    <a:cubicBezTo>
                      <a:pt x="235136" y="38283"/>
                      <a:pt x="215317" y="42705"/>
                      <a:pt x="195278" y="45871"/>
                    </a:cubicBezTo>
                    <a:cubicBezTo>
                      <a:pt x="185754" y="47013"/>
                      <a:pt x="176800" y="48156"/>
                      <a:pt x="168799" y="48823"/>
                    </a:cubicBezTo>
                    <a:lnTo>
                      <a:pt x="176229" y="78636"/>
                    </a:lnTo>
                    <a:lnTo>
                      <a:pt x="149558" y="83208"/>
                    </a:lnTo>
                    <a:lnTo>
                      <a:pt x="122889" y="78636"/>
                    </a:lnTo>
                    <a:lnTo>
                      <a:pt x="130318" y="48823"/>
                    </a:lnTo>
                    <a:cubicBezTo>
                      <a:pt x="122317" y="48156"/>
                      <a:pt x="113078" y="47013"/>
                      <a:pt x="103839" y="45870"/>
                    </a:cubicBezTo>
                    <a:cubicBezTo>
                      <a:pt x="83800" y="42705"/>
                      <a:pt x="63981" y="38283"/>
                      <a:pt x="44498" y="32630"/>
                    </a:cubicBezTo>
                    <a:cubicBezTo>
                      <a:pt x="35946" y="29652"/>
                      <a:pt x="27687" y="25889"/>
                      <a:pt x="19828" y="21391"/>
                    </a:cubicBezTo>
                    <a:cubicBezTo>
                      <a:pt x="11739" y="15622"/>
                      <a:pt x="4875" y="8305"/>
                      <a:pt x="-365" y="-136"/>
                    </a:cubicBezTo>
                    <a:cubicBezTo>
                      <a:pt x="6931" y="1484"/>
                      <a:pt x="14359" y="2441"/>
                      <a:pt x="21828" y="2721"/>
                    </a:cubicBezTo>
                    <a:cubicBezTo>
                      <a:pt x="50449" y="1547"/>
                      <a:pt x="79118" y="2694"/>
                      <a:pt x="107553" y="6150"/>
                    </a:cubicBezTo>
                    <a:cubicBezTo>
                      <a:pt x="107553" y="6151"/>
                      <a:pt x="128794" y="6151"/>
                      <a:pt x="149654" y="6151"/>
                    </a:cubicBezTo>
                  </a:path>
                </a:pathLst>
              </a:custGeom>
              <a:solidFill>
                <a:srgbClr val="13AE6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BF96B38F-6B1D-41C4-BDC0-75E27E52798E}"/>
                  </a:ext>
                </a:extLst>
              </p:cNvPr>
              <p:cNvSpPr/>
              <p:nvPr/>
            </p:nvSpPr>
            <p:spPr>
              <a:xfrm>
                <a:off x="3703032" y="3358787"/>
                <a:ext cx="2883406" cy="928137"/>
              </a:xfrm>
              <a:custGeom>
                <a:avLst/>
                <a:gdLst>
                  <a:gd name="connsiteX0" fmla="*/ 132699 w 266319"/>
                  <a:gd name="connsiteY0" fmla="*/ 85589 h 85725"/>
                  <a:gd name="connsiteX1" fmla="*/ 132223 w 266319"/>
                  <a:gd name="connsiteY1" fmla="*/ 85589 h 85725"/>
                  <a:gd name="connsiteX2" fmla="*/ 107077 w 266319"/>
                  <a:gd name="connsiteY2" fmla="*/ 82637 h 85725"/>
                  <a:gd name="connsiteX3" fmla="*/ 113840 w 266319"/>
                  <a:gd name="connsiteY3" fmla="*/ 54062 h 85725"/>
                  <a:gd name="connsiteX4" fmla="*/ 91551 w 266319"/>
                  <a:gd name="connsiteY4" fmla="*/ 52728 h 85725"/>
                  <a:gd name="connsiteX5" fmla="*/ 43355 w 266319"/>
                  <a:gd name="connsiteY5" fmla="*/ 38536 h 85725"/>
                  <a:gd name="connsiteX6" fmla="*/ 18685 w 266319"/>
                  <a:gd name="connsiteY6" fmla="*/ 22629 h 85725"/>
                  <a:gd name="connsiteX7" fmla="*/ -365 w 266319"/>
                  <a:gd name="connsiteY7" fmla="*/ -136 h 85725"/>
                  <a:gd name="connsiteX8" fmla="*/ 21352 w 266319"/>
                  <a:gd name="connsiteY8" fmla="*/ 2627 h 85725"/>
                  <a:gd name="connsiteX9" fmla="*/ 91456 w 266319"/>
                  <a:gd name="connsiteY9" fmla="*/ 6818 h 85725"/>
                  <a:gd name="connsiteX10" fmla="*/ 132794 w 266319"/>
                  <a:gd name="connsiteY10" fmla="*/ 6818 h 85725"/>
                  <a:gd name="connsiteX11" fmla="*/ 174133 w 266319"/>
                  <a:gd name="connsiteY11" fmla="*/ 6818 h 85725"/>
                  <a:gd name="connsiteX12" fmla="*/ 244237 w 266319"/>
                  <a:gd name="connsiteY12" fmla="*/ 2627 h 85725"/>
                  <a:gd name="connsiteX13" fmla="*/ 265954 w 266319"/>
                  <a:gd name="connsiteY13" fmla="*/ -136 h 85725"/>
                  <a:gd name="connsiteX14" fmla="*/ 246904 w 266319"/>
                  <a:gd name="connsiteY14" fmla="*/ 22629 h 85725"/>
                  <a:gd name="connsiteX15" fmla="*/ 222234 w 266319"/>
                  <a:gd name="connsiteY15" fmla="*/ 38536 h 85725"/>
                  <a:gd name="connsiteX16" fmla="*/ 174038 w 266319"/>
                  <a:gd name="connsiteY16" fmla="*/ 52728 h 85725"/>
                  <a:gd name="connsiteX17" fmla="*/ 151654 w 266319"/>
                  <a:gd name="connsiteY17" fmla="*/ 54062 h 85725"/>
                  <a:gd name="connsiteX18" fmla="*/ 158417 w 266319"/>
                  <a:gd name="connsiteY18" fmla="*/ 82637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66319" h="85725">
                    <a:moveTo>
                      <a:pt x="132699" y="85589"/>
                    </a:moveTo>
                    <a:lnTo>
                      <a:pt x="132223" y="85589"/>
                    </a:lnTo>
                    <a:lnTo>
                      <a:pt x="107077" y="82637"/>
                    </a:lnTo>
                    <a:lnTo>
                      <a:pt x="113840" y="54062"/>
                    </a:lnTo>
                    <a:cubicBezTo>
                      <a:pt x="106384" y="54659"/>
                      <a:pt x="98882" y="54210"/>
                      <a:pt x="91551" y="52728"/>
                    </a:cubicBezTo>
                    <a:cubicBezTo>
                      <a:pt x="74928" y="50153"/>
                      <a:pt x="58721" y="45380"/>
                      <a:pt x="43355" y="38536"/>
                    </a:cubicBezTo>
                    <a:cubicBezTo>
                      <a:pt x="34466" y="34344"/>
                      <a:pt x="26171" y="28996"/>
                      <a:pt x="18685" y="22629"/>
                    </a:cubicBezTo>
                    <a:cubicBezTo>
                      <a:pt x="11003" y="16263"/>
                      <a:pt x="4548" y="8548"/>
                      <a:pt x="-365" y="-136"/>
                    </a:cubicBezTo>
                    <a:cubicBezTo>
                      <a:pt x="-365" y="-136"/>
                      <a:pt x="14684" y="2246"/>
                      <a:pt x="21352" y="2627"/>
                    </a:cubicBezTo>
                    <a:cubicBezTo>
                      <a:pt x="34020" y="3198"/>
                      <a:pt x="58404" y="4055"/>
                      <a:pt x="91456" y="6818"/>
                    </a:cubicBezTo>
                    <a:cubicBezTo>
                      <a:pt x="91456" y="6818"/>
                      <a:pt x="112411" y="6818"/>
                      <a:pt x="132794" y="6818"/>
                    </a:cubicBezTo>
                    <a:cubicBezTo>
                      <a:pt x="153178" y="6818"/>
                      <a:pt x="173942" y="6818"/>
                      <a:pt x="174133" y="6818"/>
                    </a:cubicBezTo>
                    <a:cubicBezTo>
                      <a:pt x="207185" y="4055"/>
                      <a:pt x="231283" y="3198"/>
                      <a:pt x="244237" y="2627"/>
                    </a:cubicBezTo>
                    <a:cubicBezTo>
                      <a:pt x="250904" y="2627"/>
                      <a:pt x="266049" y="55"/>
                      <a:pt x="265954" y="-136"/>
                    </a:cubicBezTo>
                    <a:cubicBezTo>
                      <a:pt x="261024" y="8536"/>
                      <a:pt x="254571" y="16248"/>
                      <a:pt x="246904" y="22629"/>
                    </a:cubicBezTo>
                    <a:cubicBezTo>
                      <a:pt x="239402" y="28975"/>
                      <a:pt x="231110" y="34322"/>
                      <a:pt x="222234" y="38536"/>
                    </a:cubicBezTo>
                    <a:cubicBezTo>
                      <a:pt x="206859" y="45355"/>
                      <a:pt x="190655" y="50127"/>
                      <a:pt x="174038" y="52728"/>
                    </a:cubicBezTo>
                    <a:cubicBezTo>
                      <a:pt x="166675" y="54209"/>
                      <a:pt x="159141" y="54658"/>
                      <a:pt x="151654" y="54062"/>
                    </a:cubicBezTo>
                    <a:lnTo>
                      <a:pt x="158417" y="82637"/>
                    </a:lnTo>
                    <a:close/>
                  </a:path>
                </a:pathLst>
              </a:custGeom>
              <a:solidFill>
                <a:srgbClr val="89C99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32" name="任意多边形: 形状 131">
                <a:extLst>
                  <a:ext uri="{FF2B5EF4-FFF2-40B4-BE49-F238E27FC236}">
                    <a16:creationId xmlns:a16="http://schemas.microsoft.com/office/drawing/2014/main" id="{F6F23485-38A3-4A99-9610-04B63F5085C3}"/>
                  </a:ext>
                </a:extLst>
              </p:cNvPr>
              <p:cNvSpPr/>
              <p:nvPr/>
            </p:nvSpPr>
            <p:spPr>
              <a:xfrm>
                <a:off x="3872159" y="2875128"/>
                <a:ext cx="2534835" cy="962162"/>
              </a:xfrm>
              <a:custGeom>
                <a:avLst/>
                <a:gdLst>
                  <a:gd name="connsiteX0" fmla="*/ 116793 w 234124"/>
                  <a:gd name="connsiteY0" fmla="*/ 88732 h 88868"/>
                  <a:gd name="connsiteX1" fmla="*/ 92790 w 234124"/>
                  <a:gd name="connsiteY1" fmla="*/ 87208 h 88868"/>
                  <a:gd name="connsiteX2" fmla="*/ 99076 w 234124"/>
                  <a:gd name="connsiteY2" fmla="*/ 61300 h 88868"/>
                  <a:gd name="connsiteX3" fmla="*/ 82407 w 234124"/>
                  <a:gd name="connsiteY3" fmla="*/ 61300 h 88868"/>
                  <a:gd name="connsiteX4" fmla="*/ 47736 w 234124"/>
                  <a:gd name="connsiteY4" fmla="*/ 50251 h 88868"/>
                  <a:gd name="connsiteX5" fmla="*/ 15351 w 234124"/>
                  <a:gd name="connsiteY5" fmla="*/ 24534 h 88868"/>
                  <a:gd name="connsiteX6" fmla="*/ -365 w 234124"/>
                  <a:gd name="connsiteY6" fmla="*/ -136 h 88868"/>
                  <a:gd name="connsiteX7" fmla="*/ 12684 w 234124"/>
                  <a:gd name="connsiteY7" fmla="*/ 2817 h 88868"/>
                  <a:gd name="connsiteX8" fmla="*/ 88884 w 234124"/>
                  <a:gd name="connsiteY8" fmla="*/ 12342 h 88868"/>
                  <a:gd name="connsiteX9" fmla="*/ 144510 w 234124"/>
                  <a:gd name="connsiteY9" fmla="*/ 12342 h 88868"/>
                  <a:gd name="connsiteX10" fmla="*/ 220710 w 234124"/>
                  <a:gd name="connsiteY10" fmla="*/ 2817 h 88868"/>
                  <a:gd name="connsiteX11" fmla="*/ 233759 w 234124"/>
                  <a:gd name="connsiteY11" fmla="*/ -136 h 88868"/>
                  <a:gd name="connsiteX12" fmla="*/ 218043 w 234124"/>
                  <a:gd name="connsiteY12" fmla="*/ 24534 h 88868"/>
                  <a:gd name="connsiteX13" fmla="*/ 185753 w 234124"/>
                  <a:gd name="connsiteY13" fmla="*/ 50252 h 88868"/>
                  <a:gd name="connsiteX14" fmla="*/ 150892 w 234124"/>
                  <a:gd name="connsiteY14" fmla="*/ 62063 h 88868"/>
                  <a:gd name="connsiteX15" fmla="*/ 134318 w 234124"/>
                  <a:gd name="connsiteY15" fmla="*/ 62063 h 88868"/>
                  <a:gd name="connsiteX16" fmla="*/ 140510 w 234124"/>
                  <a:gd name="connsiteY16" fmla="*/ 87971 h 8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4124" h="88868">
                    <a:moveTo>
                      <a:pt x="116793" y="88732"/>
                    </a:moveTo>
                    <a:lnTo>
                      <a:pt x="92790" y="87208"/>
                    </a:lnTo>
                    <a:lnTo>
                      <a:pt x="99076" y="61300"/>
                    </a:lnTo>
                    <a:cubicBezTo>
                      <a:pt x="93620" y="62791"/>
                      <a:pt x="87864" y="62791"/>
                      <a:pt x="82407" y="61300"/>
                    </a:cubicBezTo>
                    <a:cubicBezTo>
                      <a:pt x="70332" y="59502"/>
                      <a:pt x="58625" y="55771"/>
                      <a:pt x="47736" y="50251"/>
                    </a:cubicBezTo>
                    <a:cubicBezTo>
                      <a:pt x="35340" y="43915"/>
                      <a:pt x="24330" y="35173"/>
                      <a:pt x="15351" y="24534"/>
                    </a:cubicBezTo>
                    <a:cubicBezTo>
                      <a:pt x="8934" y="17123"/>
                      <a:pt x="3639" y="8812"/>
                      <a:pt x="-365" y="-136"/>
                    </a:cubicBezTo>
                    <a:cubicBezTo>
                      <a:pt x="3925" y="1097"/>
                      <a:pt x="8282" y="2082"/>
                      <a:pt x="12684" y="2817"/>
                    </a:cubicBezTo>
                    <a:cubicBezTo>
                      <a:pt x="37809" y="7902"/>
                      <a:pt x="63281" y="11086"/>
                      <a:pt x="88884" y="12342"/>
                    </a:cubicBezTo>
                    <a:lnTo>
                      <a:pt x="144510" y="12342"/>
                    </a:lnTo>
                    <a:cubicBezTo>
                      <a:pt x="170114" y="11086"/>
                      <a:pt x="195586" y="7902"/>
                      <a:pt x="220710" y="2817"/>
                    </a:cubicBezTo>
                    <a:cubicBezTo>
                      <a:pt x="225113" y="2083"/>
                      <a:pt x="229470" y="1097"/>
                      <a:pt x="233759" y="-136"/>
                    </a:cubicBezTo>
                    <a:cubicBezTo>
                      <a:pt x="229756" y="8812"/>
                      <a:pt x="224460" y="17124"/>
                      <a:pt x="218043" y="24534"/>
                    </a:cubicBezTo>
                    <a:cubicBezTo>
                      <a:pt x="209092" y="35163"/>
                      <a:pt x="198116" y="43905"/>
                      <a:pt x="185753" y="50252"/>
                    </a:cubicBezTo>
                    <a:cubicBezTo>
                      <a:pt x="174841" y="56032"/>
                      <a:pt x="163070" y="60020"/>
                      <a:pt x="150892" y="62063"/>
                    </a:cubicBezTo>
                    <a:cubicBezTo>
                      <a:pt x="145468" y="63555"/>
                      <a:pt x="139742" y="63555"/>
                      <a:pt x="134318" y="62063"/>
                    </a:cubicBezTo>
                    <a:lnTo>
                      <a:pt x="140510" y="87971"/>
                    </a:lnTo>
                    <a:close/>
                  </a:path>
                </a:pathLst>
              </a:custGeom>
              <a:solidFill>
                <a:srgbClr val="CAE5C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任意多边形: 形状 132">
                <a:extLst>
                  <a:ext uri="{FF2B5EF4-FFF2-40B4-BE49-F238E27FC236}">
                    <a16:creationId xmlns:a16="http://schemas.microsoft.com/office/drawing/2014/main" id="{A173EBA1-315D-4176-B1A9-FDC22BB54AD1}"/>
                  </a:ext>
                </a:extLst>
              </p:cNvPr>
              <p:cNvSpPr/>
              <p:nvPr/>
            </p:nvSpPr>
            <p:spPr>
              <a:xfrm>
                <a:off x="4050561" y="2168719"/>
                <a:ext cx="2183167" cy="1215848"/>
              </a:xfrm>
              <a:custGeom>
                <a:avLst/>
                <a:gdLst>
                  <a:gd name="connsiteX0" fmla="*/ 78597 w 201643"/>
                  <a:gd name="connsiteY0" fmla="*/ 112164 h 112299"/>
                  <a:gd name="connsiteX1" fmla="*/ 84217 w 201643"/>
                  <a:gd name="connsiteY1" fmla="*/ 89113 h 112299"/>
                  <a:gd name="connsiteX2" fmla="*/ 69072 w 201643"/>
                  <a:gd name="connsiteY2" fmla="*/ 89685 h 112299"/>
                  <a:gd name="connsiteX3" fmla="*/ 56118 w 201643"/>
                  <a:gd name="connsiteY3" fmla="*/ 78731 h 112299"/>
                  <a:gd name="connsiteX4" fmla="*/ 37068 w 201643"/>
                  <a:gd name="connsiteY4" fmla="*/ 73397 h 112299"/>
                  <a:gd name="connsiteX5" fmla="*/ 28972 w 201643"/>
                  <a:gd name="connsiteY5" fmla="*/ 57014 h 112299"/>
                  <a:gd name="connsiteX6" fmla="*/ 7636 w 201643"/>
                  <a:gd name="connsiteY6" fmla="*/ 43679 h 112299"/>
                  <a:gd name="connsiteX7" fmla="*/ -365 w 201643"/>
                  <a:gd name="connsiteY7" fmla="*/ 21105 h 112299"/>
                  <a:gd name="connsiteX8" fmla="*/ 87837 w 201643"/>
                  <a:gd name="connsiteY8" fmla="*/ 34154 h 112299"/>
                  <a:gd name="connsiteX9" fmla="*/ 92599 w 201643"/>
                  <a:gd name="connsiteY9" fmla="*/ 9961 h 112299"/>
                  <a:gd name="connsiteX10" fmla="*/ 100409 w 201643"/>
                  <a:gd name="connsiteY10" fmla="*/ -136 h 112299"/>
                  <a:gd name="connsiteX11" fmla="*/ 100409 w 201643"/>
                  <a:gd name="connsiteY11" fmla="*/ -136 h 112299"/>
                  <a:gd name="connsiteX12" fmla="*/ 108220 w 201643"/>
                  <a:gd name="connsiteY12" fmla="*/ 9961 h 112299"/>
                  <a:gd name="connsiteX13" fmla="*/ 112982 w 201643"/>
                  <a:gd name="connsiteY13" fmla="*/ 34154 h 112299"/>
                  <a:gd name="connsiteX14" fmla="*/ 201279 w 201643"/>
                  <a:gd name="connsiteY14" fmla="*/ 21105 h 112299"/>
                  <a:gd name="connsiteX15" fmla="*/ 193278 w 201643"/>
                  <a:gd name="connsiteY15" fmla="*/ 43679 h 112299"/>
                  <a:gd name="connsiteX16" fmla="*/ 171942 w 201643"/>
                  <a:gd name="connsiteY16" fmla="*/ 57014 h 112299"/>
                  <a:gd name="connsiteX17" fmla="*/ 163751 w 201643"/>
                  <a:gd name="connsiteY17" fmla="*/ 73397 h 112299"/>
                  <a:gd name="connsiteX18" fmla="*/ 144701 w 201643"/>
                  <a:gd name="connsiteY18" fmla="*/ 78731 h 112299"/>
                  <a:gd name="connsiteX19" fmla="*/ 131651 w 201643"/>
                  <a:gd name="connsiteY19" fmla="*/ 89685 h 112299"/>
                  <a:gd name="connsiteX20" fmla="*/ 116507 w 201643"/>
                  <a:gd name="connsiteY20" fmla="*/ 89113 h 112299"/>
                  <a:gd name="connsiteX21" fmla="*/ 122126 w 201643"/>
                  <a:gd name="connsiteY21" fmla="*/ 112164 h 112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1643" h="112299">
                    <a:moveTo>
                      <a:pt x="78597" y="112164"/>
                    </a:moveTo>
                    <a:lnTo>
                      <a:pt x="84217" y="89113"/>
                    </a:lnTo>
                    <a:cubicBezTo>
                      <a:pt x="79371" y="90976"/>
                      <a:pt x="74044" y="91177"/>
                      <a:pt x="69072" y="89685"/>
                    </a:cubicBezTo>
                    <a:cubicBezTo>
                      <a:pt x="63385" y="88055"/>
                      <a:pt x="58670" y="84068"/>
                      <a:pt x="56118" y="78731"/>
                    </a:cubicBezTo>
                    <a:cubicBezTo>
                      <a:pt x="49336" y="79278"/>
                      <a:pt x="42581" y="77387"/>
                      <a:pt x="37068" y="73397"/>
                    </a:cubicBezTo>
                    <a:cubicBezTo>
                      <a:pt x="32448" y="69117"/>
                      <a:pt x="29565" y="63285"/>
                      <a:pt x="28972" y="57014"/>
                    </a:cubicBezTo>
                    <a:cubicBezTo>
                      <a:pt x="20600" y="55005"/>
                      <a:pt x="13110" y="50324"/>
                      <a:pt x="7636" y="43679"/>
                    </a:cubicBezTo>
                    <a:cubicBezTo>
                      <a:pt x="2458" y="37295"/>
                      <a:pt x="-368" y="29325"/>
                      <a:pt x="-365" y="21105"/>
                    </a:cubicBezTo>
                    <a:cubicBezTo>
                      <a:pt x="28175" y="30029"/>
                      <a:pt x="57935" y="34432"/>
                      <a:pt x="87837" y="34154"/>
                    </a:cubicBezTo>
                    <a:lnTo>
                      <a:pt x="92599" y="9961"/>
                    </a:lnTo>
                    <a:cubicBezTo>
                      <a:pt x="93075" y="7389"/>
                      <a:pt x="94218" y="-136"/>
                      <a:pt x="100409" y="-136"/>
                    </a:cubicBezTo>
                    <a:lnTo>
                      <a:pt x="100409" y="-136"/>
                    </a:lnTo>
                    <a:cubicBezTo>
                      <a:pt x="106600" y="-136"/>
                      <a:pt x="107744" y="7389"/>
                      <a:pt x="108220" y="9961"/>
                    </a:cubicBezTo>
                    <a:lnTo>
                      <a:pt x="112982" y="34154"/>
                    </a:lnTo>
                    <a:cubicBezTo>
                      <a:pt x="142914" y="34422"/>
                      <a:pt x="172704" y="30019"/>
                      <a:pt x="201279" y="21105"/>
                    </a:cubicBezTo>
                    <a:cubicBezTo>
                      <a:pt x="201236" y="29317"/>
                      <a:pt x="198416" y="37273"/>
                      <a:pt x="193278" y="43679"/>
                    </a:cubicBezTo>
                    <a:cubicBezTo>
                      <a:pt x="187790" y="50308"/>
                      <a:pt x="180306" y="54986"/>
                      <a:pt x="171942" y="57014"/>
                    </a:cubicBezTo>
                    <a:cubicBezTo>
                      <a:pt x="171289" y="63288"/>
                      <a:pt x="168378" y="69110"/>
                      <a:pt x="163751" y="73397"/>
                    </a:cubicBezTo>
                    <a:cubicBezTo>
                      <a:pt x="158238" y="77387"/>
                      <a:pt x="151483" y="79278"/>
                      <a:pt x="144701" y="78731"/>
                    </a:cubicBezTo>
                    <a:cubicBezTo>
                      <a:pt x="142098" y="84066"/>
                      <a:pt x="137356" y="88046"/>
                      <a:pt x="131651" y="89685"/>
                    </a:cubicBezTo>
                    <a:cubicBezTo>
                      <a:pt x="126679" y="91177"/>
                      <a:pt x="121352" y="90976"/>
                      <a:pt x="116507" y="89113"/>
                    </a:cubicBezTo>
                    <a:lnTo>
                      <a:pt x="122126" y="112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19260346-67F9-4E99-A0F7-A8867EE573CD}"/>
                  </a:ext>
                </a:extLst>
              </p:cNvPr>
              <p:cNvSpPr/>
              <p:nvPr/>
            </p:nvSpPr>
            <p:spPr>
              <a:xfrm>
                <a:off x="4030967" y="2154274"/>
                <a:ext cx="2216175" cy="1248848"/>
              </a:xfrm>
              <a:custGeom>
                <a:avLst/>
                <a:gdLst>
                  <a:gd name="connsiteX0" fmla="*/ 126032 w 204692"/>
                  <a:gd name="connsiteY0" fmla="*/ 115212 h 115347"/>
                  <a:gd name="connsiteX1" fmla="*/ 78407 w 204692"/>
                  <a:gd name="connsiteY1" fmla="*/ 115212 h 115347"/>
                  <a:gd name="connsiteX2" fmla="*/ 83932 w 204692"/>
                  <a:gd name="connsiteY2" fmla="*/ 93019 h 115347"/>
                  <a:gd name="connsiteX3" fmla="*/ 77740 w 204692"/>
                  <a:gd name="connsiteY3" fmla="*/ 93685 h 115347"/>
                  <a:gd name="connsiteX4" fmla="*/ 70597 w 204692"/>
                  <a:gd name="connsiteY4" fmla="*/ 92638 h 115347"/>
                  <a:gd name="connsiteX5" fmla="*/ 57071 w 204692"/>
                  <a:gd name="connsiteY5" fmla="*/ 81874 h 115347"/>
                  <a:gd name="connsiteX6" fmla="*/ 55737 w 204692"/>
                  <a:gd name="connsiteY6" fmla="*/ 81874 h 115347"/>
                  <a:gd name="connsiteX7" fmla="*/ 37735 w 204692"/>
                  <a:gd name="connsiteY7" fmla="*/ 76064 h 115347"/>
                  <a:gd name="connsiteX8" fmla="*/ 29067 w 204692"/>
                  <a:gd name="connsiteY8" fmla="*/ 59777 h 115347"/>
                  <a:gd name="connsiteX9" fmla="*/ 8017 w 204692"/>
                  <a:gd name="connsiteY9" fmla="*/ 46156 h 115347"/>
                  <a:gd name="connsiteX10" fmla="*/ -365 w 204692"/>
                  <a:gd name="connsiteY10" fmla="*/ 22439 h 115347"/>
                  <a:gd name="connsiteX11" fmla="*/ -365 w 204692"/>
                  <a:gd name="connsiteY11" fmla="*/ 20057 h 115347"/>
                  <a:gd name="connsiteX12" fmla="*/ 1826 w 204692"/>
                  <a:gd name="connsiteY12" fmla="*/ 20819 h 115347"/>
                  <a:gd name="connsiteX13" fmla="*/ 88027 w 204692"/>
                  <a:gd name="connsiteY13" fmla="*/ 33773 h 115347"/>
                  <a:gd name="connsiteX14" fmla="*/ 88027 w 204692"/>
                  <a:gd name="connsiteY14" fmla="*/ 33773 h 115347"/>
                  <a:gd name="connsiteX15" fmla="*/ 92409 w 204692"/>
                  <a:gd name="connsiteY15" fmla="*/ 10913 h 115347"/>
                  <a:gd name="connsiteX16" fmla="*/ 92409 w 204692"/>
                  <a:gd name="connsiteY16" fmla="*/ 10913 h 115347"/>
                  <a:gd name="connsiteX17" fmla="*/ 101934 w 204692"/>
                  <a:gd name="connsiteY17" fmla="*/ -136 h 115347"/>
                  <a:gd name="connsiteX18" fmla="*/ 101934 w 204692"/>
                  <a:gd name="connsiteY18" fmla="*/ -136 h 115347"/>
                  <a:gd name="connsiteX19" fmla="*/ 111459 w 204692"/>
                  <a:gd name="connsiteY19" fmla="*/ 10913 h 115347"/>
                  <a:gd name="connsiteX20" fmla="*/ 111459 w 204692"/>
                  <a:gd name="connsiteY20" fmla="*/ 10913 h 115347"/>
                  <a:gd name="connsiteX21" fmla="*/ 115935 w 204692"/>
                  <a:gd name="connsiteY21" fmla="*/ 33773 h 115347"/>
                  <a:gd name="connsiteX22" fmla="*/ 115935 w 204692"/>
                  <a:gd name="connsiteY22" fmla="*/ 33773 h 115347"/>
                  <a:gd name="connsiteX23" fmla="*/ 202137 w 204692"/>
                  <a:gd name="connsiteY23" fmla="*/ 20819 h 115347"/>
                  <a:gd name="connsiteX24" fmla="*/ 204327 w 204692"/>
                  <a:gd name="connsiteY24" fmla="*/ 20057 h 115347"/>
                  <a:gd name="connsiteX25" fmla="*/ 204327 w 204692"/>
                  <a:gd name="connsiteY25" fmla="*/ 22438 h 115347"/>
                  <a:gd name="connsiteX26" fmla="*/ 196041 w 204692"/>
                  <a:gd name="connsiteY26" fmla="*/ 46155 h 115347"/>
                  <a:gd name="connsiteX27" fmla="*/ 174895 w 204692"/>
                  <a:gd name="connsiteY27" fmla="*/ 59776 h 115347"/>
                  <a:gd name="connsiteX28" fmla="*/ 166227 w 204692"/>
                  <a:gd name="connsiteY28" fmla="*/ 76064 h 115347"/>
                  <a:gd name="connsiteX29" fmla="*/ 147177 w 204692"/>
                  <a:gd name="connsiteY29" fmla="*/ 81874 h 115347"/>
                  <a:gd name="connsiteX30" fmla="*/ 133747 w 204692"/>
                  <a:gd name="connsiteY30" fmla="*/ 92637 h 115347"/>
                  <a:gd name="connsiteX31" fmla="*/ 126603 w 204692"/>
                  <a:gd name="connsiteY31" fmla="*/ 93685 h 115347"/>
                  <a:gd name="connsiteX32" fmla="*/ 120412 w 204692"/>
                  <a:gd name="connsiteY32" fmla="*/ 93018 h 115347"/>
                  <a:gd name="connsiteX33" fmla="*/ 82598 w 204692"/>
                  <a:gd name="connsiteY33" fmla="*/ 111783 h 115347"/>
                  <a:gd name="connsiteX34" fmla="*/ 121651 w 204692"/>
                  <a:gd name="connsiteY34" fmla="*/ 111783 h 115347"/>
                  <a:gd name="connsiteX35" fmla="*/ 115745 w 204692"/>
                  <a:gd name="connsiteY35" fmla="*/ 87589 h 115347"/>
                  <a:gd name="connsiteX36" fmla="*/ 118888 w 204692"/>
                  <a:gd name="connsiteY36" fmla="*/ 88923 h 115347"/>
                  <a:gd name="connsiteX37" fmla="*/ 126794 w 204692"/>
                  <a:gd name="connsiteY37" fmla="*/ 90352 h 115347"/>
                  <a:gd name="connsiteX38" fmla="*/ 132890 w 204692"/>
                  <a:gd name="connsiteY38" fmla="*/ 89399 h 115347"/>
                  <a:gd name="connsiteX39" fmla="*/ 144796 w 204692"/>
                  <a:gd name="connsiteY39" fmla="*/ 79874 h 115347"/>
                  <a:gd name="connsiteX40" fmla="*/ 145273 w 204692"/>
                  <a:gd name="connsiteY40" fmla="*/ 78636 h 115347"/>
                  <a:gd name="connsiteX41" fmla="*/ 148702 w 204692"/>
                  <a:gd name="connsiteY41" fmla="*/ 78636 h 115347"/>
                  <a:gd name="connsiteX42" fmla="*/ 164513 w 204692"/>
                  <a:gd name="connsiteY42" fmla="*/ 73683 h 115347"/>
                  <a:gd name="connsiteX43" fmla="*/ 172133 w 204692"/>
                  <a:gd name="connsiteY43" fmla="*/ 58443 h 115347"/>
                  <a:gd name="connsiteX44" fmla="*/ 172133 w 204692"/>
                  <a:gd name="connsiteY44" fmla="*/ 57205 h 115347"/>
                  <a:gd name="connsiteX45" fmla="*/ 173371 w 204692"/>
                  <a:gd name="connsiteY45" fmla="*/ 57205 h 115347"/>
                  <a:gd name="connsiteX46" fmla="*/ 193755 w 204692"/>
                  <a:gd name="connsiteY46" fmla="*/ 44441 h 115347"/>
                  <a:gd name="connsiteX47" fmla="*/ 201280 w 204692"/>
                  <a:gd name="connsiteY47" fmla="*/ 25391 h 115347"/>
                  <a:gd name="connsiteX48" fmla="*/ 116317 w 204692"/>
                  <a:gd name="connsiteY48" fmla="*/ 37774 h 115347"/>
                  <a:gd name="connsiteX49" fmla="*/ 113364 w 204692"/>
                  <a:gd name="connsiteY49" fmla="*/ 37774 h 115347"/>
                  <a:gd name="connsiteX50" fmla="*/ 113364 w 204692"/>
                  <a:gd name="connsiteY50" fmla="*/ 36345 h 115347"/>
                  <a:gd name="connsiteX51" fmla="*/ 108696 w 204692"/>
                  <a:gd name="connsiteY51" fmla="*/ 12151 h 115347"/>
                  <a:gd name="connsiteX52" fmla="*/ 108696 w 204692"/>
                  <a:gd name="connsiteY52" fmla="*/ 12151 h 115347"/>
                  <a:gd name="connsiteX53" fmla="*/ 102601 w 204692"/>
                  <a:gd name="connsiteY53" fmla="*/ 3865 h 115347"/>
                  <a:gd name="connsiteX54" fmla="*/ 102601 w 204692"/>
                  <a:gd name="connsiteY54" fmla="*/ 3865 h 115347"/>
                  <a:gd name="connsiteX55" fmla="*/ 96504 w 204692"/>
                  <a:gd name="connsiteY55" fmla="*/ 12151 h 115347"/>
                  <a:gd name="connsiteX56" fmla="*/ 96504 w 204692"/>
                  <a:gd name="connsiteY56" fmla="*/ 12151 h 115347"/>
                  <a:gd name="connsiteX57" fmla="*/ 91837 w 204692"/>
                  <a:gd name="connsiteY57" fmla="*/ 36345 h 115347"/>
                  <a:gd name="connsiteX58" fmla="*/ 91837 w 204692"/>
                  <a:gd name="connsiteY58" fmla="*/ 37774 h 115347"/>
                  <a:gd name="connsiteX59" fmla="*/ 88885 w 204692"/>
                  <a:gd name="connsiteY59" fmla="*/ 37774 h 115347"/>
                  <a:gd name="connsiteX60" fmla="*/ 3921 w 204692"/>
                  <a:gd name="connsiteY60" fmla="*/ 25391 h 115347"/>
                  <a:gd name="connsiteX61" fmla="*/ 11541 w 204692"/>
                  <a:gd name="connsiteY61" fmla="*/ 44441 h 115347"/>
                  <a:gd name="connsiteX62" fmla="*/ 31830 w 204692"/>
                  <a:gd name="connsiteY62" fmla="*/ 57205 h 115347"/>
                  <a:gd name="connsiteX63" fmla="*/ 33068 w 204692"/>
                  <a:gd name="connsiteY63" fmla="*/ 57205 h 115347"/>
                  <a:gd name="connsiteX64" fmla="*/ 33068 w 204692"/>
                  <a:gd name="connsiteY64" fmla="*/ 58443 h 115347"/>
                  <a:gd name="connsiteX65" fmla="*/ 40688 w 204692"/>
                  <a:gd name="connsiteY65" fmla="*/ 73683 h 115347"/>
                  <a:gd name="connsiteX66" fmla="*/ 56500 w 204692"/>
                  <a:gd name="connsiteY66" fmla="*/ 78636 h 115347"/>
                  <a:gd name="connsiteX67" fmla="*/ 59928 w 204692"/>
                  <a:gd name="connsiteY67" fmla="*/ 78636 h 115347"/>
                  <a:gd name="connsiteX68" fmla="*/ 60405 w 204692"/>
                  <a:gd name="connsiteY68" fmla="*/ 79874 h 115347"/>
                  <a:gd name="connsiteX69" fmla="*/ 72406 w 204692"/>
                  <a:gd name="connsiteY69" fmla="*/ 89399 h 115347"/>
                  <a:gd name="connsiteX70" fmla="*/ 78503 w 204692"/>
                  <a:gd name="connsiteY70" fmla="*/ 90352 h 115347"/>
                  <a:gd name="connsiteX71" fmla="*/ 86313 w 204692"/>
                  <a:gd name="connsiteY71" fmla="*/ 88923 h 115347"/>
                  <a:gd name="connsiteX72" fmla="*/ 89456 w 204692"/>
                  <a:gd name="connsiteY72" fmla="*/ 87685 h 115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204692" h="115347">
                    <a:moveTo>
                      <a:pt x="126032" y="115212"/>
                    </a:moveTo>
                    <a:lnTo>
                      <a:pt x="78407" y="115212"/>
                    </a:lnTo>
                    <a:lnTo>
                      <a:pt x="83932" y="93019"/>
                    </a:lnTo>
                    <a:cubicBezTo>
                      <a:pt x="81899" y="93471"/>
                      <a:pt x="79823" y="93695"/>
                      <a:pt x="77740" y="93685"/>
                    </a:cubicBezTo>
                    <a:cubicBezTo>
                      <a:pt x="75321" y="93686"/>
                      <a:pt x="72914" y="93333"/>
                      <a:pt x="70597" y="92638"/>
                    </a:cubicBezTo>
                    <a:cubicBezTo>
                      <a:pt x="64863" y="90940"/>
                      <a:pt x="60013" y="87081"/>
                      <a:pt x="57071" y="81874"/>
                    </a:cubicBezTo>
                    <a:lnTo>
                      <a:pt x="55737" y="81874"/>
                    </a:lnTo>
                    <a:cubicBezTo>
                      <a:pt x="49259" y="81986"/>
                      <a:pt x="42926" y="79942"/>
                      <a:pt x="37735" y="76064"/>
                    </a:cubicBezTo>
                    <a:cubicBezTo>
                      <a:pt x="33007" y="71834"/>
                      <a:pt x="29935" y="66061"/>
                      <a:pt x="29067" y="59777"/>
                    </a:cubicBezTo>
                    <a:cubicBezTo>
                      <a:pt x="20837" y="57463"/>
                      <a:pt x="13500" y="52715"/>
                      <a:pt x="8017" y="46156"/>
                    </a:cubicBezTo>
                    <a:cubicBezTo>
                      <a:pt x="2619" y="39427"/>
                      <a:pt x="-337" y="31065"/>
                      <a:pt x="-365" y="22439"/>
                    </a:cubicBezTo>
                    <a:lnTo>
                      <a:pt x="-365" y="20057"/>
                    </a:lnTo>
                    <a:lnTo>
                      <a:pt x="1826" y="20819"/>
                    </a:lnTo>
                    <a:cubicBezTo>
                      <a:pt x="29712" y="29590"/>
                      <a:pt x="58795" y="33961"/>
                      <a:pt x="88027" y="33773"/>
                    </a:cubicBezTo>
                    <a:lnTo>
                      <a:pt x="88027" y="33773"/>
                    </a:lnTo>
                    <a:cubicBezTo>
                      <a:pt x="88980" y="28915"/>
                      <a:pt x="92123" y="12532"/>
                      <a:pt x="92409" y="10913"/>
                    </a:cubicBezTo>
                    <a:lnTo>
                      <a:pt x="92409" y="10913"/>
                    </a:lnTo>
                    <a:cubicBezTo>
                      <a:pt x="92980" y="7960"/>
                      <a:pt x="94600" y="-136"/>
                      <a:pt x="101934" y="-136"/>
                    </a:cubicBezTo>
                    <a:lnTo>
                      <a:pt x="101934" y="-136"/>
                    </a:lnTo>
                    <a:cubicBezTo>
                      <a:pt x="109268" y="-136"/>
                      <a:pt x="110792" y="7960"/>
                      <a:pt x="111459" y="10913"/>
                    </a:cubicBezTo>
                    <a:lnTo>
                      <a:pt x="111459" y="10913"/>
                    </a:lnTo>
                    <a:cubicBezTo>
                      <a:pt x="111459" y="12532"/>
                      <a:pt x="114983" y="28915"/>
                      <a:pt x="115935" y="33773"/>
                    </a:cubicBezTo>
                    <a:lnTo>
                      <a:pt x="115935" y="33773"/>
                    </a:lnTo>
                    <a:cubicBezTo>
                      <a:pt x="145168" y="33961"/>
                      <a:pt x="174251" y="29590"/>
                      <a:pt x="202137" y="20819"/>
                    </a:cubicBezTo>
                    <a:lnTo>
                      <a:pt x="204327" y="20057"/>
                    </a:lnTo>
                    <a:lnTo>
                      <a:pt x="204327" y="22438"/>
                    </a:lnTo>
                    <a:cubicBezTo>
                      <a:pt x="204326" y="31053"/>
                      <a:pt x="201405" y="39414"/>
                      <a:pt x="196041" y="46155"/>
                    </a:cubicBezTo>
                    <a:cubicBezTo>
                      <a:pt x="190529" y="52726"/>
                      <a:pt x="183157" y="57474"/>
                      <a:pt x="174895" y="59776"/>
                    </a:cubicBezTo>
                    <a:cubicBezTo>
                      <a:pt x="174028" y="66061"/>
                      <a:pt x="170956" y="71833"/>
                      <a:pt x="166227" y="76064"/>
                    </a:cubicBezTo>
                    <a:cubicBezTo>
                      <a:pt x="160724" y="80113"/>
                      <a:pt x="154004" y="82163"/>
                      <a:pt x="147177" y="81874"/>
                    </a:cubicBezTo>
                    <a:cubicBezTo>
                      <a:pt x="144258" y="87061"/>
                      <a:pt x="139446" y="90918"/>
                      <a:pt x="133747" y="92637"/>
                    </a:cubicBezTo>
                    <a:cubicBezTo>
                      <a:pt x="131428" y="93324"/>
                      <a:pt x="129022" y="93677"/>
                      <a:pt x="126603" y="93685"/>
                    </a:cubicBezTo>
                    <a:cubicBezTo>
                      <a:pt x="124521" y="93699"/>
                      <a:pt x="122444" y="93475"/>
                      <a:pt x="120412" y="93018"/>
                    </a:cubicBezTo>
                    <a:close/>
                    <a:moveTo>
                      <a:pt x="82598" y="111783"/>
                    </a:moveTo>
                    <a:lnTo>
                      <a:pt x="121651" y="111783"/>
                    </a:lnTo>
                    <a:lnTo>
                      <a:pt x="115745" y="87589"/>
                    </a:lnTo>
                    <a:lnTo>
                      <a:pt x="118888" y="88923"/>
                    </a:lnTo>
                    <a:cubicBezTo>
                      <a:pt x="121417" y="89866"/>
                      <a:pt x="124095" y="90350"/>
                      <a:pt x="126794" y="90352"/>
                    </a:cubicBezTo>
                    <a:cubicBezTo>
                      <a:pt x="128861" y="90330"/>
                      <a:pt x="130915" y="90009"/>
                      <a:pt x="132890" y="89399"/>
                    </a:cubicBezTo>
                    <a:cubicBezTo>
                      <a:pt x="138012" y="88020"/>
                      <a:pt x="142327" y="84568"/>
                      <a:pt x="144796" y="79874"/>
                    </a:cubicBezTo>
                    <a:lnTo>
                      <a:pt x="145273" y="78636"/>
                    </a:lnTo>
                    <a:lnTo>
                      <a:pt x="148702" y="78636"/>
                    </a:lnTo>
                    <a:cubicBezTo>
                      <a:pt x="154379" y="78811"/>
                      <a:pt x="159950" y="77066"/>
                      <a:pt x="164513" y="73683"/>
                    </a:cubicBezTo>
                    <a:cubicBezTo>
                      <a:pt x="168817" y="69695"/>
                      <a:pt x="171525" y="64279"/>
                      <a:pt x="172133" y="58443"/>
                    </a:cubicBezTo>
                    <a:lnTo>
                      <a:pt x="172133" y="57205"/>
                    </a:lnTo>
                    <a:lnTo>
                      <a:pt x="173371" y="57205"/>
                    </a:lnTo>
                    <a:cubicBezTo>
                      <a:pt x="181350" y="55225"/>
                      <a:pt x="188489" y="50754"/>
                      <a:pt x="193755" y="44441"/>
                    </a:cubicBezTo>
                    <a:cubicBezTo>
                      <a:pt x="198109" y="38985"/>
                      <a:pt x="200730" y="32350"/>
                      <a:pt x="201280" y="25391"/>
                    </a:cubicBezTo>
                    <a:cubicBezTo>
                      <a:pt x="173736" y="33738"/>
                      <a:pt x="145097" y="37911"/>
                      <a:pt x="116317" y="37774"/>
                    </a:cubicBezTo>
                    <a:lnTo>
                      <a:pt x="113364" y="37774"/>
                    </a:lnTo>
                    <a:lnTo>
                      <a:pt x="113364" y="36345"/>
                    </a:lnTo>
                    <a:lnTo>
                      <a:pt x="108696" y="12151"/>
                    </a:lnTo>
                    <a:lnTo>
                      <a:pt x="108696" y="12151"/>
                    </a:lnTo>
                    <a:cubicBezTo>
                      <a:pt x="107935" y="8056"/>
                      <a:pt x="106601" y="3865"/>
                      <a:pt x="102601" y="3865"/>
                    </a:cubicBezTo>
                    <a:lnTo>
                      <a:pt x="102601" y="3865"/>
                    </a:lnTo>
                    <a:cubicBezTo>
                      <a:pt x="98695" y="3865"/>
                      <a:pt x="97362" y="8056"/>
                      <a:pt x="96504" y="12151"/>
                    </a:cubicBezTo>
                    <a:lnTo>
                      <a:pt x="96504" y="12151"/>
                    </a:lnTo>
                    <a:lnTo>
                      <a:pt x="91837" y="36345"/>
                    </a:lnTo>
                    <a:lnTo>
                      <a:pt x="91837" y="37774"/>
                    </a:lnTo>
                    <a:lnTo>
                      <a:pt x="88885" y="37774"/>
                    </a:lnTo>
                    <a:cubicBezTo>
                      <a:pt x="60105" y="37901"/>
                      <a:pt x="31468" y="33728"/>
                      <a:pt x="3921" y="25391"/>
                    </a:cubicBezTo>
                    <a:cubicBezTo>
                      <a:pt x="4470" y="32367"/>
                      <a:pt x="7127" y="39012"/>
                      <a:pt x="11541" y="44441"/>
                    </a:cubicBezTo>
                    <a:cubicBezTo>
                      <a:pt x="16755" y="50768"/>
                      <a:pt x="23870" y="55244"/>
                      <a:pt x="31830" y="57205"/>
                    </a:cubicBezTo>
                    <a:lnTo>
                      <a:pt x="33068" y="57205"/>
                    </a:lnTo>
                    <a:lnTo>
                      <a:pt x="33068" y="58443"/>
                    </a:lnTo>
                    <a:cubicBezTo>
                      <a:pt x="33726" y="64264"/>
                      <a:pt x="36425" y="69664"/>
                      <a:pt x="40688" y="73683"/>
                    </a:cubicBezTo>
                    <a:cubicBezTo>
                      <a:pt x="45255" y="77059"/>
                      <a:pt x="50823" y="78803"/>
                      <a:pt x="56500" y="78636"/>
                    </a:cubicBezTo>
                    <a:lnTo>
                      <a:pt x="59928" y="78636"/>
                    </a:lnTo>
                    <a:lnTo>
                      <a:pt x="60405" y="79874"/>
                    </a:lnTo>
                    <a:cubicBezTo>
                      <a:pt x="62896" y="84589"/>
                      <a:pt x="67249" y="88044"/>
                      <a:pt x="72406" y="89399"/>
                    </a:cubicBezTo>
                    <a:cubicBezTo>
                      <a:pt x="74380" y="90016"/>
                      <a:pt x="76435" y="90336"/>
                      <a:pt x="78503" y="90352"/>
                    </a:cubicBezTo>
                    <a:cubicBezTo>
                      <a:pt x="81172" y="90357"/>
                      <a:pt x="83819" y="89873"/>
                      <a:pt x="86313" y="88923"/>
                    </a:cubicBezTo>
                    <a:lnTo>
                      <a:pt x="89456" y="87685"/>
                    </a:lnTo>
                    <a:close/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5" name="任意多边形: 形状 134">
                <a:extLst>
                  <a:ext uri="{FF2B5EF4-FFF2-40B4-BE49-F238E27FC236}">
                    <a16:creationId xmlns:a16="http://schemas.microsoft.com/office/drawing/2014/main" id="{D473A42C-4ED7-4FCB-9017-BF1C2BA7C87A}"/>
                  </a:ext>
                </a:extLst>
              </p:cNvPr>
              <p:cNvSpPr/>
              <p:nvPr/>
            </p:nvSpPr>
            <p:spPr>
              <a:xfrm>
                <a:off x="5089901" y="1768141"/>
                <a:ext cx="765536" cy="591631"/>
              </a:xfrm>
              <a:custGeom>
                <a:avLst/>
                <a:gdLst>
                  <a:gd name="connsiteX0" fmla="*/ 235474 w 765536"/>
                  <a:gd name="connsiteY0" fmla="*/ 492940 h 591631"/>
                  <a:gd name="connsiteX1" fmla="*/ 238582 w 765536"/>
                  <a:gd name="connsiteY1" fmla="*/ 497458 h 591631"/>
                  <a:gd name="connsiteX2" fmla="*/ 235474 w 765536"/>
                  <a:gd name="connsiteY2" fmla="*/ 498104 h 591631"/>
                  <a:gd name="connsiteX3" fmla="*/ 294255 w 765536"/>
                  <a:gd name="connsiteY3" fmla="*/ 485883 h 591631"/>
                  <a:gd name="connsiteX4" fmla="*/ 353043 w 765536"/>
                  <a:gd name="connsiteY4" fmla="*/ 498104 h 591631"/>
                  <a:gd name="connsiteX5" fmla="*/ 467503 w 765536"/>
                  <a:gd name="connsiteY5" fmla="*/ 580604 h 591631"/>
                  <a:gd name="connsiteX6" fmla="*/ 332418 w 765536"/>
                  <a:gd name="connsiteY6" fmla="*/ 580604 h 591631"/>
                  <a:gd name="connsiteX7" fmla="*/ 273540 w 765536"/>
                  <a:gd name="connsiteY7" fmla="*/ 548278 h 591631"/>
                  <a:gd name="connsiteX8" fmla="*/ 238582 w 765536"/>
                  <a:gd name="connsiteY8" fmla="*/ 497458 h 591631"/>
                  <a:gd name="connsiteX9" fmla="*/ 454621 w 765536"/>
                  <a:gd name="connsiteY9" fmla="*/ 406943 h 591631"/>
                  <a:gd name="connsiteX10" fmla="*/ 519074 w 765536"/>
                  <a:gd name="connsiteY10" fmla="*/ 417670 h 591631"/>
                  <a:gd name="connsiteX11" fmla="*/ 636644 w 765536"/>
                  <a:gd name="connsiteY11" fmla="*/ 492952 h 591631"/>
                  <a:gd name="connsiteX12" fmla="*/ 497420 w 765536"/>
                  <a:gd name="connsiteY12" fmla="*/ 501202 h 591631"/>
                  <a:gd name="connsiteX13" fmla="*/ 394293 w 765536"/>
                  <a:gd name="connsiteY13" fmla="*/ 424881 h 591631"/>
                  <a:gd name="connsiteX14" fmla="*/ 390168 w 765536"/>
                  <a:gd name="connsiteY14" fmla="*/ 417670 h 591631"/>
                  <a:gd name="connsiteX15" fmla="*/ 454621 w 765536"/>
                  <a:gd name="connsiteY15" fmla="*/ 406943 h 591631"/>
                  <a:gd name="connsiteX16" fmla="*/ 644882 w 765536"/>
                  <a:gd name="connsiteY16" fmla="*/ 279479 h 591631"/>
                  <a:gd name="connsiteX17" fmla="*/ 765536 w 765536"/>
                  <a:gd name="connsiteY17" fmla="*/ 295979 h 591631"/>
                  <a:gd name="connsiteX18" fmla="*/ 651075 w 765536"/>
                  <a:gd name="connsiteY18" fmla="*/ 359921 h 591631"/>
                  <a:gd name="connsiteX19" fmla="*/ 529380 w 765536"/>
                  <a:gd name="connsiteY19" fmla="*/ 321757 h 591631"/>
                  <a:gd name="connsiteX20" fmla="*/ 644882 w 765536"/>
                  <a:gd name="connsiteY20" fmla="*/ 279479 h 591631"/>
                  <a:gd name="connsiteX21" fmla="*/ 725324 w 765536"/>
                  <a:gd name="connsiteY21" fmla="*/ 0 h 591631"/>
                  <a:gd name="connsiteX22" fmla="*/ 702642 w 765536"/>
                  <a:gd name="connsiteY22" fmla="*/ 135098 h 591631"/>
                  <a:gd name="connsiteX23" fmla="*/ 672700 w 765536"/>
                  <a:gd name="connsiteY23" fmla="*/ 184089 h 591631"/>
                  <a:gd name="connsiteX24" fmla="*/ 622477 w 765536"/>
                  <a:gd name="connsiteY24" fmla="*/ 211255 h 591631"/>
                  <a:gd name="connsiteX25" fmla="*/ 600535 w 765536"/>
                  <a:gd name="connsiteY25" fmla="*/ 244409 h 591631"/>
                  <a:gd name="connsiteX26" fmla="*/ 24068 w 765536"/>
                  <a:gd name="connsiteY26" fmla="*/ 558942 h 591631"/>
                  <a:gd name="connsiteX27" fmla="*/ 520 w 765536"/>
                  <a:gd name="connsiteY27" fmla="*/ 544336 h 591631"/>
                  <a:gd name="connsiteX28" fmla="*/ 15136 w 765536"/>
                  <a:gd name="connsiteY28" fmla="*/ 520788 h 591631"/>
                  <a:gd name="connsiteX29" fmla="*/ 22000 w 765536"/>
                  <a:gd name="connsiteY29" fmla="*/ 520788 h 591631"/>
                  <a:gd name="connsiteX30" fmla="*/ 79751 w 765536"/>
                  <a:gd name="connsiteY30" fmla="*/ 507384 h 591631"/>
                  <a:gd name="connsiteX31" fmla="*/ 222404 w 765536"/>
                  <a:gd name="connsiteY31" fmla="*/ 459271 h 591631"/>
                  <a:gd name="connsiteX32" fmla="*/ 224223 w 765536"/>
                  <a:gd name="connsiteY32" fmla="*/ 458380 h 591631"/>
                  <a:gd name="connsiteX33" fmla="*/ 200027 w 765536"/>
                  <a:gd name="connsiteY33" fmla="*/ 401188 h 591631"/>
                  <a:gd name="connsiteX34" fmla="*/ 196289 w 765536"/>
                  <a:gd name="connsiteY34" fmla="*/ 334133 h 591631"/>
                  <a:gd name="connsiteX35" fmla="*/ 267444 w 765536"/>
                  <a:gd name="connsiteY35" fmla="*/ 210381 h 591631"/>
                  <a:gd name="connsiteX36" fmla="*/ 290126 w 765536"/>
                  <a:gd name="connsiteY36" fmla="*/ 349604 h 591631"/>
                  <a:gd name="connsiteX37" fmla="*/ 258160 w 765536"/>
                  <a:gd name="connsiteY37" fmla="*/ 427978 h 591631"/>
                  <a:gd name="connsiteX38" fmla="*/ 237560 w 765536"/>
                  <a:gd name="connsiteY38" fmla="*/ 451839 h 591631"/>
                  <a:gd name="connsiteX39" fmla="*/ 357006 w 765536"/>
                  <a:gd name="connsiteY39" fmla="*/ 393266 h 591631"/>
                  <a:gd name="connsiteX40" fmla="*/ 374979 w 765536"/>
                  <a:gd name="connsiteY40" fmla="*/ 381329 h 591631"/>
                  <a:gd name="connsiteX41" fmla="*/ 351341 w 765536"/>
                  <a:gd name="connsiteY41" fmla="*/ 323131 h 591631"/>
                  <a:gd name="connsiteX42" fmla="*/ 346848 w 765536"/>
                  <a:gd name="connsiteY42" fmla="*/ 255756 h 591631"/>
                  <a:gd name="connsiteX43" fmla="*/ 411818 w 765536"/>
                  <a:gd name="connsiteY43" fmla="*/ 128907 h 591631"/>
                  <a:gd name="connsiteX44" fmla="*/ 435529 w 765536"/>
                  <a:gd name="connsiteY44" fmla="*/ 269160 h 591631"/>
                  <a:gd name="connsiteX45" fmla="*/ 416846 w 765536"/>
                  <a:gd name="connsiteY45" fmla="*/ 332829 h 591631"/>
                  <a:gd name="connsiteX46" fmla="*/ 385216 w 765536"/>
                  <a:gd name="connsiteY46" fmla="*/ 374530 h 591631"/>
                  <a:gd name="connsiteX47" fmla="*/ 481888 w 765536"/>
                  <a:gd name="connsiteY47" fmla="*/ 310325 h 591631"/>
                  <a:gd name="connsiteX48" fmla="*/ 506039 w 765536"/>
                  <a:gd name="connsiteY48" fmla="*/ 289276 h 591631"/>
                  <a:gd name="connsiteX49" fmla="*/ 484391 w 765536"/>
                  <a:gd name="connsiteY49" fmla="*/ 235880 h 591631"/>
                  <a:gd name="connsiteX50" fmla="*/ 479881 w 765536"/>
                  <a:gd name="connsiteY50" fmla="*/ 171186 h 591631"/>
                  <a:gd name="connsiteX51" fmla="*/ 540727 w 765536"/>
                  <a:gd name="connsiteY51" fmla="*/ 50530 h 591631"/>
                  <a:gd name="connsiteX52" fmla="*/ 563420 w 765536"/>
                  <a:gd name="connsiteY52" fmla="*/ 184590 h 591631"/>
                  <a:gd name="connsiteX53" fmla="*/ 546019 w 765536"/>
                  <a:gd name="connsiteY53" fmla="*/ 245158 h 591631"/>
                  <a:gd name="connsiteX54" fmla="*/ 527169 w 765536"/>
                  <a:gd name="connsiteY54" fmla="*/ 270860 h 591631"/>
                  <a:gd name="connsiteX55" fmla="*/ 595382 w 765536"/>
                  <a:gd name="connsiteY55" fmla="*/ 211408 h 591631"/>
                  <a:gd name="connsiteX56" fmla="*/ 619656 w 765536"/>
                  <a:gd name="connsiteY56" fmla="*/ 180334 h 591631"/>
                  <a:gd name="connsiteX57" fmla="*/ 617073 w 765536"/>
                  <a:gd name="connsiteY57" fmla="*/ 148754 h 591631"/>
                  <a:gd name="connsiteX58" fmla="*/ 635602 w 765536"/>
                  <a:gd name="connsiteY58" fmla="*/ 88684 h 591631"/>
                  <a:gd name="connsiteX59" fmla="*/ 725324 w 765536"/>
                  <a:gd name="connsiteY59" fmla="*/ 0 h 591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765536" h="591631">
                    <a:moveTo>
                      <a:pt x="235474" y="492940"/>
                    </a:moveTo>
                    <a:lnTo>
                      <a:pt x="238582" y="497458"/>
                    </a:lnTo>
                    <a:lnTo>
                      <a:pt x="235474" y="498104"/>
                    </a:lnTo>
                    <a:close/>
                    <a:moveTo>
                      <a:pt x="294255" y="485883"/>
                    </a:moveTo>
                    <a:cubicBezTo>
                      <a:pt x="314272" y="485883"/>
                      <a:pt x="334291" y="489957"/>
                      <a:pt x="353043" y="498104"/>
                    </a:cubicBezTo>
                    <a:cubicBezTo>
                      <a:pt x="395646" y="518827"/>
                      <a:pt x="434373" y="546727"/>
                      <a:pt x="467503" y="580604"/>
                    </a:cubicBezTo>
                    <a:cubicBezTo>
                      <a:pt x="423677" y="595307"/>
                      <a:pt x="376244" y="595307"/>
                      <a:pt x="332418" y="580604"/>
                    </a:cubicBezTo>
                    <a:cubicBezTo>
                      <a:pt x="310234" y="574487"/>
                      <a:pt x="290153" y="563300"/>
                      <a:pt x="273540" y="548278"/>
                    </a:cubicBezTo>
                    <a:lnTo>
                      <a:pt x="238582" y="497458"/>
                    </a:lnTo>
                    <a:close/>
                    <a:moveTo>
                      <a:pt x="454621" y="406943"/>
                    </a:moveTo>
                    <a:cubicBezTo>
                      <a:pt x="476402" y="406943"/>
                      <a:pt x="498183" y="410519"/>
                      <a:pt x="519074" y="417670"/>
                    </a:cubicBezTo>
                    <a:cubicBezTo>
                      <a:pt x="563757" y="432915"/>
                      <a:pt x="604098" y="458749"/>
                      <a:pt x="636644" y="492952"/>
                    </a:cubicBezTo>
                    <a:cubicBezTo>
                      <a:pt x="590998" y="503291"/>
                      <a:pt x="543965" y="506085"/>
                      <a:pt x="497420" y="501202"/>
                    </a:cubicBezTo>
                    <a:cubicBezTo>
                      <a:pt x="454860" y="489249"/>
                      <a:pt x="418167" y="462094"/>
                      <a:pt x="394293" y="424881"/>
                    </a:cubicBezTo>
                    <a:lnTo>
                      <a:pt x="390168" y="417670"/>
                    </a:lnTo>
                    <a:cubicBezTo>
                      <a:pt x="411059" y="410519"/>
                      <a:pt x="432840" y="406943"/>
                      <a:pt x="454621" y="406943"/>
                    </a:cubicBezTo>
                    <a:close/>
                    <a:moveTo>
                      <a:pt x="644882" y="279479"/>
                    </a:moveTo>
                    <a:cubicBezTo>
                      <a:pt x="685537" y="281092"/>
                      <a:pt x="725943" y="286624"/>
                      <a:pt x="765536" y="295979"/>
                    </a:cubicBezTo>
                    <a:cubicBezTo>
                      <a:pt x="734398" y="327950"/>
                      <a:pt x="694620" y="350167"/>
                      <a:pt x="651075" y="359921"/>
                    </a:cubicBezTo>
                    <a:cubicBezTo>
                      <a:pt x="607345" y="361448"/>
                      <a:pt x="564405" y="347990"/>
                      <a:pt x="529380" y="321757"/>
                    </a:cubicBezTo>
                    <a:cubicBezTo>
                      <a:pt x="561699" y="294495"/>
                      <a:pt x="602603" y="279522"/>
                      <a:pt x="644882" y="279479"/>
                    </a:cubicBezTo>
                    <a:close/>
                    <a:moveTo>
                      <a:pt x="725324" y="0"/>
                    </a:moveTo>
                    <a:cubicBezTo>
                      <a:pt x="724642" y="45917"/>
                      <a:pt x="716988" y="91477"/>
                      <a:pt x="702642" y="135098"/>
                    </a:cubicBezTo>
                    <a:cubicBezTo>
                      <a:pt x="697061" y="154116"/>
                      <a:pt x="686594" y="170908"/>
                      <a:pt x="672700" y="184089"/>
                    </a:cubicBezTo>
                    <a:lnTo>
                      <a:pt x="622477" y="211255"/>
                    </a:lnTo>
                    <a:lnTo>
                      <a:pt x="600535" y="244409"/>
                    </a:lnTo>
                    <a:cubicBezTo>
                      <a:pt x="445321" y="406077"/>
                      <a:pt x="244006" y="515916"/>
                      <a:pt x="24068" y="558942"/>
                    </a:cubicBezTo>
                    <a:cubicBezTo>
                      <a:pt x="13523" y="561411"/>
                      <a:pt x="2988" y="554871"/>
                      <a:pt x="520" y="544336"/>
                    </a:cubicBezTo>
                    <a:cubicBezTo>
                      <a:pt x="-1949" y="533802"/>
                      <a:pt x="4601" y="523256"/>
                      <a:pt x="15136" y="520788"/>
                    </a:cubicBezTo>
                    <a:lnTo>
                      <a:pt x="22000" y="520788"/>
                    </a:lnTo>
                    <a:lnTo>
                      <a:pt x="79751" y="507384"/>
                    </a:lnTo>
                    <a:cubicBezTo>
                      <a:pt x="128458" y="494435"/>
                      <a:pt x="176102" y="478344"/>
                      <a:pt x="222404" y="459271"/>
                    </a:cubicBezTo>
                    <a:lnTo>
                      <a:pt x="224223" y="458380"/>
                    </a:lnTo>
                    <a:lnTo>
                      <a:pt x="200027" y="401188"/>
                    </a:lnTo>
                    <a:cubicBezTo>
                      <a:pt x="194968" y="379378"/>
                      <a:pt x="193647" y="356702"/>
                      <a:pt x="196289" y="334133"/>
                    </a:cubicBezTo>
                    <a:cubicBezTo>
                      <a:pt x="206986" y="286657"/>
                      <a:pt x="231791" y="243512"/>
                      <a:pt x="267444" y="210381"/>
                    </a:cubicBezTo>
                    <a:cubicBezTo>
                      <a:pt x="280534" y="255714"/>
                      <a:pt x="288156" y="302453"/>
                      <a:pt x="290126" y="349604"/>
                    </a:cubicBezTo>
                    <a:cubicBezTo>
                      <a:pt x="290126" y="378480"/>
                      <a:pt x="274143" y="406838"/>
                      <a:pt x="258160" y="427978"/>
                    </a:cubicBezTo>
                    <a:lnTo>
                      <a:pt x="237560" y="451839"/>
                    </a:lnTo>
                    <a:lnTo>
                      <a:pt x="357006" y="393266"/>
                    </a:lnTo>
                    <a:lnTo>
                      <a:pt x="374979" y="381329"/>
                    </a:lnTo>
                    <a:lnTo>
                      <a:pt x="351341" y="323131"/>
                    </a:lnTo>
                    <a:cubicBezTo>
                      <a:pt x="346293" y="301194"/>
                      <a:pt x="344731" y="278455"/>
                      <a:pt x="346848" y="255756"/>
                    </a:cubicBezTo>
                    <a:cubicBezTo>
                      <a:pt x="355596" y="208020"/>
                      <a:pt x="378191" y="163911"/>
                      <a:pt x="411818" y="128907"/>
                    </a:cubicBezTo>
                    <a:cubicBezTo>
                      <a:pt x="424897" y="174630"/>
                      <a:pt x="432854" y="221673"/>
                      <a:pt x="435529" y="269160"/>
                    </a:cubicBezTo>
                    <a:cubicBezTo>
                      <a:pt x="433201" y="291529"/>
                      <a:pt x="426808" y="313080"/>
                      <a:pt x="416846" y="332829"/>
                    </a:cubicBezTo>
                    <a:lnTo>
                      <a:pt x="385216" y="374530"/>
                    </a:lnTo>
                    <a:lnTo>
                      <a:pt x="481888" y="310325"/>
                    </a:lnTo>
                    <a:lnTo>
                      <a:pt x="506039" y="289276"/>
                    </a:lnTo>
                    <a:lnTo>
                      <a:pt x="484391" y="235880"/>
                    </a:lnTo>
                    <a:cubicBezTo>
                      <a:pt x="479518" y="214819"/>
                      <a:pt x="477953" y="192991"/>
                      <a:pt x="479881" y="171186"/>
                    </a:cubicBezTo>
                    <a:cubicBezTo>
                      <a:pt x="488629" y="126124"/>
                      <a:pt x="509698" y="84365"/>
                      <a:pt x="540727" y="50530"/>
                    </a:cubicBezTo>
                    <a:cubicBezTo>
                      <a:pt x="553189" y="94250"/>
                      <a:pt x="560800" y="139214"/>
                      <a:pt x="563420" y="184590"/>
                    </a:cubicBezTo>
                    <a:cubicBezTo>
                      <a:pt x="561217" y="205816"/>
                      <a:pt x="555273" y="226301"/>
                      <a:pt x="546019" y="245158"/>
                    </a:cubicBezTo>
                    <a:lnTo>
                      <a:pt x="527169" y="270860"/>
                    </a:lnTo>
                    <a:lnTo>
                      <a:pt x="595382" y="211408"/>
                    </a:lnTo>
                    <a:lnTo>
                      <a:pt x="619656" y="180334"/>
                    </a:lnTo>
                    <a:lnTo>
                      <a:pt x="617073" y="148754"/>
                    </a:lnTo>
                    <a:cubicBezTo>
                      <a:pt x="619348" y="127920"/>
                      <a:pt x="625565" y="107517"/>
                      <a:pt x="635602" y="88684"/>
                    </a:cubicBezTo>
                    <a:cubicBezTo>
                      <a:pt x="655512" y="50486"/>
                      <a:pt x="686889" y="19467"/>
                      <a:pt x="7253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6" name="任意多边形: 形状 135">
                <a:extLst>
                  <a:ext uri="{FF2B5EF4-FFF2-40B4-BE49-F238E27FC236}">
                    <a16:creationId xmlns:a16="http://schemas.microsoft.com/office/drawing/2014/main" id="{AEDED12C-8C27-40AA-9E91-A682013D021C}"/>
                  </a:ext>
                </a:extLst>
              </p:cNvPr>
              <p:cNvSpPr/>
              <p:nvPr/>
            </p:nvSpPr>
            <p:spPr>
              <a:xfrm>
                <a:off x="2452782" y="1084415"/>
                <a:ext cx="5372199" cy="5390836"/>
              </a:xfrm>
              <a:custGeom>
                <a:avLst/>
                <a:gdLst>
                  <a:gd name="connsiteX0" fmla="*/ 3137621 w 5372199"/>
                  <a:gd name="connsiteY0" fmla="*/ 5098566 h 5390836"/>
                  <a:gd name="connsiteX1" fmla="*/ 3090189 w 5372199"/>
                  <a:gd name="connsiteY1" fmla="*/ 5135680 h 5390836"/>
                  <a:gd name="connsiteX2" fmla="*/ 3090189 w 5372199"/>
                  <a:gd name="connsiteY2" fmla="*/ 5214053 h 5390836"/>
                  <a:gd name="connsiteX3" fmla="*/ 3123189 w 5372199"/>
                  <a:gd name="connsiteY3" fmla="*/ 5282125 h 5390836"/>
                  <a:gd name="connsiteX4" fmla="*/ 3179909 w 5372199"/>
                  <a:gd name="connsiteY4" fmla="*/ 5298625 h 5390836"/>
                  <a:gd name="connsiteX5" fmla="*/ 3227342 w 5372199"/>
                  <a:gd name="connsiteY5" fmla="*/ 5262527 h 5390836"/>
                  <a:gd name="connsiteX6" fmla="*/ 3223219 w 5372199"/>
                  <a:gd name="connsiteY6" fmla="*/ 5262527 h 5390836"/>
                  <a:gd name="connsiteX7" fmla="*/ 3228384 w 5372199"/>
                  <a:gd name="connsiteY7" fmla="*/ 5186218 h 5390836"/>
                  <a:gd name="connsiteX8" fmla="*/ 3195371 w 5372199"/>
                  <a:gd name="connsiteY8" fmla="*/ 5115066 h 5390836"/>
                  <a:gd name="connsiteX9" fmla="*/ 3137621 w 5372199"/>
                  <a:gd name="connsiteY9" fmla="*/ 5098566 h 5390836"/>
                  <a:gd name="connsiteX10" fmla="*/ 2793012 w 5372199"/>
                  <a:gd name="connsiteY10" fmla="*/ 5095901 h 5390836"/>
                  <a:gd name="connsiteX11" fmla="*/ 2794038 w 5372199"/>
                  <a:gd name="connsiteY11" fmla="*/ 5121680 h 5390836"/>
                  <a:gd name="connsiteX12" fmla="*/ 2794038 w 5372199"/>
                  <a:gd name="connsiteY12" fmla="*/ 5147468 h 5390836"/>
                  <a:gd name="connsiteX13" fmla="*/ 2652759 w 5372199"/>
                  <a:gd name="connsiteY13" fmla="*/ 5150557 h 5390836"/>
                  <a:gd name="connsiteX14" fmla="*/ 2654818 w 5372199"/>
                  <a:gd name="connsiteY14" fmla="*/ 5212430 h 5390836"/>
                  <a:gd name="connsiteX15" fmla="*/ 2785788 w 5372199"/>
                  <a:gd name="connsiteY15" fmla="*/ 5210375 h 5390836"/>
                  <a:gd name="connsiteX16" fmla="*/ 2785788 w 5372199"/>
                  <a:gd name="connsiteY16" fmla="*/ 5235125 h 5390836"/>
                  <a:gd name="connsiteX17" fmla="*/ 2785788 w 5372199"/>
                  <a:gd name="connsiteY17" fmla="*/ 5259875 h 5390836"/>
                  <a:gd name="connsiteX18" fmla="*/ 2654818 w 5372199"/>
                  <a:gd name="connsiteY18" fmla="*/ 5261930 h 5390836"/>
                  <a:gd name="connsiteX19" fmla="*/ 2656886 w 5372199"/>
                  <a:gd name="connsiteY19" fmla="*/ 5338252 h 5390836"/>
                  <a:gd name="connsiteX20" fmla="*/ 2803317 w 5372199"/>
                  <a:gd name="connsiteY20" fmla="*/ 5335154 h 5390836"/>
                  <a:gd name="connsiteX21" fmla="*/ 2804347 w 5372199"/>
                  <a:gd name="connsiteY21" fmla="*/ 5360934 h 5390836"/>
                  <a:gd name="connsiteX22" fmla="*/ 2804347 w 5372199"/>
                  <a:gd name="connsiteY22" fmla="*/ 5386722 h 5390836"/>
                  <a:gd name="connsiteX23" fmla="*/ 2601191 w 5372199"/>
                  <a:gd name="connsiteY23" fmla="*/ 5390836 h 5390836"/>
                  <a:gd name="connsiteX24" fmla="*/ 2597068 w 5372199"/>
                  <a:gd name="connsiteY24" fmla="*/ 5100028 h 5390836"/>
                  <a:gd name="connsiteX25" fmla="*/ 2311412 w 5372199"/>
                  <a:gd name="connsiteY25" fmla="*/ 5073218 h 5390836"/>
                  <a:gd name="connsiteX26" fmla="*/ 2527979 w 5372199"/>
                  <a:gd name="connsiteY26" fmla="*/ 5100036 h 5390836"/>
                  <a:gd name="connsiteX27" fmla="*/ 2524886 w 5372199"/>
                  <a:gd name="connsiteY27" fmla="*/ 5124786 h 5390836"/>
                  <a:gd name="connsiteX28" fmla="*/ 2521789 w 5372199"/>
                  <a:gd name="connsiteY28" fmla="*/ 5150566 h 5390836"/>
                  <a:gd name="connsiteX29" fmla="*/ 2441357 w 5372199"/>
                  <a:gd name="connsiteY29" fmla="*/ 5141286 h 5390836"/>
                  <a:gd name="connsiteX30" fmla="*/ 2412480 w 5372199"/>
                  <a:gd name="connsiteY30" fmla="*/ 5378472 h 5390836"/>
                  <a:gd name="connsiteX31" fmla="*/ 2384632 w 5372199"/>
                  <a:gd name="connsiteY31" fmla="*/ 5375374 h 5390836"/>
                  <a:gd name="connsiteX32" fmla="*/ 2356798 w 5372199"/>
                  <a:gd name="connsiteY32" fmla="*/ 5372277 h 5390836"/>
                  <a:gd name="connsiteX33" fmla="*/ 2385662 w 5372199"/>
                  <a:gd name="connsiteY33" fmla="*/ 5134066 h 5390836"/>
                  <a:gd name="connsiteX34" fmla="*/ 2305230 w 5372199"/>
                  <a:gd name="connsiteY34" fmla="*/ 5124786 h 5390836"/>
                  <a:gd name="connsiteX35" fmla="*/ 2308328 w 5372199"/>
                  <a:gd name="connsiteY35" fmla="*/ 5098998 h 5390836"/>
                  <a:gd name="connsiteX36" fmla="*/ 3178501 w 5372199"/>
                  <a:gd name="connsiteY36" fmla="*/ 5049077 h 5390836"/>
                  <a:gd name="connsiteX37" fmla="*/ 3227342 w 5372199"/>
                  <a:gd name="connsiteY37" fmla="*/ 5072774 h 5390836"/>
                  <a:gd name="connsiteX38" fmla="*/ 3283036 w 5372199"/>
                  <a:gd name="connsiteY38" fmla="*/ 5175900 h 5390836"/>
                  <a:gd name="connsiteX39" fmla="*/ 3270659 w 5372199"/>
                  <a:gd name="connsiteY39" fmla="*/ 5291404 h 5390836"/>
                  <a:gd name="connsiteX40" fmla="*/ 3094478 w 5372199"/>
                  <a:gd name="connsiteY40" fmla="*/ 5332188 h 5390836"/>
                  <a:gd name="connsiteX41" fmla="*/ 3086062 w 5372199"/>
                  <a:gd name="connsiteY41" fmla="*/ 5326472 h 5390836"/>
                  <a:gd name="connsiteX42" fmla="*/ 3082978 w 5372199"/>
                  <a:gd name="connsiteY42" fmla="*/ 5329557 h 5390836"/>
                  <a:gd name="connsiteX43" fmla="*/ 3027283 w 5372199"/>
                  <a:gd name="connsiteY43" fmla="*/ 5226430 h 5390836"/>
                  <a:gd name="connsiteX44" fmla="*/ 3040690 w 5372199"/>
                  <a:gd name="connsiteY44" fmla="*/ 5108871 h 5390836"/>
                  <a:gd name="connsiteX45" fmla="*/ 3124219 w 5372199"/>
                  <a:gd name="connsiteY45" fmla="*/ 5050083 h 5390836"/>
                  <a:gd name="connsiteX46" fmla="*/ 3178501 w 5372199"/>
                  <a:gd name="connsiteY46" fmla="*/ 5049077 h 5390836"/>
                  <a:gd name="connsiteX47" fmla="*/ 2038303 w 5372199"/>
                  <a:gd name="connsiteY47" fmla="*/ 5009871 h 5390836"/>
                  <a:gd name="connsiteX48" fmla="*/ 2065121 w 5372199"/>
                  <a:gd name="connsiteY48" fmla="*/ 5017092 h 5390836"/>
                  <a:gd name="connsiteX49" fmla="*/ 2092960 w 5372199"/>
                  <a:gd name="connsiteY49" fmla="*/ 5023274 h 5390836"/>
                  <a:gd name="connsiteX50" fmla="*/ 2048621 w 5372199"/>
                  <a:gd name="connsiteY50" fmla="*/ 5201688 h 5390836"/>
                  <a:gd name="connsiteX51" fmla="*/ 2048621 w 5372199"/>
                  <a:gd name="connsiteY51" fmla="*/ 5250150 h 5390836"/>
                  <a:gd name="connsiteX52" fmla="*/ 2082650 w 5372199"/>
                  <a:gd name="connsiteY52" fmla="*/ 5274900 h 5390836"/>
                  <a:gd name="connsiteX53" fmla="*/ 2124930 w 5372199"/>
                  <a:gd name="connsiteY53" fmla="*/ 5274900 h 5390836"/>
                  <a:gd name="connsiteX54" fmla="*/ 2148650 w 5372199"/>
                  <a:gd name="connsiteY54" fmla="*/ 5230565 h 5390836"/>
                  <a:gd name="connsiteX55" fmla="*/ 2192989 w 5372199"/>
                  <a:gd name="connsiteY55" fmla="*/ 5053189 h 5390836"/>
                  <a:gd name="connsiteX56" fmla="*/ 2219807 w 5372199"/>
                  <a:gd name="connsiteY56" fmla="*/ 5059371 h 5390836"/>
                  <a:gd name="connsiteX57" fmla="*/ 2247654 w 5372199"/>
                  <a:gd name="connsiteY57" fmla="*/ 5066591 h 5390836"/>
                  <a:gd name="connsiteX58" fmla="*/ 2200209 w 5372199"/>
                  <a:gd name="connsiteY58" fmla="*/ 5237773 h 5390836"/>
                  <a:gd name="connsiteX59" fmla="*/ 2153807 w 5372199"/>
                  <a:gd name="connsiteY59" fmla="*/ 5319247 h 5390836"/>
                  <a:gd name="connsiteX60" fmla="*/ 2067180 w 5372199"/>
                  <a:gd name="connsiteY60" fmla="*/ 5326468 h 5390836"/>
                  <a:gd name="connsiteX61" fmla="*/ 1994985 w 5372199"/>
                  <a:gd name="connsiteY61" fmla="*/ 5279023 h 5390836"/>
                  <a:gd name="connsiteX62" fmla="*/ 1994985 w 5372199"/>
                  <a:gd name="connsiteY62" fmla="*/ 5186218 h 5390836"/>
                  <a:gd name="connsiteX63" fmla="*/ 3514900 w 5372199"/>
                  <a:gd name="connsiteY63" fmla="*/ 4952554 h 5390836"/>
                  <a:gd name="connsiteX64" fmla="*/ 3523150 w 5372199"/>
                  <a:gd name="connsiteY64" fmla="*/ 4977304 h 5390836"/>
                  <a:gd name="connsiteX65" fmla="*/ 3531400 w 5372199"/>
                  <a:gd name="connsiteY65" fmla="*/ 5002053 h 5390836"/>
                  <a:gd name="connsiteX66" fmla="*/ 3403523 w 5372199"/>
                  <a:gd name="connsiteY66" fmla="*/ 5043303 h 5390836"/>
                  <a:gd name="connsiteX67" fmla="*/ 3424146 w 5372199"/>
                  <a:gd name="connsiteY67" fmla="*/ 5106210 h 5390836"/>
                  <a:gd name="connsiteX68" fmla="*/ 3535523 w 5372199"/>
                  <a:gd name="connsiteY68" fmla="*/ 5070125 h 5390836"/>
                  <a:gd name="connsiteX69" fmla="*/ 3542743 w 5372199"/>
                  <a:gd name="connsiteY69" fmla="*/ 5093833 h 5390836"/>
                  <a:gd name="connsiteX70" fmla="*/ 3550993 w 5372199"/>
                  <a:gd name="connsiteY70" fmla="*/ 5117557 h 5390836"/>
                  <a:gd name="connsiteX71" fmla="*/ 3439621 w 5372199"/>
                  <a:gd name="connsiteY71" fmla="*/ 5153655 h 5390836"/>
                  <a:gd name="connsiteX72" fmla="*/ 3477773 w 5372199"/>
                  <a:gd name="connsiteY72" fmla="*/ 5271222 h 5390836"/>
                  <a:gd name="connsiteX73" fmla="*/ 3450955 w 5372199"/>
                  <a:gd name="connsiteY73" fmla="*/ 5279459 h 5390836"/>
                  <a:gd name="connsiteX74" fmla="*/ 3424146 w 5372199"/>
                  <a:gd name="connsiteY74" fmla="*/ 5288752 h 5390836"/>
                  <a:gd name="connsiteX75" fmla="*/ 3334426 w 5372199"/>
                  <a:gd name="connsiteY75" fmla="*/ 5012371 h 5390836"/>
                  <a:gd name="connsiteX76" fmla="*/ 1772071 w 5372199"/>
                  <a:gd name="connsiteY76" fmla="*/ 4919562 h 5390836"/>
                  <a:gd name="connsiteX77" fmla="*/ 1978320 w 5372199"/>
                  <a:gd name="connsiteY77" fmla="*/ 4990719 h 5390836"/>
                  <a:gd name="connsiteX78" fmla="*/ 1970070 w 5372199"/>
                  <a:gd name="connsiteY78" fmla="*/ 5014439 h 5390836"/>
                  <a:gd name="connsiteX79" fmla="*/ 1960782 w 5372199"/>
                  <a:gd name="connsiteY79" fmla="*/ 5039189 h 5390836"/>
                  <a:gd name="connsiteX80" fmla="*/ 1884473 w 5372199"/>
                  <a:gd name="connsiteY80" fmla="*/ 5013409 h 5390836"/>
                  <a:gd name="connsiteX81" fmla="*/ 1807130 w 5372199"/>
                  <a:gd name="connsiteY81" fmla="*/ 5239260 h 5390836"/>
                  <a:gd name="connsiteX82" fmla="*/ 1780321 w 5372199"/>
                  <a:gd name="connsiteY82" fmla="*/ 5229968 h 5390836"/>
                  <a:gd name="connsiteX83" fmla="*/ 1753503 w 5372199"/>
                  <a:gd name="connsiteY83" fmla="*/ 5220693 h 5390836"/>
                  <a:gd name="connsiteX84" fmla="*/ 1831880 w 5372199"/>
                  <a:gd name="connsiteY84" fmla="*/ 4994842 h 5390836"/>
                  <a:gd name="connsiteX85" fmla="*/ 1755571 w 5372199"/>
                  <a:gd name="connsiteY85" fmla="*/ 4969062 h 5390836"/>
                  <a:gd name="connsiteX86" fmla="*/ 1763821 w 5372199"/>
                  <a:gd name="connsiteY86" fmla="*/ 4944312 h 5390836"/>
                  <a:gd name="connsiteX87" fmla="*/ 1666876 w 5372199"/>
                  <a:gd name="connsiteY87" fmla="*/ 4867995 h 5390836"/>
                  <a:gd name="connsiteX88" fmla="*/ 1691626 w 5372199"/>
                  <a:gd name="connsiteY88" fmla="*/ 4879342 h 5390836"/>
                  <a:gd name="connsiteX89" fmla="*/ 1717406 w 5372199"/>
                  <a:gd name="connsiteY89" fmla="*/ 4891715 h 5390836"/>
                  <a:gd name="connsiteX90" fmla="*/ 1594694 w 5372199"/>
                  <a:gd name="connsiteY90" fmla="*/ 5154680 h 5390836"/>
                  <a:gd name="connsiteX91" fmla="*/ 1568906 w 5372199"/>
                  <a:gd name="connsiteY91" fmla="*/ 5143345 h 5390836"/>
                  <a:gd name="connsiteX92" fmla="*/ 1543127 w 5372199"/>
                  <a:gd name="connsiteY92" fmla="*/ 5130968 h 5390836"/>
                  <a:gd name="connsiteX93" fmla="*/ 3872751 w 5372199"/>
                  <a:gd name="connsiteY93" fmla="*/ 4780342 h 5390836"/>
                  <a:gd name="connsiteX94" fmla="*/ 3884085 w 5372199"/>
                  <a:gd name="connsiteY94" fmla="*/ 4803037 h 5390836"/>
                  <a:gd name="connsiteX95" fmla="*/ 3896462 w 5372199"/>
                  <a:gd name="connsiteY95" fmla="*/ 4825719 h 5390836"/>
                  <a:gd name="connsiteX96" fmla="*/ 3825306 w 5372199"/>
                  <a:gd name="connsiteY96" fmla="*/ 4863872 h 5390836"/>
                  <a:gd name="connsiteX97" fmla="*/ 3937712 w 5372199"/>
                  <a:gd name="connsiteY97" fmla="*/ 5075278 h 5390836"/>
                  <a:gd name="connsiteX98" fmla="*/ 3912962 w 5372199"/>
                  <a:gd name="connsiteY98" fmla="*/ 5088689 h 5390836"/>
                  <a:gd name="connsiteX99" fmla="*/ 3888212 w 5372199"/>
                  <a:gd name="connsiteY99" fmla="*/ 5102096 h 5390836"/>
                  <a:gd name="connsiteX100" fmla="*/ 3775806 w 5372199"/>
                  <a:gd name="connsiteY100" fmla="*/ 4890689 h 5390836"/>
                  <a:gd name="connsiteX101" fmla="*/ 3704649 w 5372199"/>
                  <a:gd name="connsiteY101" fmla="*/ 4927816 h 5390836"/>
                  <a:gd name="connsiteX102" fmla="*/ 3692277 w 5372199"/>
                  <a:gd name="connsiteY102" fmla="*/ 4905122 h 5390836"/>
                  <a:gd name="connsiteX103" fmla="*/ 3680929 w 5372199"/>
                  <a:gd name="connsiteY103" fmla="*/ 4882439 h 5390836"/>
                  <a:gd name="connsiteX104" fmla="*/ 1417309 w 5372199"/>
                  <a:gd name="connsiteY104" fmla="*/ 4732898 h 5390836"/>
                  <a:gd name="connsiteX105" fmla="*/ 1607059 w 5372199"/>
                  <a:gd name="connsiteY105" fmla="*/ 4839122 h 5390836"/>
                  <a:gd name="connsiteX106" fmla="*/ 1594682 w 5372199"/>
                  <a:gd name="connsiteY106" fmla="*/ 4861804 h 5390836"/>
                  <a:gd name="connsiteX107" fmla="*/ 1582309 w 5372199"/>
                  <a:gd name="connsiteY107" fmla="*/ 4883456 h 5390836"/>
                  <a:gd name="connsiteX108" fmla="*/ 1512182 w 5372199"/>
                  <a:gd name="connsiteY108" fmla="*/ 4844274 h 5390836"/>
                  <a:gd name="connsiteX109" fmla="*/ 1395653 w 5372199"/>
                  <a:gd name="connsiteY109" fmla="*/ 5053625 h 5390836"/>
                  <a:gd name="connsiteX110" fmla="*/ 1370903 w 5372199"/>
                  <a:gd name="connsiteY110" fmla="*/ 5040210 h 5390836"/>
                  <a:gd name="connsiteX111" fmla="*/ 1347182 w 5372199"/>
                  <a:gd name="connsiteY111" fmla="*/ 5026808 h 5390836"/>
                  <a:gd name="connsiteX112" fmla="*/ 1462682 w 5372199"/>
                  <a:gd name="connsiteY112" fmla="*/ 4817457 h 5390836"/>
                  <a:gd name="connsiteX113" fmla="*/ 1392555 w 5372199"/>
                  <a:gd name="connsiteY113" fmla="*/ 4778274 h 5390836"/>
                  <a:gd name="connsiteX114" fmla="*/ 1404932 w 5372199"/>
                  <a:gd name="connsiteY114" fmla="*/ 4755592 h 5390836"/>
                  <a:gd name="connsiteX115" fmla="*/ 4097559 w 5372199"/>
                  <a:gd name="connsiteY115" fmla="*/ 4639059 h 5390836"/>
                  <a:gd name="connsiteX116" fmla="*/ 4110962 w 5372199"/>
                  <a:gd name="connsiteY116" fmla="*/ 4660711 h 5390836"/>
                  <a:gd name="connsiteX117" fmla="*/ 4125402 w 5372199"/>
                  <a:gd name="connsiteY117" fmla="*/ 4682368 h 5390836"/>
                  <a:gd name="connsiteX118" fmla="*/ 4006805 w 5372199"/>
                  <a:gd name="connsiteY118" fmla="*/ 4759715 h 5390836"/>
                  <a:gd name="connsiteX119" fmla="*/ 4040835 w 5372199"/>
                  <a:gd name="connsiteY119" fmla="*/ 4811283 h 5390836"/>
                  <a:gd name="connsiteX120" fmla="*/ 4150152 w 5372199"/>
                  <a:gd name="connsiteY120" fmla="*/ 4740118 h 5390836"/>
                  <a:gd name="connsiteX121" fmla="*/ 4164589 w 5372199"/>
                  <a:gd name="connsiteY121" fmla="*/ 4760741 h 5390836"/>
                  <a:gd name="connsiteX122" fmla="*/ 4177991 w 5372199"/>
                  <a:gd name="connsiteY122" fmla="*/ 4782406 h 5390836"/>
                  <a:gd name="connsiteX123" fmla="*/ 4067652 w 5372199"/>
                  <a:gd name="connsiteY123" fmla="*/ 4853562 h 5390836"/>
                  <a:gd name="connsiteX124" fmla="*/ 4108902 w 5372199"/>
                  <a:gd name="connsiteY124" fmla="*/ 4916465 h 5390836"/>
                  <a:gd name="connsiteX125" fmla="*/ 4232656 w 5372199"/>
                  <a:gd name="connsiteY125" fmla="*/ 4837062 h 5390836"/>
                  <a:gd name="connsiteX126" fmla="*/ 4247088 w 5372199"/>
                  <a:gd name="connsiteY126" fmla="*/ 4858715 h 5390836"/>
                  <a:gd name="connsiteX127" fmla="*/ 4261529 w 5372199"/>
                  <a:gd name="connsiteY127" fmla="*/ 4880367 h 5390836"/>
                  <a:gd name="connsiteX128" fmla="*/ 4090335 w 5372199"/>
                  <a:gd name="connsiteY128" fmla="*/ 4990714 h 5390836"/>
                  <a:gd name="connsiteX129" fmla="*/ 3932555 w 5372199"/>
                  <a:gd name="connsiteY129" fmla="*/ 4746308 h 5390836"/>
                  <a:gd name="connsiteX130" fmla="*/ 1204009 w 5372199"/>
                  <a:gd name="connsiteY130" fmla="*/ 4608716 h 5390836"/>
                  <a:gd name="connsiteX131" fmla="*/ 1280327 w 5372199"/>
                  <a:gd name="connsiteY131" fmla="*/ 4633466 h 5390836"/>
                  <a:gd name="connsiteX132" fmla="*/ 1323636 w 5372199"/>
                  <a:gd name="connsiteY132" fmla="*/ 4697398 h 5390836"/>
                  <a:gd name="connsiteX133" fmla="*/ 1308174 w 5372199"/>
                  <a:gd name="connsiteY133" fmla="*/ 4771647 h 5390836"/>
                  <a:gd name="connsiteX134" fmla="*/ 1268992 w 5372199"/>
                  <a:gd name="connsiteY134" fmla="*/ 4739686 h 5390836"/>
                  <a:gd name="connsiteX135" fmla="*/ 1274144 w 5372199"/>
                  <a:gd name="connsiteY135" fmla="*/ 4703593 h 5390836"/>
                  <a:gd name="connsiteX136" fmla="*/ 1249395 w 5372199"/>
                  <a:gd name="connsiteY136" fmla="*/ 4670588 h 5390836"/>
                  <a:gd name="connsiteX137" fmla="*/ 1216395 w 5372199"/>
                  <a:gd name="connsiteY137" fmla="*/ 4659245 h 5390836"/>
                  <a:gd name="connsiteX138" fmla="*/ 1189577 w 5372199"/>
                  <a:gd name="connsiteY138" fmla="*/ 4674715 h 5390836"/>
                  <a:gd name="connsiteX139" fmla="*/ 1189577 w 5372199"/>
                  <a:gd name="connsiteY139" fmla="*/ 4698436 h 5390836"/>
                  <a:gd name="connsiteX140" fmla="*/ 1221547 w 5372199"/>
                  <a:gd name="connsiteY140" fmla="*/ 4742775 h 5390836"/>
                  <a:gd name="connsiteX141" fmla="*/ 1265894 w 5372199"/>
                  <a:gd name="connsiteY141" fmla="*/ 4815995 h 5390836"/>
                  <a:gd name="connsiteX142" fmla="*/ 1247327 w 5372199"/>
                  <a:gd name="connsiteY142" fmla="*/ 4874774 h 5390836"/>
                  <a:gd name="connsiteX143" fmla="*/ 1184424 w 5372199"/>
                  <a:gd name="connsiteY143" fmla="*/ 4909842 h 5390836"/>
                  <a:gd name="connsiteX144" fmla="*/ 1106048 w 5372199"/>
                  <a:gd name="connsiteY144" fmla="*/ 4881999 h 5390836"/>
                  <a:gd name="connsiteX145" fmla="*/ 1056548 w 5372199"/>
                  <a:gd name="connsiteY145" fmla="*/ 4814965 h 5390836"/>
                  <a:gd name="connsiteX146" fmla="*/ 1074073 w 5372199"/>
                  <a:gd name="connsiteY146" fmla="*/ 4738660 h 5390836"/>
                  <a:gd name="connsiteX147" fmla="*/ 1118420 w 5372199"/>
                  <a:gd name="connsiteY147" fmla="*/ 4769592 h 5390836"/>
                  <a:gd name="connsiteX148" fmla="*/ 1109145 w 5372199"/>
                  <a:gd name="connsiteY148" fmla="*/ 4807745 h 5390836"/>
                  <a:gd name="connsiteX149" fmla="*/ 1134920 w 5372199"/>
                  <a:gd name="connsiteY149" fmla="*/ 4841774 h 5390836"/>
                  <a:gd name="connsiteX150" fmla="*/ 1174115 w 5372199"/>
                  <a:gd name="connsiteY150" fmla="*/ 4859312 h 5390836"/>
                  <a:gd name="connsiteX151" fmla="*/ 1201954 w 5372199"/>
                  <a:gd name="connsiteY151" fmla="*/ 4846940 h 5390836"/>
                  <a:gd name="connsiteX152" fmla="*/ 1201954 w 5372199"/>
                  <a:gd name="connsiteY152" fmla="*/ 4821160 h 5390836"/>
                  <a:gd name="connsiteX153" fmla="*/ 1175145 w 5372199"/>
                  <a:gd name="connsiteY153" fmla="*/ 4780940 h 5390836"/>
                  <a:gd name="connsiteX154" fmla="*/ 1125645 w 5372199"/>
                  <a:gd name="connsiteY154" fmla="*/ 4703593 h 5390836"/>
                  <a:gd name="connsiteX155" fmla="*/ 1141102 w 5372199"/>
                  <a:gd name="connsiteY155" fmla="*/ 4646868 h 5390836"/>
                  <a:gd name="connsiteX156" fmla="*/ 1204009 w 5372199"/>
                  <a:gd name="connsiteY156" fmla="*/ 4608716 h 5390836"/>
                  <a:gd name="connsiteX157" fmla="*/ 4318414 w 5372199"/>
                  <a:gd name="connsiteY157" fmla="*/ 4479809 h 5390836"/>
                  <a:gd name="connsiteX158" fmla="*/ 4394732 w 5372199"/>
                  <a:gd name="connsiteY158" fmla="*/ 4513839 h 5390836"/>
                  <a:gd name="connsiteX159" fmla="*/ 4352444 w 5372199"/>
                  <a:gd name="connsiteY159" fmla="*/ 4549936 h 5390836"/>
                  <a:gd name="connsiteX160" fmla="*/ 4314287 w 5372199"/>
                  <a:gd name="connsiteY160" fmla="*/ 4533436 h 5390836"/>
                  <a:gd name="connsiteX161" fmla="*/ 4274067 w 5372199"/>
                  <a:gd name="connsiteY161" fmla="*/ 4548894 h 5390836"/>
                  <a:gd name="connsiteX162" fmla="*/ 4253440 w 5372199"/>
                  <a:gd name="connsiteY162" fmla="*/ 4600466 h 5390836"/>
                  <a:gd name="connsiteX163" fmla="*/ 4288508 w 5372199"/>
                  <a:gd name="connsiteY163" fmla="*/ 4669563 h 5390836"/>
                  <a:gd name="connsiteX164" fmla="*/ 4349347 w 5372199"/>
                  <a:gd name="connsiteY164" fmla="*/ 4714936 h 5390836"/>
                  <a:gd name="connsiteX165" fmla="*/ 4402974 w 5372199"/>
                  <a:gd name="connsiteY165" fmla="*/ 4703593 h 5390836"/>
                  <a:gd name="connsiteX166" fmla="*/ 4424626 w 5372199"/>
                  <a:gd name="connsiteY166" fmla="*/ 4665436 h 5390836"/>
                  <a:gd name="connsiteX167" fmla="*/ 4412262 w 5372199"/>
                  <a:gd name="connsiteY167" fmla="*/ 4621089 h 5390836"/>
                  <a:gd name="connsiteX168" fmla="*/ 4454541 w 5372199"/>
                  <a:gd name="connsiteY168" fmla="*/ 4581898 h 5390836"/>
                  <a:gd name="connsiteX169" fmla="*/ 4478261 w 5372199"/>
                  <a:gd name="connsiteY169" fmla="*/ 4667495 h 5390836"/>
                  <a:gd name="connsiteX170" fmla="*/ 4344389 w 5372199"/>
                  <a:gd name="connsiteY170" fmla="*/ 4770936 h 5390836"/>
                  <a:gd name="connsiteX171" fmla="*/ 4342135 w 5372199"/>
                  <a:gd name="connsiteY171" fmla="*/ 4770622 h 5390836"/>
                  <a:gd name="connsiteX172" fmla="*/ 4245203 w 5372199"/>
                  <a:gd name="connsiteY172" fmla="*/ 4706686 h 5390836"/>
                  <a:gd name="connsiteX173" fmla="*/ 4197758 w 5372199"/>
                  <a:gd name="connsiteY173" fmla="*/ 4598398 h 5390836"/>
                  <a:gd name="connsiteX174" fmla="*/ 4239008 w 5372199"/>
                  <a:gd name="connsiteY174" fmla="*/ 4508686 h 5390836"/>
                  <a:gd name="connsiteX175" fmla="*/ 4318414 w 5372199"/>
                  <a:gd name="connsiteY175" fmla="*/ 4479809 h 5390836"/>
                  <a:gd name="connsiteX176" fmla="*/ 976955 w 5372199"/>
                  <a:gd name="connsiteY176" fmla="*/ 4384335 h 5390836"/>
                  <a:gd name="connsiteX177" fmla="*/ 998607 w 5372199"/>
                  <a:gd name="connsiteY177" fmla="*/ 4403932 h 5390836"/>
                  <a:gd name="connsiteX178" fmla="*/ 1019243 w 5372199"/>
                  <a:gd name="connsiteY178" fmla="*/ 4424560 h 5390836"/>
                  <a:gd name="connsiteX179" fmla="*/ 958400 w 5372199"/>
                  <a:gd name="connsiteY179" fmla="*/ 4647309 h 5390836"/>
                  <a:gd name="connsiteX180" fmla="*/ 1097611 w 5372199"/>
                  <a:gd name="connsiteY180" fmla="*/ 4497780 h 5390836"/>
                  <a:gd name="connsiteX181" fmla="*/ 1117204 w 5372199"/>
                  <a:gd name="connsiteY181" fmla="*/ 4515309 h 5390836"/>
                  <a:gd name="connsiteX182" fmla="*/ 1135772 w 5372199"/>
                  <a:gd name="connsiteY182" fmla="*/ 4532839 h 5390836"/>
                  <a:gd name="connsiteX183" fmla="*/ 937773 w 5372199"/>
                  <a:gd name="connsiteY183" fmla="*/ 4746313 h 5390836"/>
                  <a:gd name="connsiteX184" fmla="*/ 917146 w 5372199"/>
                  <a:gd name="connsiteY184" fmla="*/ 4726715 h 5390836"/>
                  <a:gd name="connsiteX185" fmla="*/ 897552 w 5372199"/>
                  <a:gd name="connsiteY185" fmla="*/ 4708148 h 5390836"/>
                  <a:gd name="connsiteX186" fmla="*/ 959425 w 5372199"/>
                  <a:gd name="connsiteY186" fmla="*/ 4479212 h 5390836"/>
                  <a:gd name="connsiteX187" fmla="*/ 816078 w 5372199"/>
                  <a:gd name="connsiteY187" fmla="*/ 4632868 h 5390836"/>
                  <a:gd name="connsiteX188" fmla="*/ 797523 w 5372199"/>
                  <a:gd name="connsiteY188" fmla="*/ 4615339 h 5390836"/>
                  <a:gd name="connsiteX189" fmla="*/ 777926 w 5372199"/>
                  <a:gd name="connsiteY189" fmla="*/ 4596771 h 5390836"/>
                  <a:gd name="connsiteX190" fmla="*/ 883108 w 5372199"/>
                  <a:gd name="connsiteY190" fmla="*/ 4280170 h 5390836"/>
                  <a:gd name="connsiteX191" fmla="*/ 901675 w 5372199"/>
                  <a:gd name="connsiteY191" fmla="*/ 4301823 h 5390836"/>
                  <a:gd name="connsiteX192" fmla="*/ 920235 w 5372199"/>
                  <a:gd name="connsiteY192" fmla="*/ 4322450 h 5390836"/>
                  <a:gd name="connsiteX193" fmla="*/ 703676 w 5372199"/>
                  <a:gd name="connsiteY193" fmla="*/ 4516326 h 5390836"/>
                  <a:gd name="connsiteX194" fmla="*/ 685104 w 5372199"/>
                  <a:gd name="connsiteY194" fmla="*/ 4495703 h 5390836"/>
                  <a:gd name="connsiteX195" fmla="*/ 666549 w 5372199"/>
                  <a:gd name="connsiteY195" fmla="*/ 4475076 h 5390836"/>
                  <a:gd name="connsiteX196" fmla="*/ 4535842 w 5372199"/>
                  <a:gd name="connsiteY196" fmla="*/ 4224488 h 5390836"/>
                  <a:gd name="connsiteX197" fmla="*/ 4751379 w 5372199"/>
                  <a:gd name="connsiteY197" fmla="*/ 4419394 h 5390836"/>
                  <a:gd name="connsiteX198" fmla="*/ 4732811 w 5372199"/>
                  <a:gd name="connsiteY198" fmla="*/ 4440030 h 5390836"/>
                  <a:gd name="connsiteX199" fmla="*/ 4714244 w 5372199"/>
                  <a:gd name="connsiteY199" fmla="*/ 4460644 h 5390836"/>
                  <a:gd name="connsiteX200" fmla="*/ 4616282 w 5372199"/>
                  <a:gd name="connsiteY200" fmla="*/ 4372992 h 5390836"/>
                  <a:gd name="connsiteX201" fmla="*/ 4546160 w 5372199"/>
                  <a:gd name="connsiteY201" fmla="*/ 4450339 h 5390836"/>
                  <a:gd name="connsiteX202" fmla="*/ 4644121 w 5372199"/>
                  <a:gd name="connsiteY202" fmla="*/ 4539021 h 5390836"/>
                  <a:gd name="connsiteX203" fmla="*/ 4625562 w 5372199"/>
                  <a:gd name="connsiteY203" fmla="*/ 4559648 h 5390836"/>
                  <a:gd name="connsiteX204" fmla="*/ 4606994 w 5372199"/>
                  <a:gd name="connsiteY204" fmla="*/ 4580271 h 5390836"/>
                  <a:gd name="connsiteX205" fmla="*/ 4390435 w 5372199"/>
                  <a:gd name="connsiteY205" fmla="*/ 4385365 h 5390836"/>
                  <a:gd name="connsiteX206" fmla="*/ 4409003 w 5372199"/>
                  <a:gd name="connsiteY206" fmla="*/ 4364742 h 5390836"/>
                  <a:gd name="connsiteX207" fmla="*/ 4428588 w 5372199"/>
                  <a:gd name="connsiteY207" fmla="*/ 4344115 h 5390836"/>
                  <a:gd name="connsiteX208" fmla="*/ 4509033 w 5372199"/>
                  <a:gd name="connsiteY208" fmla="*/ 4417339 h 5390836"/>
                  <a:gd name="connsiteX209" fmla="*/ 4579159 w 5372199"/>
                  <a:gd name="connsiteY209" fmla="*/ 4338962 h 5390836"/>
                  <a:gd name="connsiteX210" fmla="*/ 4497685 w 5372199"/>
                  <a:gd name="connsiteY210" fmla="*/ 4265738 h 5390836"/>
                  <a:gd name="connsiteX211" fmla="*/ 4517282 w 5372199"/>
                  <a:gd name="connsiteY211" fmla="*/ 4245115 h 5390836"/>
                  <a:gd name="connsiteX212" fmla="*/ 4714244 w 5372199"/>
                  <a:gd name="connsiteY212" fmla="*/ 3980082 h 5390836"/>
                  <a:gd name="connsiteX213" fmla="*/ 4952468 w 5372199"/>
                  <a:gd name="connsiteY213" fmla="*/ 4147141 h 5390836"/>
                  <a:gd name="connsiteX214" fmla="*/ 4936997 w 5372199"/>
                  <a:gd name="connsiteY214" fmla="*/ 4169836 h 5390836"/>
                  <a:gd name="connsiteX215" fmla="*/ 4920497 w 5372199"/>
                  <a:gd name="connsiteY215" fmla="*/ 4193556 h 5390836"/>
                  <a:gd name="connsiteX216" fmla="*/ 4685371 w 5372199"/>
                  <a:gd name="connsiteY216" fmla="*/ 4162611 h 5390836"/>
                  <a:gd name="connsiteX217" fmla="*/ 4857595 w 5372199"/>
                  <a:gd name="connsiteY217" fmla="*/ 4283280 h 5390836"/>
                  <a:gd name="connsiteX218" fmla="*/ 4843150 w 5372199"/>
                  <a:gd name="connsiteY218" fmla="*/ 4304933 h 5390836"/>
                  <a:gd name="connsiteX219" fmla="*/ 4827688 w 5372199"/>
                  <a:gd name="connsiteY219" fmla="*/ 4326585 h 5390836"/>
                  <a:gd name="connsiteX220" fmla="*/ 4589464 w 5372199"/>
                  <a:gd name="connsiteY220" fmla="*/ 4159526 h 5390836"/>
                  <a:gd name="connsiteX221" fmla="*/ 4605964 w 5372199"/>
                  <a:gd name="connsiteY221" fmla="*/ 4135806 h 5390836"/>
                  <a:gd name="connsiteX222" fmla="*/ 4622464 w 5372199"/>
                  <a:gd name="connsiteY222" fmla="*/ 4111056 h 5390836"/>
                  <a:gd name="connsiteX223" fmla="*/ 4852438 w 5372199"/>
                  <a:gd name="connsiteY223" fmla="*/ 4140959 h 5390836"/>
                  <a:gd name="connsiteX224" fmla="*/ 4684341 w 5372199"/>
                  <a:gd name="connsiteY224" fmla="*/ 4023400 h 5390836"/>
                  <a:gd name="connsiteX225" fmla="*/ 4699812 w 5372199"/>
                  <a:gd name="connsiteY225" fmla="*/ 4001735 h 5390836"/>
                  <a:gd name="connsiteX226" fmla="*/ 597638 w 5372199"/>
                  <a:gd name="connsiteY226" fmla="*/ 3950764 h 5390836"/>
                  <a:gd name="connsiteX227" fmla="*/ 685290 w 5372199"/>
                  <a:gd name="connsiteY227" fmla="*/ 4008514 h 5390836"/>
                  <a:gd name="connsiteX228" fmla="*/ 706947 w 5372199"/>
                  <a:gd name="connsiteY228" fmla="*/ 4089984 h 5390836"/>
                  <a:gd name="connsiteX229" fmla="*/ 666723 w 5372199"/>
                  <a:gd name="connsiteY229" fmla="*/ 4160111 h 5390836"/>
                  <a:gd name="connsiteX230" fmla="*/ 636820 w 5372199"/>
                  <a:gd name="connsiteY230" fmla="*/ 4113709 h 5390836"/>
                  <a:gd name="connsiteX231" fmla="*/ 653320 w 5372199"/>
                  <a:gd name="connsiteY231" fmla="*/ 4078637 h 5390836"/>
                  <a:gd name="connsiteX232" fmla="*/ 645083 w 5372199"/>
                  <a:gd name="connsiteY232" fmla="*/ 4038417 h 5390836"/>
                  <a:gd name="connsiteX233" fmla="*/ 590418 w 5372199"/>
                  <a:gd name="connsiteY233" fmla="*/ 4005417 h 5390836"/>
                  <a:gd name="connsiteX234" fmla="*/ 516164 w 5372199"/>
                  <a:gd name="connsiteY234" fmla="*/ 4030167 h 5390836"/>
                  <a:gd name="connsiteX235" fmla="*/ 463579 w 5372199"/>
                  <a:gd name="connsiteY235" fmla="*/ 4087917 h 5390836"/>
                  <a:gd name="connsiteX236" fmla="*/ 472859 w 5372199"/>
                  <a:gd name="connsiteY236" fmla="*/ 4149793 h 5390836"/>
                  <a:gd name="connsiteX237" fmla="*/ 523388 w 5372199"/>
                  <a:gd name="connsiteY237" fmla="*/ 4177641 h 5390836"/>
                  <a:gd name="connsiteX238" fmla="*/ 561537 w 5372199"/>
                  <a:gd name="connsiteY238" fmla="*/ 4170421 h 5390836"/>
                  <a:gd name="connsiteX239" fmla="*/ 561541 w 5372199"/>
                  <a:gd name="connsiteY239" fmla="*/ 4170429 h 5390836"/>
                  <a:gd name="connsiteX240" fmla="*/ 561541 w 5372199"/>
                  <a:gd name="connsiteY240" fmla="*/ 4170416 h 5390836"/>
                  <a:gd name="connsiteX241" fmla="*/ 561537 w 5372199"/>
                  <a:gd name="connsiteY241" fmla="*/ 4170421 h 5390836"/>
                  <a:gd name="connsiteX242" fmla="*/ 527511 w 5372199"/>
                  <a:gd name="connsiteY242" fmla="*/ 4117832 h 5390836"/>
                  <a:gd name="connsiteX243" fmla="*/ 569791 w 5372199"/>
                  <a:gd name="connsiteY243" fmla="*/ 4089984 h 5390836"/>
                  <a:gd name="connsiteX244" fmla="*/ 630638 w 5372199"/>
                  <a:gd name="connsiteY244" fmla="*/ 4183831 h 5390836"/>
                  <a:gd name="connsiteX245" fmla="*/ 498638 w 5372199"/>
                  <a:gd name="connsiteY245" fmla="*/ 4269420 h 5390836"/>
                  <a:gd name="connsiteX246" fmla="*/ 478011 w 5372199"/>
                  <a:gd name="connsiteY246" fmla="*/ 4238488 h 5390836"/>
                  <a:gd name="connsiteX247" fmla="*/ 506888 w 5372199"/>
                  <a:gd name="connsiteY247" fmla="*/ 4212709 h 5390836"/>
                  <a:gd name="connsiteX248" fmla="*/ 501732 w 5372199"/>
                  <a:gd name="connsiteY248" fmla="*/ 4212709 h 5390836"/>
                  <a:gd name="connsiteX249" fmla="*/ 425414 w 5372199"/>
                  <a:gd name="connsiteY249" fmla="*/ 4171459 h 5390836"/>
                  <a:gd name="connsiteX250" fmla="*/ 425414 w 5372199"/>
                  <a:gd name="connsiteY250" fmla="*/ 4174543 h 5390836"/>
                  <a:gd name="connsiteX251" fmla="*/ 408914 w 5372199"/>
                  <a:gd name="connsiteY251" fmla="*/ 4071417 h 5390836"/>
                  <a:gd name="connsiteX252" fmla="*/ 597638 w 5372199"/>
                  <a:gd name="connsiteY252" fmla="*/ 3950764 h 5390836"/>
                  <a:gd name="connsiteX253" fmla="*/ 4896947 w 5372199"/>
                  <a:gd name="connsiteY253" fmla="*/ 3786790 h 5390836"/>
                  <a:gd name="connsiteX254" fmla="*/ 4848489 w 5372199"/>
                  <a:gd name="connsiteY254" fmla="*/ 3820820 h 5390836"/>
                  <a:gd name="connsiteX255" fmla="*/ 4848489 w 5372199"/>
                  <a:gd name="connsiteY255" fmla="*/ 3880625 h 5390836"/>
                  <a:gd name="connsiteX256" fmla="*/ 4906239 w 5372199"/>
                  <a:gd name="connsiteY256" fmla="*/ 3933222 h 5390836"/>
                  <a:gd name="connsiteX257" fmla="*/ 4980489 w 5372199"/>
                  <a:gd name="connsiteY257" fmla="*/ 3950764 h 5390836"/>
                  <a:gd name="connsiteX258" fmla="*/ 5028950 w 5372199"/>
                  <a:gd name="connsiteY258" fmla="*/ 3916722 h 5390836"/>
                  <a:gd name="connsiteX259" fmla="*/ 5028950 w 5372199"/>
                  <a:gd name="connsiteY259" fmla="*/ 3856917 h 5390836"/>
                  <a:gd name="connsiteX260" fmla="*/ 4973268 w 5372199"/>
                  <a:gd name="connsiteY260" fmla="*/ 3805345 h 5390836"/>
                  <a:gd name="connsiteX261" fmla="*/ 4896947 w 5372199"/>
                  <a:gd name="connsiteY261" fmla="*/ 3786790 h 5390836"/>
                  <a:gd name="connsiteX262" fmla="*/ 4883544 w 5372199"/>
                  <a:gd name="connsiteY262" fmla="*/ 3732138 h 5390836"/>
                  <a:gd name="connsiteX263" fmla="*/ 5000073 w 5372199"/>
                  <a:gd name="connsiteY263" fmla="*/ 3754820 h 5390836"/>
                  <a:gd name="connsiteX264" fmla="*/ 5081548 w 5372199"/>
                  <a:gd name="connsiteY264" fmla="*/ 3837320 h 5390836"/>
                  <a:gd name="connsiteX265" fmla="*/ 5073298 w 5372199"/>
                  <a:gd name="connsiteY265" fmla="*/ 3940447 h 5390836"/>
                  <a:gd name="connsiteX266" fmla="*/ 4992866 w 5372199"/>
                  <a:gd name="connsiteY266" fmla="*/ 4004387 h 5390836"/>
                  <a:gd name="connsiteX267" fmla="*/ 4992853 w 5372199"/>
                  <a:gd name="connsiteY267" fmla="*/ 4002319 h 5390836"/>
                  <a:gd name="connsiteX268" fmla="*/ 4795892 w 5372199"/>
                  <a:gd name="connsiteY268" fmla="*/ 3899193 h 5390836"/>
                  <a:gd name="connsiteX269" fmla="*/ 4802074 w 5372199"/>
                  <a:gd name="connsiteY269" fmla="*/ 3796070 h 5390836"/>
                  <a:gd name="connsiteX270" fmla="*/ 4883544 w 5372199"/>
                  <a:gd name="connsiteY270" fmla="*/ 3732138 h 5390836"/>
                  <a:gd name="connsiteX271" fmla="*/ 484020 w 5372199"/>
                  <a:gd name="connsiteY271" fmla="*/ 3640799 h 5390836"/>
                  <a:gd name="connsiteX272" fmla="*/ 496393 w 5372199"/>
                  <a:gd name="connsiteY272" fmla="*/ 3667609 h 5390836"/>
                  <a:gd name="connsiteX273" fmla="*/ 508770 w 5372199"/>
                  <a:gd name="connsiteY273" fmla="*/ 3693397 h 5390836"/>
                  <a:gd name="connsiteX274" fmla="*/ 368516 w 5372199"/>
                  <a:gd name="connsiteY274" fmla="*/ 3877985 h 5390836"/>
                  <a:gd name="connsiteX275" fmla="*/ 554147 w 5372199"/>
                  <a:gd name="connsiteY275" fmla="*/ 3791358 h 5390836"/>
                  <a:gd name="connsiteX276" fmla="*/ 564464 w 5372199"/>
                  <a:gd name="connsiteY276" fmla="*/ 3815083 h 5390836"/>
                  <a:gd name="connsiteX277" fmla="*/ 575799 w 5372199"/>
                  <a:gd name="connsiteY277" fmla="*/ 3838803 h 5390836"/>
                  <a:gd name="connsiteX278" fmla="*/ 311796 w 5372199"/>
                  <a:gd name="connsiteY278" fmla="*/ 3961527 h 5390836"/>
                  <a:gd name="connsiteX279" fmla="*/ 300448 w 5372199"/>
                  <a:gd name="connsiteY279" fmla="*/ 3936777 h 5390836"/>
                  <a:gd name="connsiteX280" fmla="*/ 289114 w 5372199"/>
                  <a:gd name="connsiteY280" fmla="*/ 3910985 h 5390836"/>
                  <a:gd name="connsiteX281" fmla="*/ 432461 w 5372199"/>
                  <a:gd name="connsiteY281" fmla="*/ 3722274 h 5390836"/>
                  <a:gd name="connsiteX282" fmla="*/ 241669 w 5372199"/>
                  <a:gd name="connsiteY282" fmla="*/ 3810956 h 5390836"/>
                  <a:gd name="connsiteX283" fmla="*/ 231364 w 5372199"/>
                  <a:gd name="connsiteY283" fmla="*/ 3787235 h 5390836"/>
                  <a:gd name="connsiteX284" fmla="*/ 220016 w 5372199"/>
                  <a:gd name="connsiteY284" fmla="*/ 3763511 h 5390836"/>
                  <a:gd name="connsiteX285" fmla="*/ 5190696 w 5372199"/>
                  <a:gd name="connsiteY285" fmla="*/ 3522202 h 5390836"/>
                  <a:gd name="connsiteX286" fmla="*/ 5214407 w 5372199"/>
                  <a:gd name="connsiteY286" fmla="*/ 3530452 h 5390836"/>
                  <a:gd name="connsiteX287" fmla="*/ 5238128 w 5372199"/>
                  <a:gd name="connsiteY287" fmla="*/ 3540770 h 5390836"/>
                  <a:gd name="connsiteX288" fmla="*/ 5171098 w 5372199"/>
                  <a:gd name="connsiteY288" fmla="*/ 3717108 h 5390836"/>
                  <a:gd name="connsiteX289" fmla="*/ 4898845 w 5372199"/>
                  <a:gd name="connsiteY289" fmla="*/ 3612952 h 5390836"/>
                  <a:gd name="connsiteX290" fmla="*/ 4909150 w 5372199"/>
                  <a:gd name="connsiteY290" fmla="*/ 3586134 h 5390836"/>
                  <a:gd name="connsiteX291" fmla="*/ 4919468 w 5372199"/>
                  <a:gd name="connsiteY291" fmla="*/ 3560359 h 5390836"/>
                  <a:gd name="connsiteX292" fmla="*/ 5142225 w 5372199"/>
                  <a:gd name="connsiteY292" fmla="*/ 3645956 h 5390836"/>
                  <a:gd name="connsiteX293" fmla="*/ 432461 w 5372199"/>
                  <a:gd name="connsiteY293" fmla="*/ 3510855 h 5390836"/>
                  <a:gd name="connsiteX294" fmla="*/ 442766 w 5372199"/>
                  <a:gd name="connsiteY294" fmla="*/ 3537673 h 5390836"/>
                  <a:gd name="connsiteX295" fmla="*/ 453083 w 5372199"/>
                  <a:gd name="connsiteY295" fmla="*/ 3563452 h 5390836"/>
                  <a:gd name="connsiteX296" fmla="*/ 180834 w 5372199"/>
                  <a:gd name="connsiteY296" fmla="*/ 3667609 h 5390836"/>
                  <a:gd name="connsiteX297" fmla="*/ 170517 w 5372199"/>
                  <a:gd name="connsiteY297" fmla="*/ 3641829 h 5390836"/>
                  <a:gd name="connsiteX298" fmla="*/ 161237 w 5372199"/>
                  <a:gd name="connsiteY298" fmla="*/ 3616037 h 5390836"/>
                  <a:gd name="connsiteX299" fmla="*/ 175851 w 5372199"/>
                  <a:gd name="connsiteY299" fmla="*/ 3314478 h 5390836"/>
                  <a:gd name="connsiteX300" fmla="*/ 189254 w 5372199"/>
                  <a:gd name="connsiteY300" fmla="*/ 3366046 h 5390836"/>
                  <a:gd name="connsiteX301" fmla="*/ 172754 w 5372199"/>
                  <a:gd name="connsiteY301" fmla="*/ 3371198 h 5390836"/>
                  <a:gd name="connsiteX302" fmla="*/ 136656 w 5372199"/>
                  <a:gd name="connsiteY302" fmla="*/ 3387698 h 5390836"/>
                  <a:gd name="connsiteX303" fmla="*/ 130474 w 5372199"/>
                  <a:gd name="connsiteY303" fmla="*/ 3415546 h 5390836"/>
                  <a:gd name="connsiteX304" fmla="*/ 145936 w 5372199"/>
                  <a:gd name="connsiteY304" fmla="*/ 3436169 h 5390836"/>
                  <a:gd name="connsiteX305" fmla="*/ 176881 w 5372199"/>
                  <a:gd name="connsiteY305" fmla="*/ 3436169 h 5390836"/>
                  <a:gd name="connsiteX306" fmla="*/ 383130 w 5372199"/>
                  <a:gd name="connsiteY306" fmla="*/ 3378410 h 5390836"/>
                  <a:gd name="connsiteX307" fmla="*/ 390342 w 5372199"/>
                  <a:gd name="connsiteY307" fmla="*/ 3405228 h 5390836"/>
                  <a:gd name="connsiteX308" fmla="*/ 397562 w 5372199"/>
                  <a:gd name="connsiteY308" fmla="*/ 3432046 h 5390836"/>
                  <a:gd name="connsiteX309" fmla="*/ 191313 w 5372199"/>
                  <a:gd name="connsiteY309" fmla="*/ 3485668 h 5390836"/>
                  <a:gd name="connsiteX310" fmla="*/ 121186 w 5372199"/>
                  <a:gd name="connsiteY310" fmla="*/ 3485668 h 5390836"/>
                  <a:gd name="connsiteX311" fmla="*/ 83034 w 5372199"/>
                  <a:gd name="connsiteY311" fmla="*/ 3428948 h 5390836"/>
                  <a:gd name="connsiteX312" fmla="*/ 89224 w 5372199"/>
                  <a:gd name="connsiteY312" fmla="*/ 3358821 h 5390836"/>
                  <a:gd name="connsiteX313" fmla="*/ 159351 w 5372199"/>
                  <a:gd name="connsiteY313" fmla="*/ 3319631 h 5390836"/>
                  <a:gd name="connsiteX314" fmla="*/ 5138274 w 5372199"/>
                  <a:gd name="connsiteY314" fmla="*/ 3210244 h 5390836"/>
                  <a:gd name="connsiteX315" fmla="*/ 5099086 w 5372199"/>
                  <a:gd name="connsiteY315" fmla="*/ 3216504 h 5390836"/>
                  <a:gd name="connsiteX316" fmla="*/ 5059891 w 5372199"/>
                  <a:gd name="connsiteY316" fmla="*/ 3261881 h 5390836"/>
                  <a:gd name="connsiteX317" fmla="*/ 5073306 w 5372199"/>
                  <a:gd name="connsiteY317" fmla="*/ 3320669 h 5390836"/>
                  <a:gd name="connsiteX318" fmla="*/ 5142395 w 5372199"/>
                  <a:gd name="connsiteY318" fmla="*/ 3357783 h 5390836"/>
                  <a:gd name="connsiteX319" fmla="*/ 5218712 w 5372199"/>
                  <a:gd name="connsiteY319" fmla="*/ 3357783 h 5390836"/>
                  <a:gd name="connsiteX320" fmla="*/ 5257895 w 5372199"/>
                  <a:gd name="connsiteY320" fmla="*/ 3312406 h 5390836"/>
                  <a:gd name="connsiteX321" fmla="*/ 5244492 w 5372199"/>
                  <a:gd name="connsiteY321" fmla="*/ 3253631 h 5390836"/>
                  <a:gd name="connsiteX322" fmla="*/ 5244492 w 5372199"/>
                  <a:gd name="connsiteY322" fmla="*/ 3252601 h 5390836"/>
                  <a:gd name="connsiteX323" fmla="*/ 5177463 w 5372199"/>
                  <a:gd name="connsiteY323" fmla="*/ 3216504 h 5390836"/>
                  <a:gd name="connsiteX324" fmla="*/ 5138274 w 5372199"/>
                  <a:gd name="connsiteY324" fmla="*/ 3210244 h 5390836"/>
                  <a:gd name="connsiteX325" fmla="*/ 5126906 w 5372199"/>
                  <a:gd name="connsiteY325" fmla="*/ 3154598 h 5390836"/>
                  <a:gd name="connsiteX326" fmla="*/ 5186742 w 5372199"/>
                  <a:gd name="connsiteY326" fmla="*/ 3161852 h 5390836"/>
                  <a:gd name="connsiteX327" fmla="*/ 5289865 w 5372199"/>
                  <a:gd name="connsiteY327" fmla="*/ 3222699 h 5390836"/>
                  <a:gd name="connsiteX328" fmla="*/ 5249797 w 5372199"/>
                  <a:gd name="connsiteY328" fmla="*/ 3402033 h 5390836"/>
                  <a:gd name="connsiteX329" fmla="*/ 5244492 w 5372199"/>
                  <a:gd name="connsiteY329" fmla="*/ 3405228 h 5390836"/>
                  <a:gd name="connsiteX330" fmla="*/ 5240365 w 5372199"/>
                  <a:gd name="connsiteY330" fmla="*/ 3407296 h 5390836"/>
                  <a:gd name="connsiteX331" fmla="*/ 5022768 w 5372199"/>
                  <a:gd name="connsiteY331" fmla="*/ 3352631 h 5390836"/>
                  <a:gd name="connsiteX332" fmla="*/ 5004209 w 5372199"/>
                  <a:gd name="connsiteY332" fmla="*/ 3249504 h 5390836"/>
                  <a:gd name="connsiteX333" fmla="*/ 5068141 w 5372199"/>
                  <a:gd name="connsiteY333" fmla="*/ 3168042 h 5390836"/>
                  <a:gd name="connsiteX334" fmla="*/ 5126906 w 5372199"/>
                  <a:gd name="connsiteY334" fmla="*/ 3154598 h 5390836"/>
                  <a:gd name="connsiteX335" fmla="*/ 332419 w 5372199"/>
                  <a:gd name="connsiteY335" fmla="*/ 3145784 h 5390836"/>
                  <a:gd name="connsiteX336" fmla="*/ 337575 w 5372199"/>
                  <a:gd name="connsiteY336" fmla="*/ 3173631 h 5390836"/>
                  <a:gd name="connsiteX337" fmla="*/ 342736 w 5372199"/>
                  <a:gd name="connsiteY337" fmla="*/ 3201479 h 5390836"/>
                  <a:gd name="connsiteX338" fmla="*/ 57080 w 5372199"/>
                  <a:gd name="connsiteY338" fmla="*/ 3256135 h 5390836"/>
                  <a:gd name="connsiteX339" fmla="*/ 51915 w 5372199"/>
                  <a:gd name="connsiteY339" fmla="*/ 3229313 h 5390836"/>
                  <a:gd name="connsiteX340" fmla="*/ 46763 w 5372199"/>
                  <a:gd name="connsiteY340" fmla="*/ 3201479 h 5390836"/>
                  <a:gd name="connsiteX341" fmla="*/ 298393 w 5372199"/>
                  <a:gd name="connsiteY341" fmla="*/ 2871475 h 5390836"/>
                  <a:gd name="connsiteX342" fmla="*/ 322114 w 5372199"/>
                  <a:gd name="connsiteY342" fmla="*/ 3066382 h 5390836"/>
                  <a:gd name="connsiteX343" fmla="*/ 296334 w 5372199"/>
                  <a:gd name="connsiteY343" fmla="*/ 3069479 h 5390836"/>
                  <a:gd name="connsiteX344" fmla="*/ 270554 w 5372199"/>
                  <a:gd name="connsiteY344" fmla="*/ 3072576 h 5390836"/>
                  <a:gd name="connsiteX345" fmla="*/ 253016 w 5372199"/>
                  <a:gd name="connsiteY345" fmla="*/ 2933352 h 5390836"/>
                  <a:gd name="connsiteX346" fmla="*/ 192169 w 5372199"/>
                  <a:gd name="connsiteY346" fmla="*/ 2940573 h 5390836"/>
                  <a:gd name="connsiteX347" fmla="*/ 207639 w 5372199"/>
                  <a:gd name="connsiteY347" fmla="*/ 3070509 h 5390836"/>
                  <a:gd name="connsiteX348" fmla="*/ 183932 w 5372199"/>
                  <a:gd name="connsiteY348" fmla="*/ 3073606 h 5390836"/>
                  <a:gd name="connsiteX349" fmla="*/ 158139 w 5372199"/>
                  <a:gd name="connsiteY349" fmla="*/ 3076699 h 5390836"/>
                  <a:gd name="connsiteX350" fmla="*/ 142669 w 5372199"/>
                  <a:gd name="connsiteY350" fmla="*/ 2946755 h 5390836"/>
                  <a:gd name="connsiteX351" fmla="*/ 67390 w 5372199"/>
                  <a:gd name="connsiteY351" fmla="*/ 2956047 h 5390836"/>
                  <a:gd name="connsiteX352" fmla="*/ 84919 w 5372199"/>
                  <a:gd name="connsiteY352" fmla="*/ 3102479 h 5390836"/>
                  <a:gd name="connsiteX353" fmla="*/ 60178 w 5372199"/>
                  <a:gd name="connsiteY353" fmla="*/ 3105576 h 5390836"/>
                  <a:gd name="connsiteX354" fmla="*/ 34390 w 5372199"/>
                  <a:gd name="connsiteY354" fmla="*/ 3108674 h 5390836"/>
                  <a:gd name="connsiteX355" fmla="*/ 8610 w 5372199"/>
                  <a:gd name="connsiteY355" fmla="*/ 2906535 h 5390836"/>
                  <a:gd name="connsiteX356" fmla="*/ 5165090 w 5372199"/>
                  <a:gd name="connsiteY356" fmla="*/ 2814306 h 5390836"/>
                  <a:gd name="connsiteX357" fmla="*/ 5159933 w 5372199"/>
                  <a:gd name="connsiteY357" fmla="*/ 2870001 h 5390836"/>
                  <a:gd name="connsiteX358" fmla="*/ 5124865 w 5372199"/>
                  <a:gd name="connsiteY358" fmla="*/ 2886501 h 5390836"/>
                  <a:gd name="connsiteX359" fmla="*/ 5107340 w 5372199"/>
                  <a:gd name="connsiteY359" fmla="*/ 2924653 h 5390836"/>
                  <a:gd name="connsiteX360" fmla="*/ 5130022 w 5372199"/>
                  <a:gd name="connsiteY360" fmla="*/ 2983433 h 5390836"/>
                  <a:gd name="connsiteX361" fmla="*/ 5203242 w 5372199"/>
                  <a:gd name="connsiteY361" fmla="*/ 3010250 h 5390836"/>
                  <a:gd name="connsiteX362" fmla="*/ 5280589 w 5372199"/>
                  <a:gd name="connsiteY362" fmla="*/ 2997878 h 5390836"/>
                  <a:gd name="connsiteX363" fmla="*/ 5311521 w 5372199"/>
                  <a:gd name="connsiteY363" fmla="*/ 2942183 h 5390836"/>
                  <a:gd name="connsiteX364" fmla="*/ 5311534 w 5372199"/>
                  <a:gd name="connsiteY364" fmla="*/ 2942183 h 5390836"/>
                  <a:gd name="connsiteX365" fmla="*/ 5288839 w 5372199"/>
                  <a:gd name="connsiteY365" fmla="*/ 2889598 h 5390836"/>
                  <a:gd name="connsiteX366" fmla="*/ 5254810 w 5372199"/>
                  <a:gd name="connsiteY366" fmla="*/ 2872056 h 5390836"/>
                  <a:gd name="connsiteX367" fmla="*/ 5254810 w 5372199"/>
                  <a:gd name="connsiteY367" fmla="*/ 2933933 h 5390836"/>
                  <a:gd name="connsiteX368" fmla="*/ 5204272 w 5372199"/>
                  <a:gd name="connsiteY368" fmla="*/ 2933933 h 5390836"/>
                  <a:gd name="connsiteX369" fmla="*/ 5214590 w 5372199"/>
                  <a:gd name="connsiteY369" fmla="*/ 2822556 h 5390836"/>
                  <a:gd name="connsiteX370" fmla="*/ 5370309 w 5372199"/>
                  <a:gd name="connsiteY370" fmla="*/ 2835971 h 5390836"/>
                  <a:gd name="connsiteX371" fmla="*/ 5370309 w 5372199"/>
                  <a:gd name="connsiteY371" fmla="*/ 2873098 h 5390836"/>
                  <a:gd name="connsiteX372" fmla="*/ 5337310 w 5372199"/>
                  <a:gd name="connsiteY372" fmla="*/ 2873098 h 5390836"/>
                  <a:gd name="connsiteX373" fmla="*/ 5371339 w 5372199"/>
                  <a:gd name="connsiteY373" fmla="*/ 2952501 h 5390836"/>
                  <a:gd name="connsiteX374" fmla="*/ 5362059 w 5372199"/>
                  <a:gd name="connsiteY374" fmla="*/ 2957653 h 5390836"/>
                  <a:gd name="connsiteX375" fmla="*/ 5312560 w 5372199"/>
                  <a:gd name="connsiteY375" fmla="*/ 3046335 h 5390836"/>
                  <a:gd name="connsiteX376" fmla="*/ 5199115 w 5372199"/>
                  <a:gd name="connsiteY376" fmla="*/ 3071085 h 5390836"/>
                  <a:gd name="connsiteX377" fmla="*/ 5089810 w 5372199"/>
                  <a:gd name="connsiteY377" fmla="*/ 3025712 h 5390836"/>
                  <a:gd name="connsiteX378" fmla="*/ 5056806 w 5372199"/>
                  <a:gd name="connsiteY378" fmla="*/ 2922585 h 5390836"/>
                  <a:gd name="connsiteX379" fmla="*/ 5089810 w 5372199"/>
                  <a:gd name="connsiteY379" fmla="*/ 2845251 h 5390836"/>
                  <a:gd name="connsiteX380" fmla="*/ 5165090 w 5372199"/>
                  <a:gd name="connsiteY380" fmla="*/ 2814306 h 5390836"/>
                  <a:gd name="connsiteX381" fmla="*/ 176868 w 5372199"/>
                  <a:gd name="connsiteY381" fmla="*/ 2618374 h 5390836"/>
                  <a:gd name="connsiteX382" fmla="*/ 176868 w 5372199"/>
                  <a:gd name="connsiteY382" fmla="*/ 2682319 h 5390836"/>
                  <a:gd name="connsiteX383" fmla="*/ 184089 w 5372199"/>
                  <a:gd name="connsiteY383" fmla="*/ 2713251 h 5390836"/>
                  <a:gd name="connsiteX384" fmla="*/ 209868 w 5372199"/>
                  <a:gd name="connsiteY384" fmla="*/ 2724599 h 5390836"/>
                  <a:gd name="connsiteX385" fmla="*/ 232550 w 5372199"/>
                  <a:gd name="connsiteY385" fmla="*/ 2714281 h 5390836"/>
                  <a:gd name="connsiteX386" fmla="*/ 240800 w 5372199"/>
                  <a:gd name="connsiteY386" fmla="*/ 2681281 h 5390836"/>
                  <a:gd name="connsiteX387" fmla="*/ 240813 w 5372199"/>
                  <a:gd name="connsiteY387" fmla="*/ 2619413 h 5390836"/>
                  <a:gd name="connsiteX388" fmla="*/ 50021 w 5372199"/>
                  <a:gd name="connsiteY388" fmla="*/ 2618374 h 5390836"/>
                  <a:gd name="connsiteX389" fmla="*/ 50021 w 5372199"/>
                  <a:gd name="connsiteY389" fmla="*/ 2686442 h 5390836"/>
                  <a:gd name="connsiteX390" fmla="*/ 59309 w 5372199"/>
                  <a:gd name="connsiteY390" fmla="*/ 2719446 h 5390836"/>
                  <a:gd name="connsiteX391" fmla="*/ 90241 w 5372199"/>
                  <a:gd name="connsiteY391" fmla="*/ 2730781 h 5390836"/>
                  <a:gd name="connsiteX392" fmla="*/ 118089 w 5372199"/>
                  <a:gd name="connsiteY392" fmla="*/ 2719446 h 5390836"/>
                  <a:gd name="connsiteX393" fmla="*/ 127368 w 5372199"/>
                  <a:gd name="connsiteY393" fmla="*/ 2686442 h 5390836"/>
                  <a:gd name="connsiteX394" fmla="*/ 127368 w 5372199"/>
                  <a:gd name="connsiteY394" fmla="*/ 2619413 h 5390836"/>
                  <a:gd name="connsiteX395" fmla="*/ 521 w 5372199"/>
                  <a:gd name="connsiteY395" fmla="*/ 2563722 h 5390836"/>
                  <a:gd name="connsiteX396" fmla="*/ 291342 w 5372199"/>
                  <a:gd name="connsiteY396" fmla="*/ 2568875 h 5390836"/>
                  <a:gd name="connsiteX397" fmla="*/ 291342 w 5372199"/>
                  <a:gd name="connsiteY397" fmla="*/ 2595692 h 5390836"/>
                  <a:gd name="connsiteX398" fmla="*/ 291342 w 5372199"/>
                  <a:gd name="connsiteY398" fmla="*/ 2698819 h 5390836"/>
                  <a:gd name="connsiteX399" fmla="*/ 270715 w 5372199"/>
                  <a:gd name="connsiteY399" fmla="*/ 2758628 h 5390836"/>
                  <a:gd name="connsiteX400" fmla="*/ 216050 w 5372199"/>
                  <a:gd name="connsiteY400" fmla="*/ 2779251 h 5390836"/>
                  <a:gd name="connsiteX401" fmla="*/ 161398 w 5372199"/>
                  <a:gd name="connsiteY401" fmla="*/ 2754501 h 5390836"/>
                  <a:gd name="connsiteX402" fmla="*/ 156245 w 5372199"/>
                  <a:gd name="connsiteY402" fmla="*/ 2745222 h 5390836"/>
                  <a:gd name="connsiteX403" fmla="*/ 145928 w 5372199"/>
                  <a:gd name="connsiteY403" fmla="*/ 2761721 h 5390836"/>
                  <a:gd name="connsiteX404" fmla="*/ 90241 w 5372199"/>
                  <a:gd name="connsiteY404" fmla="*/ 2786476 h 5390836"/>
                  <a:gd name="connsiteX405" fmla="*/ 22174 w 5372199"/>
                  <a:gd name="connsiteY405" fmla="*/ 2759654 h 5390836"/>
                  <a:gd name="connsiteX406" fmla="*/ 521 w 5372199"/>
                  <a:gd name="connsiteY406" fmla="*/ 2685404 h 5390836"/>
                  <a:gd name="connsiteX407" fmla="*/ 521 w 5372199"/>
                  <a:gd name="connsiteY407" fmla="*/ 2590540 h 5390836"/>
                  <a:gd name="connsiteX408" fmla="*/ 5076221 w 5372199"/>
                  <a:gd name="connsiteY408" fmla="*/ 2512595 h 5390836"/>
                  <a:gd name="connsiteX409" fmla="*/ 5259793 w 5372199"/>
                  <a:gd name="connsiteY409" fmla="*/ 2594069 h 5390836"/>
                  <a:gd name="connsiteX410" fmla="*/ 5370131 w 5372199"/>
                  <a:gd name="connsiteY410" fmla="*/ 2589942 h 5390836"/>
                  <a:gd name="connsiteX411" fmla="*/ 5371170 w 5372199"/>
                  <a:gd name="connsiteY411" fmla="*/ 2618819 h 5390836"/>
                  <a:gd name="connsiteX412" fmla="*/ 5372199 w 5372199"/>
                  <a:gd name="connsiteY412" fmla="*/ 2646654 h 5390836"/>
                  <a:gd name="connsiteX413" fmla="*/ 5262878 w 5372199"/>
                  <a:gd name="connsiteY413" fmla="*/ 2649751 h 5390836"/>
                  <a:gd name="connsiteX414" fmla="*/ 5084471 w 5372199"/>
                  <a:gd name="connsiteY414" fmla="*/ 2749781 h 5390836"/>
                  <a:gd name="connsiteX415" fmla="*/ 5083442 w 5372199"/>
                  <a:gd name="connsiteY415" fmla="*/ 2716781 h 5390836"/>
                  <a:gd name="connsiteX416" fmla="*/ 5082416 w 5372199"/>
                  <a:gd name="connsiteY416" fmla="*/ 2683781 h 5390836"/>
                  <a:gd name="connsiteX417" fmla="*/ 5206166 w 5372199"/>
                  <a:gd name="connsiteY417" fmla="*/ 2622942 h 5390836"/>
                  <a:gd name="connsiteX418" fmla="*/ 5207196 w 5372199"/>
                  <a:gd name="connsiteY418" fmla="*/ 2622942 h 5390836"/>
                  <a:gd name="connsiteX419" fmla="*/ 5078289 w 5372199"/>
                  <a:gd name="connsiteY419" fmla="*/ 2575502 h 5390836"/>
                  <a:gd name="connsiteX420" fmla="*/ 5077251 w 5372199"/>
                  <a:gd name="connsiteY420" fmla="*/ 2543527 h 5390836"/>
                  <a:gd name="connsiteX421" fmla="*/ 605887 w 5372199"/>
                  <a:gd name="connsiteY421" fmla="*/ 985886 h 5390836"/>
                  <a:gd name="connsiteX422" fmla="*/ 605887 w 5372199"/>
                  <a:gd name="connsiteY422" fmla="*/ 994136 h 5390836"/>
                  <a:gd name="connsiteX423" fmla="*/ 605887 w 5372199"/>
                  <a:gd name="connsiteY423" fmla="*/ 998261 h 5390836"/>
                  <a:gd name="connsiteX424" fmla="*/ 601762 w 5372199"/>
                  <a:gd name="connsiteY424" fmla="*/ 998261 h 5390836"/>
                  <a:gd name="connsiteX425" fmla="*/ 667763 w 5372199"/>
                  <a:gd name="connsiteY425" fmla="*/ 958039 h 5390836"/>
                  <a:gd name="connsiteX426" fmla="*/ 690446 w 5372199"/>
                  <a:gd name="connsiteY426" fmla="*/ 958039 h 5390836"/>
                  <a:gd name="connsiteX427" fmla="*/ 699735 w 5372199"/>
                  <a:gd name="connsiteY427" fmla="*/ 967329 h 5390836"/>
                  <a:gd name="connsiteX428" fmla="*/ 713139 w 5372199"/>
                  <a:gd name="connsiteY428" fmla="*/ 981761 h 5390836"/>
                  <a:gd name="connsiteX429" fmla="*/ 721389 w 5372199"/>
                  <a:gd name="connsiteY429" fmla="*/ 1003414 h 5390836"/>
                  <a:gd name="connsiteX430" fmla="*/ 735821 w 5372199"/>
                  <a:gd name="connsiteY430" fmla="*/ 1020943 h 5390836"/>
                  <a:gd name="connsiteX431" fmla="*/ 763668 w 5372199"/>
                  <a:gd name="connsiteY431" fmla="*/ 1049818 h 5390836"/>
                  <a:gd name="connsiteX432" fmla="*/ 779140 w 5372199"/>
                  <a:gd name="connsiteY432" fmla="*/ 1068386 h 5390836"/>
                  <a:gd name="connsiteX433" fmla="*/ 793572 w 5372199"/>
                  <a:gd name="connsiteY433" fmla="*/ 1083858 h 5390836"/>
                  <a:gd name="connsiteX434" fmla="*/ 806987 w 5372199"/>
                  <a:gd name="connsiteY434" fmla="*/ 1090040 h 5390836"/>
                  <a:gd name="connsiteX435" fmla="*/ 813169 w 5372199"/>
                  <a:gd name="connsiteY435" fmla="*/ 1090040 h 5390836"/>
                  <a:gd name="connsiteX436" fmla="*/ 824515 w 5372199"/>
                  <a:gd name="connsiteY436" fmla="*/ 1097261 h 5390836"/>
                  <a:gd name="connsiteX437" fmla="*/ 838948 w 5372199"/>
                  <a:gd name="connsiteY437" fmla="*/ 1120983 h 5390836"/>
                  <a:gd name="connsiteX438" fmla="*/ 844112 w 5372199"/>
                  <a:gd name="connsiteY438" fmla="*/ 1138512 h 5390836"/>
                  <a:gd name="connsiteX439" fmla="*/ 836890 w 5372199"/>
                  <a:gd name="connsiteY439" fmla="*/ 1171512 h 5390836"/>
                  <a:gd name="connsiteX440" fmla="*/ 836890 w 5372199"/>
                  <a:gd name="connsiteY440" fmla="*/ 1206570 h 5390836"/>
                  <a:gd name="connsiteX441" fmla="*/ 827612 w 5372199"/>
                  <a:gd name="connsiteY441" fmla="*/ 1233388 h 5390836"/>
                  <a:gd name="connsiteX442" fmla="*/ 819362 w 5372199"/>
                  <a:gd name="connsiteY442" fmla="*/ 1272570 h 5390836"/>
                  <a:gd name="connsiteX443" fmla="*/ 811112 w 5372199"/>
                  <a:gd name="connsiteY443" fmla="*/ 1294235 h 5390836"/>
                  <a:gd name="connsiteX444" fmla="*/ 811112 w 5372199"/>
                  <a:gd name="connsiteY444" fmla="*/ 1333418 h 5390836"/>
                  <a:gd name="connsiteX445" fmla="*/ 782236 w 5372199"/>
                  <a:gd name="connsiteY445" fmla="*/ 1333418 h 5390836"/>
                  <a:gd name="connsiteX446" fmla="*/ 765736 w 5372199"/>
                  <a:gd name="connsiteY446" fmla="*/ 1333418 h 5390836"/>
                  <a:gd name="connsiteX447" fmla="*/ 751293 w 5372199"/>
                  <a:gd name="connsiteY447" fmla="*/ 1325168 h 5390836"/>
                  <a:gd name="connsiteX448" fmla="*/ 736861 w 5372199"/>
                  <a:gd name="connsiteY448" fmla="*/ 1317946 h 5390836"/>
                  <a:gd name="connsiteX449" fmla="*/ 736861 w 5372199"/>
                  <a:gd name="connsiteY449" fmla="*/ 1304542 h 5390836"/>
                  <a:gd name="connsiteX450" fmla="*/ 744071 w 5372199"/>
                  <a:gd name="connsiteY450" fmla="*/ 1294235 h 5390836"/>
                  <a:gd name="connsiteX451" fmla="*/ 749225 w 5372199"/>
                  <a:gd name="connsiteY451" fmla="*/ 1272570 h 5390836"/>
                  <a:gd name="connsiteX452" fmla="*/ 757475 w 5372199"/>
                  <a:gd name="connsiteY452" fmla="*/ 1251945 h 5390836"/>
                  <a:gd name="connsiteX453" fmla="*/ 767793 w 5372199"/>
                  <a:gd name="connsiteY453" fmla="*/ 1211723 h 5390836"/>
                  <a:gd name="connsiteX454" fmla="*/ 767793 w 5372199"/>
                  <a:gd name="connsiteY454" fmla="*/ 1188012 h 5390836"/>
                  <a:gd name="connsiteX455" fmla="*/ 738918 w 5372199"/>
                  <a:gd name="connsiteY455" fmla="*/ 1163262 h 5390836"/>
                  <a:gd name="connsiteX456" fmla="*/ 728610 w 5372199"/>
                  <a:gd name="connsiteY456" fmla="*/ 1163262 h 5390836"/>
                  <a:gd name="connsiteX457" fmla="*/ 719321 w 5372199"/>
                  <a:gd name="connsiteY457" fmla="*/ 1177705 h 5390836"/>
                  <a:gd name="connsiteX458" fmla="*/ 712110 w 5372199"/>
                  <a:gd name="connsiteY458" fmla="*/ 1193166 h 5390836"/>
                  <a:gd name="connsiteX459" fmla="*/ 704889 w 5372199"/>
                  <a:gd name="connsiteY459" fmla="*/ 1203484 h 5390836"/>
                  <a:gd name="connsiteX460" fmla="*/ 695610 w 5372199"/>
                  <a:gd name="connsiteY460" fmla="*/ 1203484 h 5390836"/>
                  <a:gd name="connsiteX461" fmla="*/ 678070 w 5372199"/>
                  <a:gd name="connsiteY461" fmla="*/ 1192138 h 5390836"/>
                  <a:gd name="connsiteX462" fmla="*/ 665695 w 5372199"/>
                  <a:gd name="connsiteY462" fmla="*/ 1185945 h 5390836"/>
                  <a:gd name="connsiteX463" fmla="*/ 647138 w 5372199"/>
                  <a:gd name="connsiteY463" fmla="*/ 1165319 h 5390836"/>
                  <a:gd name="connsiteX464" fmla="*/ 647138 w 5372199"/>
                  <a:gd name="connsiteY464" fmla="*/ 1142637 h 5390836"/>
                  <a:gd name="connsiteX465" fmla="*/ 657445 w 5372199"/>
                  <a:gd name="connsiteY465" fmla="*/ 1120983 h 5390836"/>
                  <a:gd name="connsiteX466" fmla="*/ 667763 w 5372199"/>
                  <a:gd name="connsiteY466" fmla="*/ 1108608 h 5390836"/>
                  <a:gd name="connsiteX467" fmla="*/ 676013 w 5372199"/>
                  <a:gd name="connsiteY467" fmla="*/ 1084886 h 5390836"/>
                  <a:gd name="connsiteX468" fmla="*/ 667763 w 5372199"/>
                  <a:gd name="connsiteY468" fmla="*/ 1063233 h 5390836"/>
                  <a:gd name="connsiteX469" fmla="*/ 639916 w 5372199"/>
                  <a:gd name="connsiteY469" fmla="*/ 1027136 h 5390836"/>
                  <a:gd name="connsiteX470" fmla="*/ 612080 w 5372199"/>
                  <a:gd name="connsiteY470" fmla="*/ 1015789 h 5390836"/>
                  <a:gd name="connsiteX471" fmla="*/ 605887 w 5372199"/>
                  <a:gd name="connsiteY471" fmla="*/ 1010636 h 5390836"/>
                  <a:gd name="connsiteX472" fmla="*/ 605887 w 5372199"/>
                  <a:gd name="connsiteY472" fmla="*/ 998261 h 5390836"/>
                  <a:gd name="connsiteX473" fmla="*/ 607303 w 5372199"/>
                  <a:gd name="connsiteY473" fmla="*/ 998261 h 5390836"/>
                  <a:gd name="connsiteX474" fmla="*/ 615166 w 5372199"/>
                  <a:gd name="connsiteY474" fmla="*/ 998261 h 5390836"/>
                  <a:gd name="connsiteX475" fmla="*/ 630638 w 5372199"/>
                  <a:gd name="connsiteY475" fmla="*/ 984858 h 5390836"/>
                  <a:gd name="connsiteX476" fmla="*/ 644041 w 5372199"/>
                  <a:gd name="connsiteY476" fmla="*/ 970415 h 5390836"/>
                  <a:gd name="connsiteX477" fmla="*/ 655388 w 5372199"/>
                  <a:gd name="connsiteY477" fmla="*/ 963193 h 5390836"/>
                  <a:gd name="connsiteX478" fmla="*/ 667763 w 5372199"/>
                  <a:gd name="connsiteY478" fmla="*/ 958039 h 5390836"/>
                  <a:gd name="connsiteX479" fmla="*/ 4670338 w 5372199"/>
                  <a:gd name="connsiteY479" fmla="*/ 809159 h 5390836"/>
                  <a:gd name="connsiteX480" fmla="*/ 4680391 w 5372199"/>
                  <a:gd name="connsiteY480" fmla="*/ 812634 h 5390836"/>
                  <a:gd name="connsiteX481" fmla="*/ 4688641 w 5372199"/>
                  <a:gd name="connsiteY481" fmla="*/ 820884 h 5390836"/>
                  <a:gd name="connsiteX482" fmla="*/ 4695863 w 5372199"/>
                  <a:gd name="connsiteY482" fmla="*/ 820884 h 5390836"/>
                  <a:gd name="connsiteX483" fmla="*/ 4695863 w 5372199"/>
                  <a:gd name="connsiteY483" fmla="*/ 830174 h 5390836"/>
                  <a:gd name="connsiteX484" fmla="*/ 4687613 w 5372199"/>
                  <a:gd name="connsiteY484" fmla="*/ 841510 h 5390836"/>
                  <a:gd name="connsiteX485" fmla="*/ 4675238 w 5372199"/>
                  <a:gd name="connsiteY485" fmla="*/ 853885 h 5390836"/>
                  <a:gd name="connsiteX486" fmla="*/ 4668016 w 5372199"/>
                  <a:gd name="connsiteY486" fmla="*/ 861106 h 5390836"/>
                  <a:gd name="connsiteX487" fmla="*/ 4658737 w 5372199"/>
                  <a:gd name="connsiteY487" fmla="*/ 868328 h 5390836"/>
                  <a:gd name="connsiteX488" fmla="*/ 4647391 w 5372199"/>
                  <a:gd name="connsiteY488" fmla="*/ 878635 h 5390836"/>
                  <a:gd name="connsiteX489" fmla="*/ 4627794 w 5372199"/>
                  <a:gd name="connsiteY489" fmla="*/ 899260 h 5390836"/>
                  <a:gd name="connsiteX490" fmla="*/ 4616459 w 5372199"/>
                  <a:gd name="connsiteY490" fmla="*/ 914732 h 5390836"/>
                  <a:gd name="connsiteX491" fmla="*/ 4606141 w 5372199"/>
                  <a:gd name="connsiteY491" fmla="*/ 924011 h 5390836"/>
                  <a:gd name="connsiteX492" fmla="*/ 4589640 w 5372199"/>
                  <a:gd name="connsiteY492" fmla="*/ 932261 h 5390836"/>
                  <a:gd name="connsiteX493" fmla="*/ 4589640 w 5372199"/>
                  <a:gd name="connsiteY493" fmla="*/ 943608 h 5390836"/>
                  <a:gd name="connsiteX494" fmla="*/ 4604083 w 5372199"/>
                  <a:gd name="connsiteY494" fmla="*/ 951858 h 5390836"/>
                  <a:gd name="connsiteX495" fmla="*/ 4614391 w 5372199"/>
                  <a:gd name="connsiteY495" fmla="*/ 962176 h 5390836"/>
                  <a:gd name="connsiteX496" fmla="*/ 4632959 w 5372199"/>
                  <a:gd name="connsiteY496" fmla="*/ 975579 h 5390836"/>
                  <a:gd name="connsiteX497" fmla="*/ 4644294 w 5372199"/>
                  <a:gd name="connsiteY497" fmla="*/ 981762 h 5390836"/>
                  <a:gd name="connsiteX498" fmla="*/ 4655641 w 5372199"/>
                  <a:gd name="connsiteY498" fmla="*/ 981762 h 5390836"/>
                  <a:gd name="connsiteX499" fmla="*/ 4661834 w 5372199"/>
                  <a:gd name="connsiteY499" fmla="*/ 981762 h 5390836"/>
                  <a:gd name="connsiteX500" fmla="*/ 4653584 w 5372199"/>
                  <a:gd name="connsiteY500" fmla="*/ 970426 h 5390836"/>
                  <a:gd name="connsiteX501" fmla="*/ 4641209 w 5372199"/>
                  <a:gd name="connsiteY501" fmla="*/ 965261 h 5390836"/>
                  <a:gd name="connsiteX502" fmla="*/ 4647391 w 5372199"/>
                  <a:gd name="connsiteY502" fmla="*/ 954954 h 5390836"/>
                  <a:gd name="connsiteX503" fmla="*/ 4647391 w 5372199"/>
                  <a:gd name="connsiteY503" fmla="*/ 942579 h 5390836"/>
                  <a:gd name="connsiteX504" fmla="*/ 4633987 w 5372199"/>
                  <a:gd name="connsiteY504" fmla="*/ 948761 h 5390836"/>
                  <a:gd name="connsiteX505" fmla="*/ 4625250 w 5372199"/>
                  <a:gd name="connsiteY505" fmla="*/ 949313 h 5390836"/>
                  <a:gd name="connsiteX506" fmla="*/ 4624709 w 5372199"/>
                  <a:gd name="connsiteY506" fmla="*/ 948761 h 5390836"/>
                  <a:gd name="connsiteX507" fmla="*/ 4615419 w 5372199"/>
                  <a:gd name="connsiteY507" fmla="*/ 948761 h 5390836"/>
                  <a:gd name="connsiteX508" fmla="*/ 4621612 w 5372199"/>
                  <a:gd name="connsiteY508" fmla="*/ 932261 h 5390836"/>
                  <a:gd name="connsiteX509" fmla="*/ 4646362 w 5372199"/>
                  <a:gd name="connsiteY509" fmla="*/ 910607 h 5390836"/>
                  <a:gd name="connsiteX510" fmla="*/ 4659766 w 5372199"/>
                  <a:gd name="connsiteY510" fmla="*/ 893078 h 5390836"/>
                  <a:gd name="connsiteX511" fmla="*/ 4682459 w 5372199"/>
                  <a:gd name="connsiteY511" fmla="*/ 870385 h 5390836"/>
                  <a:gd name="connsiteX512" fmla="*/ 4688641 w 5372199"/>
                  <a:gd name="connsiteY512" fmla="*/ 862146 h 5390836"/>
                  <a:gd name="connsiteX513" fmla="*/ 4705141 w 5372199"/>
                  <a:gd name="connsiteY513" fmla="*/ 855953 h 5390836"/>
                  <a:gd name="connsiteX514" fmla="*/ 4716488 w 5372199"/>
                  <a:gd name="connsiteY514" fmla="*/ 855953 h 5390836"/>
                  <a:gd name="connsiteX515" fmla="*/ 4707209 w 5372199"/>
                  <a:gd name="connsiteY515" fmla="*/ 871424 h 5390836"/>
                  <a:gd name="connsiteX516" fmla="*/ 4702056 w 5372199"/>
                  <a:gd name="connsiteY516" fmla="*/ 881732 h 5390836"/>
                  <a:gd name="connsiteX517" fmla="*/ 4679363 w 5372199"/>
                  <a:gd name="connsiteY517" fmla="*/ 909579 h 5390836"/>
                  <a:gd name="connsiteX518" fmla="*/ 4679363 w 5372199"/>
                  <a:gd name="connsiteY518" fmla="*/ 918857 h 5390836"/>
                  <a:gd name="connsiteX519" fmla="*/ 4691738 w 5372199"/>
                  <a:gd name="connsiteY519" fmla="*/ 932261 h 5390836"/>
                  <a:gd name="connsiteX520" fmla="*/ 4691738 w 5372199"/>
                  <a:gd name="connsiteY520" fmla="*/ 943608 h 5390836"/>
                  <a:gd name="connsiteX521" fmla="*/ 4714420 w 5372199"/>
                  <a:gd name="connsiteY521" fmla="*/ 943608 h 5390836"/>
                  <a:gd name="connsiteX522" fmla="*/ 4723709 w 5372199"/>
                  <a:gd name="connsiteY522" fmla="*/ 922982 h 5390836"/>
                  <a:gd name="connsiteX523" fmla="*/ 4709266 w 5372199"/>
                  <a:gd name="connsiteY523" fmla="*/ 915761 h 5390836"/>
                  <a:gd name="connsiteX524" fmla="*/ 4698959 w 5372199"/>
                  <a:gd name="connsiteY524" fmla="*/ 915761 h 5390836"/>
                  <a:gd name="connsiteX525" fmla="*/ 4714420 w 5372199"/>
                  <a:gd name="connsiteY525" fmla="*/ 901328 h 5390836"/>
                  <a:gd name="connsiteX526" fmla="*/ 4731959 w 5372199"/>
                  <a:gd name="connsiteY526" fmla="*/ 893078 h 5390836"/>
                  <a:gd name="connsiteX527" fmla="*/ 4740209 w 5372199"/>
                  <a:gd name="connsiteY527" fmla="*/ 875549 h 5390836"/>
                  <a:gd name="connsiteX528" fmla="*/ 4757738 w 5372199"/>
                  <a:gd name="connsiteY528" fmla="*/ 875549 h 5390836"/>
                  <a:gd name="connsiteX529" fmla="*/ 4757738 w 5372199"/>
                  <a:gd name="connsiteY529" fmla="*/ 893078 h 5390836"/>
                  <a:gd name="connsiteX530" fmla="*/ 4783517 w 5372199"/>
                  <a:gd name="connsiteY530" fmla="*/ 893078 h 5390836"/>
                  <a:gd name="connsiteX531" fmla="*/ 4807239 w 5372199"/>
                  <a:gd name="connsiteY531" fmla="*/ 886885 h 5390836"/>
                  <a:gd name="connsiteX532" fmla="*/ 4814460 w 5372199"/>
                  <a:gd name="connsiteY532" fmla="*/ 893078 h 5390836"/>
                  <a:gd name="connsiteX533" fmla="*/ 4822710 w 5372199"/>
                  <a:gd name="connsiteY533" fmla="*/ 899260 h 5390836"/>
                  <a:gd name="connsiteX534" fmla="*/ 4815489 w 5372199"/>
                  <a:gd name="connsiteY534" fmla="*/ 903386 h 5390836"/>
                  <a:gd name="connsiteX535" fmla="*/ 4815489 w 5372199"/>
                  <a:gd name="connsiteY535" fmla="*/ 926079 h 5390836"/>
                  <a:gd name="connsiteX536" fmla="*/ 4793835 w 5372199"/>
                  <a:gd name="connsiteY536" fmla="*/ 935357 h 5390836"/>
                  <a:gd name="connsiteX537" fmla="*/ 4770113 w 5372199"/>
                  <a:gd name="connsiteY537" fmla="*/ 935357 h 5390836"/>
                  <a:gd name="connsiteX538" fmla="*/ 4756710 w 5372199"/>
                  <a:gd name="connsiteY538" fmla="*/ 946704 h 5390836"/>
                  <a:gd name="connsiteX539" fmla="*/ 4756710 w 5372199"/>
                  <a:gd name="connsiteY539" fmla="*/ 963204 h 5390836"/>
                  <a:gd name="connsiteX540" fmla="*/ 4713391 w 5372199"/>
                  <a:gd name="connsiteY540" fmla="*/ 976608 h 5390836"/>
                  <a:gd name="connsiteX541" fmla="*/ 4686584 w 5372199"/>
                  <a:gd name="connsiteY541" fmla="*/ 976608 h 5390836"/>
                  <a:gd name="connsiteX542" fmla="*/ 4692766 w 5372199"/>
                  <a:gd name="connsiteY542" fmla="*/ 997233 h 5390836"/>
                  <a:gd name="connsiteX543" fmla="*/ 4687613 w 5372199"/>
                  <a:gd name="connsiteY543" fmla="*/ 1013733 h 5390836"/>
                  <a:gd name="connsiteX544" fmla="*/ 4711334 w 5372199"/>
                  <a:gd name="connsiteY544" fmla="*/ 1013733 h 5390836"/>
                  <a:gd name="connsiteX545" fmla="*/ 4705141 w 5372199"/>
                  <a:gd name="connsiteY545" fmla="*/ 999301 h 5390836"/>
                  <a:gd name="connsiteX546" fmla="*/ 4714420 w 5372199"/>
                  <a:gd name="connsiteY546" fmla="*/ 985887 h 5390836"/>
                  <a:gd name="connsiteX547" fmla="*/ 4726795 w 5372199"/>
                  <a:gd name="connsiteY547" fmla="*/ 985887 h 5390836"/>
                  <a:gd name="connsiteX548" fmla="*/ 4739181 w 5372199"/>
                  <a:gd name="connsiteY548" fmla="*/ 985887 h 5390836"/>
                  <a:gd name="connsiteX549" fmla="*/ 4749488 w 5372199"/>
                  <a:gd name="connsiteY549" fmla="*/ 974551 h 5390836"/>
                  <a:gd name="connsiteX550" fmla="*/ 4763920 w 5372199"/>
                  <a:gd name="connsiteY550" fmla="*/ 979704 h 5390836"/>
                  <a:gd name="connsiteX551" fmla="*/ 4778363 w 5372199"/>
                  <a:gd name="connsiteY551" fmla="*/ 979704 h 5390836"/>
                  <a:gd name="connsiteX552" fmla="*/ 4789710 w 5372199"/>
                  <a:gd name="connsiteY552" fmla="*/ 973511 h 5390836"/>
                  <a:gd name="connsiteX553" fmla="*/ 4800017 w 5372199"/>
                  <a:gd name="connsiteY553" fmla="*/ 949800 h 5390836"/>
                  <a:gd name="connsiteX554" fmla="*/ 4852614 w 5372199"/>
                  <a:gd name="connsiteY554" fmla="*/ 968358 h 5390836"/>
                  <a:gd name="connsiteX555" fmla="*/ 4860864 w 5372199"/>
                  <a:gd name="connsiteY555" fmla="*/ 968358 h 5390836"/>
                  <a:gd name="connsiteX556" fmla="*/ 4872210 w 5372199"/>
                  <a:gd name="connsiteY556" fmla="*/ 977637 h 5390836"/>
                  <a:gd name="connsiteX557" fmla="*/ 4872210 w 5372199"/>
                  <a:gd name="connsiteY557" fmla="*/ 996205 h 5390836"/>
                  <a:gd name="connsiteX558" fmla="*/ 4866017 w 5372199"/>
                  <a:gd name="connsiteY558" fmla="*/ 1006512 h 5390836"/>
                  <a:gd name="connsiteX559" fmla="*/ 4850546 w 5372199"/>
                  <a:gd name="connsiteY559" fmla="*/ 1019926 h 5390836"/>
                  <a:gd name="connsiteX560" fmla="*/ 4822710 w 5372199"/>
                  <a:gd name="connsiteY560" fmla="*/ 1019926 h 5390836"/>
                  <a:gd name="connsiteX561" fmla="*/ 4781460 w 5372199"/>
                  <a:gd name="connsiteY561" fmla="*/ 1035387 h 5390836"/>
                  <a:gd name="connsiteX562" fmla="*/ 4767017 w 5372199"/>
                  <a:gd name="connsiteY562" fmla="*/ 1041580 h 5390836"/>
                  <a:gd name="connsiteX563" fmla="*/ 4752585 w 5372199"/>
                  <a:gd name="connsiteY563" fmla="*/ 1049830 h 5390836"/>
                  <a:gd name="connsiteX564" fmla="*/ 4734016 w 5372199"/>
                  <a:gd name="connsiteY564" fmla="*/ 1062205 h 5390836"/>
                  <a:gd name="connsiteX565" fmla="*/ 4739181 w 5372199"/>
                  <a:gd name="connsiteY565" fmla="*/ 1071484 h 5390836"/>
                  <a:gd name="connsiteX566" fmla="*/ 4759806 w 5372199"/>
                  <a:gd name="connsiteY566" fmla="*/ 1077677 h 5390836"/>
                  <a:gd name="connsiteX567" fmla="*/ 4769085 w 5372199"/>
                  <a:gd name="connsiteY567" fmla="*/ 1086956 h 5390836"/>
                  <a:gd name="connsiteX568" fmla="*/ 4769085 w 5372199"/>
                  <a:gd name="connsiteY568" fmla="*/ 1100359 h 5390836"/>
                  <a:gd name="connsiteX569" fmla="*/ 4775267 w 5372199"/>
                  <a:gd name="connsiteY569" fmla="*/ 1111706 h 5390836"/>
                  <a:gd name="connsiteX570" fmla="*/ 4775267 w 5372199"/>
                  <a:gd name="connsiteY570" fmla="*/ 1125110 h 5390836"/>
                  <a:gd name="connsiteX571" fmla="*/ 4757738 w 5372199"/>
                  <a:gd name="connsiteY571" fmla="*/ 1151928 h 5390836"/>
                  <a:gd name="connsiteX572" fmla="*/ 4731959 w 5372199"/>
                  <a:gd name="connsiteY572" fmla="*/ 1165332 h 5390836"/>
                  <a:gd name="connsiteX573" fmla="*/ 4694834 w 5372199"/>
                  <a:gd name="connsiteY573" fmla="*/ 1141610 h 5390836"/>
                  <a:gd name="connsiteX574" fmla="*/ 4681430 w 5372199"/>
                  <a:gd name="connsiteY574" fmla="*/ 1135428 h 5390836"/>
                  <a:gd name="connsiteX575" fmla="*/ 4671112 w 5372199"/>
                  <a:gd name="connsiteY575" fmla="*/ 1123053 h 5390836"/>
                  <a:gd name="connsiteX576" fmla="*/ 4656669 w 5372199"/>
                  <a:gd name="connsiteY576" fmla="*/ 1107581 h 5390836"/>
                  <a:gd name="connsiteX577" fmla="*/ 4612333 w 5372199"/>
                  <a:gd name="connsiteY577" fmla="*/ 1098302 h 5390836"/>
                  <a:gd name="connsiteX578" fmla="*/ 4592737 w 5372199"/>
                  <a:gd name="connsiteY578" fmla="*/ 1098302 h 5390836"/>
                  <a:gd name="connsiteX579" fmla="*/ 4567987 w 5372199"/>
                  <a:gd name="connsiteY579" fmla="*/ 1098302 h 5390836"/>
                  <a:gd name="connsiteX580" fmla="*/ 4550458 w 5372199"/>
                  <a:gd name="connsiteY580" fmla="*/ 1109638 h 5390836"/>
                  <a:gd name="connsiteX581" fmla="*/ 4550458 w 5372199"/>
                  <a:gd name="connsiteY581" fmla="*/ 1118928 h 5390836"/>
                  <a:gd name="connsiteX582" fmla="*/ 4569015 w 5372199"/>
                  <a:gd name="connsiteY582" fmla="*/ 1127178 h 5390836"/>
                  <a:gd name="connsiteX583" fmla="*/ 4581390 w 5372199"/>
                  <a:gd name="connsiteY583" fmla="*/ 1127178 h 5390836"/>
                  <a:gd name="connsiteX584" fmla="*/ 4587583 w 5372199"/>
                  <a:gd name="connsiteY584" fmla="*/ 1149860 h 5390836"/>
                  <a:gd name="connsiteX585" fmla="*/ 4595833 w 5372199"/>
                  <a:gd name="connsiteY585" fmla="*/ 1170485 h 5390836"/>
                  <a:gd name="connsiteX586" fmla="*/ 4595833 w 5372199"/>
                  <a:gd name="connsiteY586" fmla="*/ 1181832 h 5390836"/>
                  <a:gd name="connsiteX587" fmla="*/ 4577265 w 5372199"/>
                  <a:gd name="connsiteY587" fmla="*/ 1192139 h 5390836"/>
                  <a:gd name="connsiteX588" fmla="*/ 4560765 w 5372199"/>
                  <a:gd name="connsiteY588" fmla="*/ 1192139 h 5390836"/>
                  <a:gd name="connsiteX589" fmla="*/ 4543237 w 5372199"/>
                  <a:gd name="connsiteY589" fmla="*/ 1178736 h 5390836"/>
                  <a:gd name="connsiteX590" fmla="*/ 4529833 w 5372199"/>
                  <a:gd name="connsiteY590" fmla="*/ 1171514 h 5390836"/>
                  <a:gd name="connsiteX591" fmla="*/ 4495793 w 5372199"/>
                  <a:gd name="connsiteY591" fmla="*/ 1157082 h 5390836"/>
                  <a:gd name="connsiteX592" fmla="*/ 4480332 w 5372199"/>
                  <a:gd name="connsiteY592" fmla="*/ 1174611 h 5390836"/>
                  <a:gd name="connsiteX593" fmla="*/ 4463832 w 5372199"/>
                  <a:gd name="connsiteY593" fmla="*/ 1185957 h 5390836"/>
                  <a:gd name="connsiteX594" fmla="*/ 4443207 w 5372199"/>
                  <a:gd name="connsiteY594" fmla="*/ 1198332 h 5390836"/>
                  <a:gd name="connsiteX595" fmla="*/ 4426707 w 5372199"/>
                  <a:gd name="connsiteY595" fmla="*/ 1198332 h 5390836"/>
                  <a:gd name="connsiteX596" fmla="*/ 4390610 w 5372199"/>
                  <a:gd name="connsiteY596" fmla="*/ 1208640 h 5390836"/>
                  <a:gd name="connsiteX597" fmla="*/ 4367928 w 5372199"/>
                  <a:gd name="connsiteY597" fmla="*/ 1196264 h 5390836"/>
                  <a:gd name="connsiteX598" fmla="*/ 4350389 w 5372199"/>
                  <a:gd name="connsiteY598" fmla="*/ 1184929 h 5390836"/>
                  <a:gd name="connsiteX599" fmla="*/ 4329763 w 5372199"/>
                  <a:gd name="connsiteY599" fmla="*/ 1163275 h 5390836"/>
                  <a:gd name="connsiteX600" fmla="*/ 4342139 w 5372199"/>
                  <a:gd name="connsiteY600" fmla="*/ 1149860 h 5390836"/>
                  <a:gd name="connsiteX601" fmla="*/ 4342139 w 5372199"/>
                  <a:gd name="connsiteY601" fmla="*/ 1110678 h 5390836"/>
                  <a:gd name="connsiteX602" fmla="*/ 4358639 w 5372199"/>
                  <a:gd name="connsiteY602" fmla="*/ 1116860 h 5390836"/>
                  <a:gd name="connsiteX603" fmla="*/ 4388553 w 5372199"/>
                  <a:gd name="connsiteY603" fmla="*/ 1138514 h 5390836"/>
                  <a:gd name="connsiteX604" fmla="*/ 4445264 w 5372199"/>
                  <a:gd name="connsiteY604" fmla="*/ 1126138 h 5390836"/>
                  <a:gd name="connsiteX605" fmla="*/ 4445264 w 5372199"/>
                  <a:gd name="connsiteY605" fmla="*/ 1112735 h 5390836"/>
                  <a:gd name="connsiteX606" fmla="*/ 4422582 w 5372199"/>
                  <a:gd name="connsiteY606" fmla="*/ 1095206 h 5390836"/>
                  <a:gd name="connsiteX607" fmla="*/ 4399889 w 5372199"/>
                  <a:gd name="connsiteY607" fmla="*/ 1078706 h 5390836"/>
                  <a:gd name="connsiteX608" fmla="*/ 4378235 w 5372199"/>
                  <a:gd name="connsiteY608" fmla="*/ 1067359 h 5390836"/>
                  <a:gd name="connsiteX609" fmla="*/ 4367928 w 5372199"/>
                  <a:gd name="connsiteY609" fmla="*/ 1048802 h 5390836"/>
                  <a:gd name="connsiteX610" fmla="*/ 4367928 w 5372199"/>
                  <a:gd name="connsiteY610" fmla="*/ 1038484 h 5390836"/>
                  <a:gd name="connsiteX611" fmla="*/ 4378235 w 5372199"/>
                  <a:gd name="connsiteY611" fmla="*/ 1026108 h 5390836"/>
                  <a:gd name="connsiteX612" fmla="*/ 4395764 w 5372199"/>
                  <a:gd name="connsiteY612" fmla="*/ 1015790 h 5390836"/>
                  <a:gd name="connsiteX613" fmla="*/ 4424639 w 5372199"/>
                  <a:gd name="connsiteY613" fmla="*/ 1023012 h 5390836"/>
                  <a:gd name="connsiteX614" fmla="*/ 4433929 w 5372199"/>
                  <a:gd name="connsiteY614" fmla="*/ 1039512 h 5390836"/>
                  <a:gd name="connsiteX615" fmla="*/ 4454543 w 5372199"/>
                  <a:gd name="connsiteY615" fmla="*/ 1045705 h 5390836"/>
                  <a:gd name="connsiteX616" fmla="*/ 4474140 w 5372199"/>
                  <a:gd name="connsiteY616" fmla="*/ 1057041 h 5390836"/>
                  <a:gd name="connsiteX617" fmla="*/ 4488583 w 5372199"/>
                  <a:gd name="connsiteY617" fmla="*/ 1062205 h 5390836"/>
                  <a:gd name="connsiteX618" fmla="*/ 4496833 w 5372199"/>
                  <a:gd name="connsiteY618" fmla="*/ 1062205 h 5390836"/>
                  <a:gd name="connsiteX619" fmla="*/ 4510236 w 5372199"/>
                  <a:gd name="connsiteY619" fmla="*/ 1052927 h 5390836"/>
                  <a:gd name="connsiteX620" fmla="*/ 4526736 w 5372199"/>
                  <a:gd name="connsiteY620" fmla="*/ 1045705 h 5390836"/>
                  <a:gd name="connsiteX621" fmla="*/ 4518486 w 5372199"/>
                  <a:gd name="connsiteY621" fmla="*/ 1035387 h 5390836"/>
                  <a:gd name="connsiteX622" fmla="*/ 4501986 w 5372199"/>
                  <a:gd name="connsiteY622" fmla="*/ 1035387 h 5390836"/>
                  <a:gd name="connsiteX623" fmla="*/ 4485486 w 5372199"/>
                  <a:gd name="connsiteY623" fmla="*/ 1030234 h 5390836"/>
                  <a:gd name="connsiteX624" fmla="*/ 4476207 w 5372199"/>
                  <a:gd name="connsiteY624" fmla="*/ 1019926 h 5390836"/>
                  <a:gd name="connsiteX625" fmla="*/ 4476207 w 5372199"/>
                  <a:gd name="connsiteY625" fmla="*/ 1007551 h 5390836"/>
                  <a:gd name="connsiteX626" fmla="*/ 4492708 w 5372199"/>
                  <a:gd name="connsiteY626" fmla="*/ 998262 h 5390836"/>
                  <a:gd name="connsiteX627" fmla="*/ 4526736 w 5372199"/>
                  <a:gd name="connsiteY627" fmla="*/ 984858 h 5390836"/>
                  <a:gd name="connsiteX628" fmla="*/ 4541169 w 5372199"/>
                  <a:gd name="connsiteY628" fmla="*/ 999301 h 5390836"/>
                  <a:gd name="connsiteX629" fmla="*/ 4550458 w 5372199"/>
                  <a:gd name="connsiteY629" fmla="*/ 999301 h 5390836"/>
                  <a:gd name="connsiteX630" fmla="*/ 4563862 w 5372199"/>
                  <a:gd name="connsiteY630" fmla="*/ 1011676 h 5390836"/>
                  <a:gd name="connsiteX631" fmla="*/ 4582419 w 5372199"/>
                  <a:gd name="connsiteY631" fmla="*/ 1023012 h 5390836"/>
                  <a:gd name="connsiteX632" fmla="*/ 4594805 w 5372199"/>
                  <a:gd name="connsiteY632" fmla="*/ 1032291 h 5390836"/>
                  <a:gd name="connsiteX633" fmla="*/ 4607180 w 5372199"/>
                  <a:gd name="connsiteY633" fmla="*/ 1039512 h 5390836"/>
                  <a:gd name="connsiteX634" fmla="*/ 4616459 w 5372199"/>
                  <a:gd name="connsiteY634" fmla="*/ 1039512 h 5390836"/>
                  <a:gd name="connsiteX635" fmla="*/ 4628834 w 5372199"/>
                  <a:gd name="connsiteY635" fmla="*/ 1052927 h 5390836"/>
                  <a:gd name="connsiteX636" fmla="*/ 4640169 w 5372199"/>
                  <a:gd name="connsiteY636" fmla="*/ 1063234 h 5390836"/>
                  <a:gd name="connsiteX637" fmla="*/ 4647391 w 5372199"/>
                  <a:gd name="connsiteY637" fmla="*/ 1076638 h 5390836"/>
                  <a:gd name="connsiteX638" fmla="*/ 4665959 w 5372199"/>
                  <a:gd name="connsiteY638" fmla="*/ 1083859 h 5390836"/>
                  <a:gd name="connsiteX639" fmla="*/ 4685545 w 5372199"/>
                  <a:gd name="connsiteY639" fmla="*/ 1078706 h 5390836"/>
                  <a:gd name="connsiteX640" fmla="*/ 4668016 w 5372199"/>
                  <a:gd name="connsiteY640" fmla="*/ 1064263 h 5390836"/>
                  <a:gd name="connsiteX641" fmla="*/ 4649459 w 5372199"/>
                  <a:gd name="connsiteY641" fmla="*/ 1048802 h 5390836"/>
                  <a:gd name="connsiteX642" fmla="*/ 4620584 w 5372199"/>
                  <a:gd name="connsiteY642" fmla="*/ 1024051 h 5390836"/>
                  <a:gd name="connsiteX643" fmla="*/ 4605112 w 5372199"/>
                  <a:gd name="connsiteY643" fmla="*/ 1013733 h 5390836"/>
                  <a:gd name="connsiteX644" fmla="*/ 4589640 w 5372199"/>
                  <a:gd name="connsiteY644" fmla="*/ 1002387 h 5390836"/>
                  <a:gd name="connsiteX645" fmla="*/ 4565930 w 5372199"/>
                  <a:gd name="connsiteY645" fmla="*/ 982801 h 5390836"/>
                  <a:gd name="connsiteX646" fmla="*/ 4519515 w 5372199"/>
                  <a:gd name="connsiteY646" fmla="*/ 955983 h 5390836"/>
                  <a:gd name="connsiteX647" fmla="*/ 4496833 w 5372199"/>
                  <a:gd name="connsiteY647" fmla="*/ 955983 h 5390836"/>
                  <a:gd name="connsiteX648" fmla="*/ 4453514 w 5372199"/>
                  <a:gd name="connsiteY648" fmla="*/ 947732 h 5390836"/>
                  <a:gd name="connsiteX649" fmla="*/ 4448361 w 5372199"/>
                  <a:gd name="connsiteY649" fmla="*/ 934329 h 5390836"/>
                  <a:gd name="connsiteX650" fmla="*/ 4464861 w 5372199"/>
                  <a:gd name="connsiteY650" fmla="*/ 904425 h 5390836"/>
                  <a:gd name="connsiteX651" fmla="*/ 4488583 w 5372199"/>
                  <a:gd name="connsiteY651" fmla="*/ 882760 h 5390836"/>
                  <a:gd name="connsiteX652" fmla="*/ 4501986 w 5372199"/>
                  <a:gd name="connsiteY652" fmla="*/ 882760 h 5390836"/>
                  <a:gd name="connsiteX653" fmla="*/ 4512304 w 5372199"/>
                  <a:gd name="connsiteY653" fmla="*/ 882760 h 5390836"/>
                  <a:gd name="connsiteX654" fmla="*/ 4555612 w 5372199"/>
                  <a:gd name="connsiteY654" fmla="*/ 873482 h 5390836"/>
                  <a:gd name="connsiteX655" fmla="*/ 4560765 w 5372199"/>
                  <a:gd name="connsiteY655" fmla="*/ 873482 h 5390836"/>
                  <a:gd name="connsiteX656" fmla="*/ 4542208 w 5372199"/>
                  <a:gd name="connsiteY656" fmla="*/ 897203 h 5390836"/>
                  <a:gd name="connsiteX657" fmla="*/ 4541472 w 5372199"/>
                  <a:gd name="connsiteY657" fmla="*/ 908853 h 5390836"/>
                  <a:gd name="connsiteX658" fmla="*/ 4542208 w 5372199"/>
                  <a:gd name="connsiteY658" fmla="*/ 909579 h 5390836"/>
                  <a:gd name="connsiteX659" fmla="*/ 4561805 w 5372199"/>
                  <a:gd name="connsiteY659" fmla="*/ 917829 h 5390836"/>
                  <a:gd name="connsiteX660" fmla="*/ 4571083 w 5372199"/>
                  <a:gd name="connsiteY660" fmla="*/ 917829 h 5390836"/>
                  <a:gd name="connsiteX661" fmla="*/ 4577265 w 5372199"/>
                  <a:gd name="connsiteY661" fmla="*/ 904425 h 5390836"/>
                  <a:gd name="connsiteX662" fmla="*/ 4589640 w 5372199"/>
                  <a:gd name="connsiteY662" fmla="*/ 888953 h 5390836"/>
                  <a:gd name="connsiteX663" fmla="*/ 4620584 w 5372199"/>
                  <a:gd name="connsiteY663" fmla="*/ 863174 h 5390836"/>
                  <a:gd name="connsiteX664" fmla="*/ 4649459 w 5372199"/>
                  <a:gd name="connsiteY664" fmla="*/ 832231 h 5390836"/>
                  <a:gd name="connsiteX665" fmla="*/ 4664930 w 5372199"/>
                  <a:gd name="connsiteY665" fmla="*/ 812634 h 5390836"/>
                  <a:gd name="connsiteX666" fmla="*/ 4670338 w 5372199"/>
                  <a:gd name="connsiteY666" fmla="*/ 809159 h 5390836"/>
                  <a:gd name="connsiteX667" fmla="*/ 770888 w 5372199"/>
                  <a:gd name="connsiteY667" fmla="*/ 804383 h 5390836"/>
                  <a:gd name="connsiteX668" fmla="*/ 782234 w 5372199"/>
                  <a:gd name="connsiteY668" fmla="*/ 804383 h 5390836"/>
                  <a:gd name="connsiteX669" fmla="*/ 804917 w 5372199"/>
                  <a:gd name="connsiteY669" fmla="*/ 816759 h 5390836"/>
                  <a:gd name="connsiteX670" fmla="*/ 817292 w 5372199"/>
                  <a:gd name="connsiteY670" fmla="*/ 853884 h 5390836"/>
                  <a:gd name="connsiteX671" fmla="*/ 827610 w 5372199"/>
                  <a:gd name="connsiteY671" fmla="*/ 868327 h 5390836"/>
                  <a:gd name="connsiteX672" fmla="*/ 842042 w 5372199"/>
                  <a:gd name="connsiteY672" fmla="*/ 861105 h 5390836"/>
                  <a:gd name="connsiteX673" fmla="*/ 842042 w 5372199"/>
                  <a:gd name="connsiteY673" fmla="*/ 843576 h 5390836"/>
                  <a:gd name="connsiteX674" fmla="*/ 864735 w 5372199"/>
                  <a:gd name="connsiteY674" fmla="*/ 832230 h 5390836"/>
                  <a:gd name="connsiteX675" fmla="*/ 893610 w 5372199"/>
                  <a:gd name="connsiteY675" fmla="*/ 839441 h 5390836"/>
                  <a:gd name="connsiteX676" fmla="*/ 909071 w 5372199"/>
                  <a:gd name="connsiteY676" fmla="*/ 849759 h 5390836"/>
                  <a:gd name="connsiteX677" fmla="*/ 909071 w 5372199"/>
                  <a:gd name="connsiteY677" fmla="*/ 862134 h 5390836"/>
                  <a:gd name="connsiteX678" fmla="*/ 899793 w 5372199"/>
                  <a:gd name="connsiteY678" fmla="*/ 877606 h 5390836"/>
                  <a:gd name="connsiteX679" fmla="*/ 899793 w 5372199"/>
                  <a:gd name="connsiteY679" fmla="*/ 895134 h 5390836"/>
                  <a:gd name="connsiteX680" fmla="*/ 899793 w 5372199"/>
                  <a:gd name="connsiteY680" fmla="*/ 918856 h 5390836"/>
                  <a:gd name="connsiteX681" fmla="*/ 888457 w 5372199"/>
                  <a:gd name="connsiteY681" fmla="*/ 952885 h 5390836"/>
                  <a:gd name="connsiteX682" fmla="*/ 907014 w 5372199"/>
                  <a:gd name="connsiteY682" fmla="*/ 985885 h 5390836"/>
                  <a:gd name="connsiteX683" fmla="*/ 920418 w 5372199"/>
                  <a:gd name="connsiteY683" fmla="*/ 997232 h 5390836"/>
                  <a:gd name="connsiteX684" fmla="*/ 949293 w 5372199"/>
                  <a:gd name="connsiteY684" fmla="*/ 1010636 h 5390836"/>
                  <a:gd name="connsiteX685" fmla="*/ 974043 w 5372199"/>
                  <a:gd name="connsiteY685" fmla="*/ 1000318 h 5390836"/>
                  <a:gd name="connsiteX686" fmla="*/ 988486 w 5372199"/>
                  <a:gd name="connsiteY686" fmla="*/ 988982 h 5390836"/>
                  <a:gd name="connsiteX687" fmla="*/ 998794 w 5372199"/>
                  <a:gd name="connsiteY687" fmla="*/ 981760 h 5390836"/>
                  <a:gd name="connsiteX688" fmla="*/ 1011169 w 5372199"/>
                  <a:gd name="connsiteY688" fmla="*/ 975578 h 5390836"/>
                  <a:gd name="connsiteX689" fmla="*/ 1025612 w 5372199"/>
                  <a:gd name="connsiteY689" fmla="*/ 962164 h 5390836"/>
                  <a:gd name="connsiteX690" fmla="*/ 1051391 w 5372199"/>
                  <a:gd name="connsiteY690" fmla="*/ 971442 h 5390836"/>
                  <a:gd name="connsiteX691" fmla="*/ 1065834 w 5372199"/>
                  <a:gd name="connsiteY691" fmla="*/ 998260 h 5390836"/>
                  <a:gd name="connsiteX692" fmla="*/ 1073044 w 5372199"/>
                  <a:gd name="connsiteY692" fmla="*/ 1016828 h 5390836"/>
                  <a:gd name="connsiteX693" fmla="*/ 1061698 w 5372199"/>
                  <a:gd name="connsiteY693" fmla="*/ 1034357 h 5390836"/>
                  <a:gd name="connsiteX694" fmla="*/ 1051391 w 5372199"/>
                  <a:gd name="connsiteY694" fmla="*/ 1052914 h 5390836"/>
                  <a:gd name="connsiteX695" fmla="*/ 1035919 w 5372199"/>
                  <a:gd name="connsiteY695" fmla="*/ 1059107 h 5390836"/>
                  <a:gd name="connsiteX696" fmla="*/ 1019419 w 5372199"/>
                  <a:gd name="connsiteY696" fmla="*/ 1074568 h 5390836"/>
                  <a:gd name="connsiteX697" fmla="*/ 1003947 w 5372199"/>
                  <a:gd name="connsiteY697" fmla="*/ 1090039 h 5390836"/>
                  <a:gd name="connsiteX698" fmla="*/ 987447 w 5372199"/>
                  <a:gd name="connsiteY698" fmla="*/ 1100357 h 5390836"/>
                  <a:gd name="connsiteX699" fmla="*/ 967861 w 5372199"/>
                  <a:gd name="connsiteY699" fmla="*/ 1118915 h 5390836"/>
                  <a:gd name="connsiteX700" fmla="*/ 952390 w 5372199"/>
                  <a:gd name="connsiteY700" fmla="*/ 1124079 h 5390836"/>
                  <a:gd name="connsiteX701" fmla="*/ 928668 w 5372199"/>
                  <a:gd name="connsiteY701" fmla="*/ 1124079 h 5390836"/>
                  <a:gd name="connsiteX702" fmla="*/ 910111 w 5372199"/>
                  <a:gd name="connsiteY702" fmla="*/ 1108607 h 5390836"/>
                  <a:gd name="connsiteX703" fmla="*/ 885360 w 5372199"/>
                  <a:gd name="connsiteY703" fmla="*/ 1093136 h 5390836"/>
                  <a:gd name="connsiteX704" fmla="*/ 870917 w 5372199"/>
                  <a:gd name="connsiteY704" fmla="*/ 1081789 h 5390836"/>
                  <a:gd name="connsiteX705" fmla="*/ 856485 w 5372199"/>
                  <a:gd name="connsiteY705" fmla="*/ 1071482 h 5390836"/>
                  <a:gd name="connsiteX706" fmla="*/ 835849 w 5372199"/>
                  <a:gd name="connsiteY706" fmla="*/ 1056010 h 5390836"/>
                  <a:gd name="connsiteX707" fmla="*/ 809042 w 5372199"/>
                  <a:gd name="connsiteY707" fmla="*/ 1020953 h 5390836"/>
                  <a:gd name="connsiteX708" fmla="*/ 803888 w 5372199"/>
                  <a:gd name="connsiteY708" fmla="*/ 1007539 h 5390836"/>
                  <a:gd name="connsiteX709" fmla="*/ 790484 w 5372199"/>
                  <a:gd name="connsiteY709" fmla="*/ 988982 h 5390836"/>
                  <a:gd name="connsiteX710" fmla="*/ 778109 w 5372199"/>
                  <a:gd name="connsiteY710" fmla="*/ 970414 h 5390836"/>
                  <a:gd name="connsiteX711" fmla="*/ 753359 w 5372199"/>
                  <a:gd name="connsiteY711" fmla="*/ 944635 h 5390836"/>
                  <a:gd name="connsiteX712" fmla="*/ 740984 w 5372199"/>
                  <a:gd name="connsiteY712" fmla="*/ 927106 h 5390836"/>
                  <a:gd name="connsiteX713" fmla="*/ 721387 w 5372199"/>
                  <a:gd name="connsiteY713" fmla="*/ 898231 h 5390836"/>
                  <a:gd name="connsiteX714" fmla="*/ 704887 w 5372199"/>
                  <a:gd name="connsiteY714" fmla="*/ 881731 h 5390836"/>
                  <a:gd name="connsiteX715" fmla="*/ 704887 w 5372199"/>
                  <a:gd name="connsiteY715" fmla="*/ 865230 h 5390836"/>
                  <a:gd name="connsiteX716" fmla="*/ 719319 w 5372199"/>
                  <a:gd name="connsiteY716" fmla="*/ 854912 h 5390836"/>
                  <a:gd name="connsiteX717" fmla="*/ 727580 w 5372199"/>
                  <a:gd name="connsiteY717" fmla="*/ 841508 h 5390836"/>
                  <a:gd name="connsiteX718" fmla="*/ 738916 w 5372199"/>
                  <a:gd name="connsiteY718" fmla="*/ 833259 h 5390836"/>
                  <a:gd name="connsiteX719" fmla="*/ 748194 w 5372199"/>
                  <a:gd name="connsiteY719" fmla="*/ 818815 h 5390836"/>
                  <a:gd name="connsiteX720" fmla="*/ 748194 w 5372199"/>
                  <a:gd name="connsiteY720" fmla="*/ 810576 h 5390836"/>
                  <a:gd name="connsiteX721" fmla="*/ 761609 w 5372199"/>
                  <a:gd name="connsiteY721" fmla="*/ 810576 h 5390836"/>
                  <a:gd name="connsiteX722" fmla="*/ 770888 w 5372199"/>
                  <a:gd name="connsiteY722" fmla="*/ 804383 h 5390836"/>
                  <a:gd name="connsiteX723" fmla="*/ 1449455 w 5372199"/>
                  <a:gd name="connsiteY723" fmla="*/ 662074 h 5390836"/>
                  <a:gd name="connsiteX724" fmla="*/ 1457705 w 5372199"/>
                  <a:gd name="connsiteY724" fmla="*/ 662074 h 5390836"/>
                  <a:gd name="connsiteX725" fmla="*/ 1457705 w 5372199"/>
                  <a:gd name="connsiteY725" fmla="*/ 673421 h 5390836"/>
                  <a:gd name="connsiteX726" fmla="*/ 1462859 w 5372199"/>
                  <a:gd name="connsiteY726" fmla="*/ 685795 h 5390836"/>
                  <a:gd name="connsiteX727" fmla="*/ 1462859 w 5372199"/>
                  <a:gd name="connsiteY727" fmla="*/ 698171 h 5390836"/>
                  <a:gd name="connsiteX728" fmla="*/ 1457705 w 5372199"/>
                  <a:gd name="connsiteY728" fmla="*/ 709517 h 5390836"/>
                  <a:gd name="connsiteX729" fmla="*/ 1457705 w 5372199"/>
                  <a:gd name="connsiteY729" fmla="*/ 729114 h 5390836"/>
                  <a:gd name="connsiteX730" fmla="*/ 1451512 w 5372199"/>
                  <a:gd name="connsiteY730" fmla="*/ 743546 h 5390836"/>
                  <a:gd name="connsiteX731" fmla="*/ 1439137 w 5372199"/>
                  <a:gd name="connsiteY731" fmla="*/ 752825 h 5390836"/>
                  <a:gd name="connsiteX732" fmla="*/ 1425733 w 5372199"/>
                  <a:gd name="connsiteY732" fmla="*/ 770353 h 5390836"/>
                  <a:gd name="connsiteX733" fmla="*/ 1396619 w 5372199"/>
                  <a:gd name="connsiteY733" fmla="*/ 772182 h 5390836"/>
                  <a:gd name="connsiteX734" fmla="*/ 1394800 w 5372199"/>
                  <a:gd name="connsiteY734" fmla="*/ 770353 h 5390836"/>
                  <a:gd name="connsiteX735" fmla="*/ 1389646 w 5372199"/>
                  <a:gd name="connsiteY735" fmla="*/ 755921 h 5390836"/>
                  <a:gd name="connsiteX736" fmla="*/ 1380357 w 5372199"/>
                  <a:gd name="connsiteY736" fmla="*/ 747671 h 5390836"/>
                  <a:gd name="connsiteX737" fmla="*/ 1380357 w 5372199"/>
                  <a:gd name="connsiteY737" fmla="*/ 732199 h 5390836"/>
                  <a:gd name="connsiteX738" fmla="*/ 1380357 w 5372199"/>
                  <a:gd name="connsiteY738" fmla="*/ 696103 h 5390836"/>
                  <a:gd name="connsiteX739" fmla="*/ 1387578 w 5372199"/>
                  <a:gd name="connsiteY739" fmla="*/ 682699 h 5390836"/>
                  <a:gd name="connsiteX740" fmla="*/ 1392732 w 5372199"/>
                  <a:gd name="connsiteY740" fmla="*/ 676517 h 5390836"/>
                  <a:gd name="connsiteX741" fmla="*/ 1418511 w 5372199"/>
                  <a:gd name="connsiteY741" fmla="*/ 685795 h 5390836"/>
                  <a:gd name="connsiteX742" fmla="*/ 1431926 w 5372199"/>
                  <a:gd name="connsiteY742" fmla="*/ 672392 h 5390836"/>
                  <a:gd name="connsiteX743" fmla="*/ 1646166 w 5372199"/>
                  <a:gd name="connsiteY743" fmla="*/ 509318 h 5390836"/>
                  <a:gd name="connsiteX744" fmla="*/ 1664986 w 5372199"/>
                  <a:gd name="connsiteY744" fmla="*/ 516660 h 5390836"/>
                  <a:gd name="connsiteX745" fmla="*/ 1677361 w 5372199"/>
                  <a:gd name="connsiteY745" fmla="*/ 521825 h 5390836"/>
                  <a:gd name="connsiteX746" fmla="*/ 1683554 w 5372199"/>
                  <a:gd name="connsiteY746" fmla="*/ 534200 h 5390836"/>
                  <a:gd name="connsiteX747" fmla="*/ 1683554 w 5372199"/>
                  <a:gd name="connsiteY747" fmla="*/ 550701 h 5390836"/>
                  <a:gd name="connsiteX748" fmla="*/ 1683554 w 5372199"/>
                  <a:gd name="connsiteY748" fmla="*/ 568229 h 5390836"/>
                  <a:gd name="connsiteX749" fmla="*/ 1683554 w 5372199"/>
                  <a:gd name="connsiteY749" fmla="*/ 581633 h 5390836"/>
                  <a:gd name="connsiteX750" fmla="*/ 1674265 w 5372199"/>
                  <a:gd name="connsiteY750" fmla="*/ 595036 h 5390836"/>
                  <a:gd name="connsiteX751" fmla="*/ 1662929 w 5372199"/>
                  <a:gd name="connsiteY751" fmla="*/ 602258 h 5390836"/>
                  <a:gd name="connsiteX752" fmla="*/ 1654678 w 5372199"/>
                  <a:gd name="connsiteY752" fmla="*/ 614633 h 5390836"/>
                  <a:gd name="connsiteX753" fmla="*/ 1639206 w 5372199"/>
                  <a:gd name="connsiteY753" fmla="*/ 614633 h 5390836"/>
                  <a:gd name="connsiteX754" fmla="*/ 1630956 w 5372199"/>
                  <a:gd name="connsiteY754" fmla="*/ 602258 h 5390836"/>
                  <a:gd name="connsiteX755" fmla="*/ 1610331 w 5372199"/>
                  <a:gd name="connsiteY755" fmla="*/ 589883 h 5390836"/>
                  <a:gd name="connsiteX756" fmla="*/ 1593830 w 5372199"/>
                  <a:gd name="connsiteY756" fmla="*/ 579576 h 5390836"/>
                  <a:gd name="connsiteX757" fmla="*/ 1579387 w 5372199"/>
                  <a:gd name="connsiteY757" fmla="*/ 565133 h 5390836"/>
                  <a:gd name="connsiteX758" fmla="*/ 1573204 w 5372199"/>
                  <a:gd name="connsiteY758" fmla="*/ 553797 h 5390836"/>
                  <a:gd name="connsiteX759" fmla="*/ 1568051 w 5372199"/>
                  <a:gd name="connsiteY759" fmla="*/ 536257 h 5390836"/>
                  <a:gd name="connsiteX760" fmla="*/ 1564954 w 5372199"/>
                  <a:gd name="connsiteY760" fmla="*/ 523882 h 5390836"/>
                  <a:gd name="connsiteX761" fmla="*/ 1578358 w 5372199"/>
                  <a:gd name="connsiteY761" fmla="*/ 523882 h 5390836"/>
                  <a:gd name="connsiteX762" fmla="*/ 1593830 w 5372199"/>
                  <a:gd name="connsiteY762" fmla="*/ 523882 h 5390836"/>
                  <a:gd name="connsiteX763" fmla="*/ 1606205 w 5372199"/>
                  <a:gd name="connsiteY763" fmla="*/ 517700 h 5390836"/>
                  <a:gd name="connsiteX764" fmla="*/ 1619609 w 5372199"/>
                  <a:gd name="connsiteY764" fmla="*/ 517700 h 5390836"/>
                  <a:gd name="connsiteX765" fmla="*/ 1628888 w 5372199"/>
                  <a:gd name="connsiteY765" fmla="*/ 510479 h 5390836"/>
                  <a:gd name="connsiteX766" fmla="*/ 1646166 w 5372199"/>
                  <a:gd name="connsiteY766" fmla="*/ 509318 h 5390836"/>
                  <a:gd name="connsiteX767" fmla="*/ 1473177 w 5372199"/>
                  <a:gd name="connsiteY767" fmla="*/ 465101 h 5390836"/>
                  <a:gd name="connsiteX768" fmla="*/ 1463898 w 5372199"/>
                  <a:gd name="connsiteY768" fmla="*/ 472322 h 5390836"/>
                  <a:gd name="connsiteX769" fmla="*/ 1460802 w 5372199"/>
                  <a:gd name="connsiteY769" fmla="*/ 476447 h 5390836"/>
                  <a:gd name="connsiteX770" fmla="*/ 1451512 w 5372199"/>
                  <a:gd name="connsiteY770" fmla="*/ 486753 h 5390836"/>
                  <a:gd name="connsiteX771" fmla="*/ 1446358 w 5372199"/>
                  <a:gd name="connsiteY771" fmla="*/ 497071 h 5390836"/>
                  <a:gd name="connsiteX772" fmla="*/ 1430897 w 5372199"/>
                  <a:gd name="connsiteY772" fmla="*/ 519754 h 5390836"/>
                  <a:gd name="connsiteX773" fmla="*/ 1430897 w 5372199"/>
                  <a:gd name="connsiteY773" fmla="*/ 534197 h 5390836"/>
                  <a:gd name="connsiteX774" fmla="*/ 1445330 w 5372199"/>
                  <a:gd name="connsiteY774" fmla="*/ 534197 h 5390836"/>
                  <a:gd name="connsiteX775" fmla="*/ 1458734 w 5372199"/>
                  <a:gd name="connsiteY775" fmla="*/ 518725 h 5390836"/>
                  <a:gd name="connsiteX776" fmla="*/ 1466984 w 5372199"/>
                  <a:gd name="connsiteY776" fmla="*/ 498100 h 5390836"/>
                  <a:gd name="connsiteX777" fmla="*/ 1473177 w 5372199"/>
                  <a:gd name="connsiteY777" fmla="*/ 478503 h 5390836"/>
                  <a:gd name="connsiteX778" fmla="*/ 1473177 w 5372199"/>
                  <a:gd name="connsiteY778" fmla="*/ 465101 h 5390836"/>
                  <a:gd name="connsiteX779" fmla="*/ 1498954 w 5372199"/>
                  <a:gd name="connsiteY779" fmla="*/ 383631 h 5390836"/>
                  <a:gd name="connsiteX780" fmla="*/ 1527830 w 5372199"/>
                  <a:gd name="connsiteY780" fmla="*/ 383631 h 5390836"/>
                  <a:gd name="connsiteX781" fmla="*/ 1543291 w 5372199"/>
                  <a:gd name="connsiteY781" fmla="*/ 398073 h 5390836"/>
                  <a:gd name="connsiteX782" fmla="*/ 1551541 w 5372199"/>
                  <a:gd name="connsiteY782" fmla="*/ 410449 h 5390836"/>
                  <a:gd name="connsiteX783" fmla="*/ 1545359 w 5372199"/>
                  <a:gd name="connsiteY783" fmla="*/ 438295 h 5390836"/>
                  <a:gd name="connsiteX784" fmla="*/ 1545359 w 5372199"/>
                  <a:gd name="connsiteY784" fmla="*/ 456852 h 5390836"/>
                  <a:gd name="connsiteX785" fmla="*/ 1545359 w 5372199"/>
                  <a:gd name="connsiteY785" fmla="*/ 520796 h 5390836"/>
                  <a:gd name="connsiteX786" fmla="*/ 1545359 w 5372199"/>
                  <a:gd name="connsiteY786" fmla="*/ 543478 h 5390836"/>
                  <a:gd name="connsiteX787" fmla="*/ 1538137 w 5372199"/>
                  <a:gd name="connsiteY787" fmla="*/ 549671 h 5390836"/>
                  <a:gd name="connsiteX788" fmla="*/ 1538137 w 5372199"/>
                  <a:gd name="connsiteY788" fmla="*/ 564104 h 5390836"/>
                  <a:gd name="connsiteX789" fmla="*/ 1551552 w 5372199"/>
                  <a:gd name="connsiteY789" fmla="*/ 579576 h 5390836"/>
                  <a:gd name="connsiteX790" fmla="*/ 1596927 w 5372199"/>
                  <a:gd name="connsiteY790" fmla="*/ 656923 h 5390836"/>
                  <a:gd name="connsiteX791" fmla="*/ 1596927 w 5372199"/>
                  <a:gd name="connsiteY791" fmla="*/ 686827 h 5390836"/>
                  <a:gd name="connsiteX792" fmla="*/ 1590734 w 5372199"/>
                  <a:gd name="connsiteY792" fmla="*/ 711577 h 5390836"/>
                  <a:gd name="connsiteX793" fmla="*/ 1580427 w 5372199"/>
                  <a:gd name="connsiteY793" fmla="*/ 728078 h 5390836"/>
                  <a:gd name="connsiteX794" fmla="*/ 1571138 w 5372199"/>
                  <a:gd name="connsiteY794" fmla="*/ 728078 h 5390836"/>
                  <a:gd name="connsiteX795" fmla="*/ 1558762 w 5372199"/>
                  <a:gd name="connsiteY795" fmla="*/ 728078 h 5390836"/>
                  <a:gd name="connsiteX796" fmla="*/ 1547427 w 5372199"/>
                  <a:gd name="connsiteY796" fmla="*/ 728078 h 5390836"/>
                  <a:gd name="connsiteX797" fmla="*/ 1529887 w 5372199"/>
                  <a:gd name="connsiteY797" fmla="*/ 728078 h 5390836"/>
                  <a:gd name="connsiteX798" fmla="*/ 1514415 w 5372199"/>
                  <a:gd name="connsiteY798" fmla="*/ 718798 h 5390836"/>
                  <a:gd name="connsiteX799" fmla="*/ 1481415 w 5372199"/>
                  <a:gd name="connsiteY799" fmla="*/ 710548 h 5390836"/>
                  <a:gd name="connsiteX800" fmla="*/ 1490704 w 5372199"/>
                  <a:gd name="connsiteY800" fmla="*/ 697135 h 5390836"/>
                  <a:gd name="connsiteX801" fmla="*/ 1506176 w 5372199"/>
                  <a:gd name="connsiteY801" fmla="*/ 688884 h 5390836"/>
                  <a:gd name="connsiteX802" fmla="*/ 1506176 w 5372199"/>
                  <a:gd name="connsiteY802" fmla="*/ 661048 h 5390836"/>
                  <a:gd name="connsiteX803" fmla="*/ 1498954 w 5372199"/>
                  <a:gd name="connsiteY803" fmla="*/ 648674 h 5390836"/>
                  <a:gd name="connsiteX804" fmla="*/ 1488636 w 5372199"/>
                  <a:gd name="connsiteY804" fmla="*/ 631133 h 5390836"/>
                  <a:gd name="connsiteX805" fmla="*/ 1477300 w 5372199"/>
                  <a:gd name="connsiteY805" fmla="*/ 606383 h 5390836"/>
                  <a:gd name="connsiteX806" fmla="*/ 1469050 w 5372199"/>
                  <a:gd name="connsiteY806" fmla="*/ 601230 h 5390836"/>
                  <a:gd name="connsiteX807" fmla="*/ 1454607 w 5372199"/>
                  <a:gd name="connsiteY807" fmla="*/ 601230 h 5390836"/>
                  <a:gd name="connsiteX808" fmla="*/ 1445328 w 5372199"/>
                  <a:gd name="connsiteY808" fmla="*/ 608451 h 5390836"/>
                  <a:gd name="connsiteX809" fmla="*/ 1428828 w 5372199"/>
                  <a:gd name="connsiteY809" fmla="*/ 616702 h 5390836"/>
                  <a:gd name="connsiteX810" fmla="*/ 1420578 w 5372199"/>
                  <a:gd name="connsiteY810" fmla="*/ 616702 h 5390836"/>
                  <a:gd name="connsiteX811" fmla="*/ 1410260 w 5372199"/>
                  <a:gd name="connsiteY811" fmla="*/ 607411 h 5390836"/>
                  <a:gd name="connsiteX812" fmla="*/ 1404078 w 5372199"/>
                  <a:gd name="connsiteY812" fmla="*/ 607411 h 5390836"/>
                  <a:gd name="connsiteX813" fmla="*/ 1394799 w 5372199"/>
                  <a:gd name="connsiteY813" fmla="*/ 596076 h 5390836"/>
                  <a:gd name="connsiteX814" fmla="*/ 1380356 w 5372199"/>
                  <a:gd name="connsiteY814" fmla="*/ 580605 h 5390836"/>
                  <a:gd name="connsiteX815" fmla="*/ 1362827 w 5372199"/>
                  <a:gd name="connsiteY815" fmla="*/ 559979 h 5390836"/>
                  <a:gd name="connsiteX816" fmla="*/ 1347355 w 5372199"/>
                  <a:gd name="connsiteY816" fmla="*/ 537296 h 5390836"/>
                  <a:gd name="connsiteX817" fmla="*/ 1347355 w 5372199"/>
                  <a:gd name="connsiteY817" fmla="*/ 502228 h 5390836"/>
                  <a:gd name="connsiteX818" fmla="*/ 1357673 w 5372199"/>
                  <a:gd name="connsiteY818" fmla="*/ 488825 h 5390836"/>
                  <a:gd name="connsiteX819" fmla="*/ 1373134 w 5372199"/>
                  <a:gd name="connsiteY819" fmla="*/ 488825 h 5390836"/>
                  <a:gd name="connsiteX820" fmla="*/ 1383452 w 5372199"/>
                  <a:gd name="connsiteY820" fmla="*/ 488825 h 5390836"/>
                  <a:gd name="connsiteX821" fmla="*/ 1404078 w 5372199"/>
                  <a:gd name="connsiteY821" fmla="*/ 467171 h 5390836"/>
                  <a:gd name="connsiteX822" fmla="*/ 1418510 w 5372199"/>
                  <a:gd name="connsiteY822" fmla="*/ 450670 h 5390836"/>
                  <a:gd name="connsiteX823" fmla="*/ 1428828 w 5372199"/>
                  <a:gd name="connsiteY823" fmla="*/ 438295 h 5390836"/>
                  <a:gd name="connsiteX824" fmla="*/ 1438107 w 5372199"/>
                  <a:gd name="connsiteY824" fmla="*/ 429006 h 5390836"/>
                  <a:gd name="connsiteX825" fmla="*/ 1448425 w 5372199"/>
                  <a:gd name="connsiteY825" fmla="*/ 414573 h 5390836"/>
                  <a:gd name="connsiteX826" fmla="*/ 1448425 w 5372199"/>
                  <a:gd name="connsiteY826" fmla="*/ 404255 h 5390836"/>
                  <a:gd name="connsiteX827" fmla="*/ 1453579 w 5372199"/>
                  <a:gd name="connsiteY827" fmla="*/ 396005 h 5390836"/>
                  <a:gd name="connsiteX828" fmla="*/ 1459761 w 5372199"/>
                  <a:gd name="connsiteY828" fmla="*/ 388795 h 5390836"/>
                  <a:gd name="connsiteX829" fmla="*/ 1469050 w 5372199"/>
                  <a:gd name="connsiteY829" fmla="*/ 391881 h 5390836"/>
                  <a:gd name="connsiteX830" fmla="*/ 1484511 w 5372199"/>
                  <a:gd name="connsiteY830" fmla="*/ 391881 h 5390836"/>
                  <a:gd name="connsiteX831" fmla="*/ 1498954 w 5372199"/>
                  <a:gd name="connsiteY831" fmla="*/ 383631 h 5390836"/>
                  <a:gd name="connsiteX832" fmla="*/ 4049260 w 5372199"/>
                  <a:gd name="connsiteY832" fmla="*/ 354753 h 5390836"/>
                  <a:gd name="connsiteX833" fmla="*/ 4069885 w 5372199"/>
                  <a:gd name="connsiteY833" fmla="*/ 368156 h 5390836"/>
                  <a:gd name="connsiteX834" fmla="*/ 4079164 w 5372199"/>
                  <a:gd name="connsiteY834" fmla="*/ 390849 h 5390836"/>
                  <a:gd name="connsiteX835" fmla="*/ 4079164 w 5372199"/>
                  <a:gd name="connsiteY835" fmla="*/ 405282 h 5390836"/>
                  <a:gd name="connsiteX836" fmla="*/ 4074010 w 5372199"/>
                  <a:gd name="connsiteY836" fmla="*/ 418685 h 5390836"/>
                  <a:gd name="connsiteX837" fmla="*/ 4053385 w 5372199"/>
                  <a:gd name="connsiteY837" fmla="*/ 435196 h 5390836"/>
                  <a:gd name="connsiteX838" fmla="*/ 4045135 w 5372199"/>
                  <a:gd name="connsiteY838" fmla="*/ 447561 h 5390836"/>
                  <a:gd name="connsiteX839" fmla="*/ 4055442 w 5372199"/>
                  <a:gd name="connsiteY839" fmla="*/ 447561 h 5390836"/>
                  <a:gd name="connsiteX840" fmla="*/ 4068856 w 5372199"/>
                  <a:gd name="connsiteY840" fmla="*/ 447561 h 5390836"/>
                  <a:gd name="connsiteX841" fmla="*/ 4084317 w 5372199"/>
                  <a:gd name="connsiteY841" fmla="*/ 447561 h 5390836"/>
                  <a:gd name="connsiteX842" fmla="*/ 4105971 w 5372199"/>
                  <a:gd name="connsiteY842" fmla="*/ 447561 h 5390836"/>
                  <a:gd name="connsiteX843" fmla="*/ 4128664 w 5372199"/>
                  <a:gd name="connsiteY843" fmla="*/ 460975 h 5390836"/>
                  <a:gd name="connsiteX844" fmla="*/ 4145164 w 5372199"/>
                  <a:gd name="connsiteY844" fmla="*/ 478504 h 5390836"/>
                  <a:gd name="connsiteX845" fmla="*/ 4145164 w 5372199"/>
                  <a:gd name="connsiteY845" fmla="*/ 512533 h 5390836"/>
                  <a:gd name="connsiteX846" fmla="*/ 4135886 w 5372199"/>
                  <a:gd name="connsiteY846" fmla="*/ 512533 h 5390836"/>
                  <a:gd name="connsiteX847" fmla="*/ 4120414 w 5372199"/>
                  <a:gd name="connsiteY847" fmla="*/ 512533 h 5390836"/>
                  <a:gd name="connsiteX848" fmla="*/ 4088442 w 5372199"/>
                  <a:gd name="connsiteY848" fmla="*/ 512533 h 5390836"/>
                  <a:gd name="connsiteX849" fmla="*/ 4069885 w 5372199"/>
                  <a:gd name="connsiteY849" fmla="*/ 512533 h 5390836"/>
                  <a:gd name="connsiteX850" fmla="*/ 4052356 w 5372199"/>
                  <a:gd name="connsiteY850" fmla="*/ 504283 h 5390836"/>
                  <a:gd name="connsiteX851" fmla="*/ 4020384 w 5372199"/>
                  <a:gd name="connsiteY851" fmla="*/ 499129 h 5390836"/>
                  <a:gd name="connsiteX852" fmla="*/ 4004913 w 5372199"/>
                  <a:gd name="connsiteY852" fmla="*/ 507379 h 5390836"/>
                  <a:gd name="connsiteX853" fmla="*/ 3995634 w 5372199"/>
                  <a:gd name="connsiteY853" fmla="*/ 529033 h 5390836"/>
                  <a:gd name="connsiteX854" fmla="*/ 4013163 w 5372199"/>
                  <a:gd name="connsiteY854" fmla="*/ 598130 h 5390836"/>
                  <a:gd name="connsiteX855" fmla="*/ 4024509 w 5372199"/>
                  <a:gd name="connsiteY855" fmla="*/ 651756 h 5390836"/>
                  <a:gd name="connsiteX856" fmla="*/ 4044106 w 5372199"/>
                  <a:gd name="connsiteY856" fmla="*/ 693006 h 5390836"/>
                  <a:gd name="connsiteX857" fmla="*/ 4058538 w 5372199"/>
                  <a:gd name="connsiteY857" fmla="*/ 711564 h 5390836"/>
                  <a:gd name="connsiteX858" fmla="*/ 4067817 w 5372199"/>
                  <a:gd name="connsiteY858" fmla="*/ 729103 h 5390836"/>
                  <a:gd name="connsiteX859" fmla="*/ 4092567 w 5372199"/>
                  <a:gd name="connsiteY859" fmla="*/ 760036 h 5390836"/>
                  <a:gd name="connsiteX860" fmla="*/ 4100817 w 5372199"/>
                  <a:gd name="connsiteY860" fmla="*/ 771382 h 5390836"/>
                  <a:gd name="connsiteX861" fmla="*/ 4092567 w 5372199"/>
                  <a:gd name="connsiteY861" fmla="*/ 777564 h 5390836"/>
                  <a:gd name="connsiteX862" fmla="*/ 4084317 w 5372199"/>
                  <a:gd name="connsiteY862" fmla="*/ 788911 h 5390836"/>
                  <a:gd name="connsiteX863" fmla="*/ 4059567 w 5372199"/>
                  <a:gd name="connsiteY863" fmla="*/ 788911 h 5390836"/>
                  <a:gd name="connsiteX864" fmla="*/ 4049260 w 5372199"/>
                  <a:gd name="connsiteY864" fmla="*/ 788911 h 5390836"/>
                  <a:gd name="connsiteX865" fmla="*/ 4039981 w 5372199"/>
                  <a:gd name="connsiteY865" fmla="*/ 788911 h 5390836"/>
                  <a:gd name="connsiteX866" fmla="*/ 4023481 w 5372199"/>
                  <a:gd name="connsiteY866" fmla="*/ 777564 h 5390836"/>
                  <a:gd name="connsiteX867" fmla="*/ 4005941 w 5372199"/>
                  <a:gd name="connsiteY867" fmla="*/ 768286 h 5390836"/>
                  <a:gd name="connsiteX868" fmla="*/ 3991509 w 5372199"/>
                  <a:gd name="connsiteY868" fmla="*/ 755910 h 5390836"/>
                  <a:gd name="connsiteX869" fmla="*/ 3969855 w 5372199"/>
                  <a:gd name="connsiteY869" fmla="*/ 738382 h 5390836"/>
                  <a:gd name="connsiteX870" fmla="*/ 3961605 w 5372199"/>
                  <a:gd name="connsiteY870" fmla="*/ 720853 h 5390836"/>
                  <a:gd name="connsiteX871" fmla="*/ 3961605 w 5372199"/>
                  <a:gd name="connsiteY871" fmla="*/ 671352 h 5390836"/>
                  <a:gd name="connsiteX872" fmla="*/ 3955412 w 5372199"/>
                  <a:gd name="connsiteY872" fmla="*/ 627006 h 5390836"/>
                  <a:gd name="connsiteX873" fmla="*/ 3949230 w 5372199"/>
                  <a:gd name="connsiteY873" fmla="*/ 601227 h 5390836"/>
                  <a:gd name="connsiteX874" fmla="*/ 3933758 w 5372199"/>
                  <a:gd name="connsiteY874" fmla="*/ 553783 h 5390836"/>
                  <a:gd name="connsiteX875" fmla="*/ 3890440 w 5372199"/>
                  <a:gd name="connsiteY875" fmla="*/ 575437 h 5390836"/>
                  <a:gd name="connsiteX876" fmla="*/ 3837843 w 5372199"/>
                  <a:gd name="connsiteY876" fmla="*/ 587812 h 5390836"/>
                  <a:gd name="connsiteX877" fmla="*/ 3791439 w 5372199"/>
                  <a:gd name="connsiteY877" fmla="*/ 587812 h 5390836"/>
                  <a:gd name="connsiteX878" fmla="*/ 3758439 w 5372199"/>
                  <a:gd name="connsiteY878" fmla="*/ 587812 h 5390836"/>
                  <a:gd name="connsiteX879" fmla="*/ 3731631 w 5372199"/>
                  <a:gd name="connsiteY879" fmla="*/ 579562 h 5390836"/>
                  <a:gd name="connsiteX880" fmla="*/ 3718228 w 5372199"/>
                  <a:gd name="connsiteY880" fmla="*/ 579562 h 5390836"/>
                  <a:gd name="connsiteX881" fmla="*/ 3718228 w 5372199"/>
                  <a:gd name="connsiteY881" fmla="*/ 567198 h 5390836"/>
                  <a:gd name="connsiteX882" fmla="*/ 3718228 w 5372199"/>
                  <a:gd name="connsiteY882" fmla="*/ 549658 h 5390836"/>
                  <a:gd name="connsiteX883" fmla="*/ 3709977 w 5372199"/>
                  <a:gd name="connsiteY883" fmla="*/ 539351 h 5390836"/>
                  <a:gd name="connsiteX884" fmla="*/ 3721313 w 5372199"/>
                  <a:gd name="connsiteY884" fmla="*/ 539351 h 5390836"/>
                  <a:gd name="connsiteX885" fmla="*/ 3744006 w 5372199"/>
                  <a:gd name="connsiteY885" fmla="*/ 539351 h 5390836"/>
                  <a:gd name="connsiteX886" fmla="*/ 3759478 w 5372199"/>
                  <a:gd name="connsiteY886" fmla="*/ 539351 h 5390836"/>
                  <a:gd name="connsiteX887" fmla="*/ 3769785 w 5372199"/>
                  <a:gd name="connsiteY887" fmla="*/ 539351 h 5390836"/>
                  <a:gd name="connsiteX888" fmla="*/ 3851258 w 5372199"/>
                  <a:gd name="connsiteY888" fmla="*/ 519754 h 5390836"/>
                  <a:gd name="connsiteX889" fmla="*/ 3892508 w 5372199"/>
                  <a:gd name="connsiteY889" fmla="*/ 495004 h 5390836"/>
                  <a:gd name="connsiteX890" fmla="*/ 3905912 w 5372199"/>
                  <a:gd name="connsiteY890" fmla="*/ 482629 h 5390836"/>
                  <a:gd name="connsiteX891" fmla="*/ 3894565 w 5372199"/>
                  <a:gd name="connsiteY891" fmla="*/ 477476 h 5390836"/>
                  <a:gd name="connsiteX892" fmla="*/ 3886315 w 5372199"/>
                  <a:gd name="connsiteY892" fmla="*/ 477476 h 5390836"/>
                  <a:gd name="connsiteX893" fmla="*/ 3873940 w 5372199"/>
                  <a:gd name="connsiteY893" fmla="*/ 477476 h 5390836"/>
                  <a:gd name="connsiteX894" fmla="*/ 3863633 w 5372199"/>
                  <a:gd name="connsiteY894" fmla="*/ 471282 h 5390836"/>
                  <a:gd name="connsiteX895" fmla="*/ 3852286 w 5372199"/>
                  <a:gd name="connsiteY895" fmla="*/ 454782 h 5390836"/>
                  <a:gd name="connsiteX896" fmla="*/ 3847132 w 5372199"/>
                  <a:gd name="connsiteY896" fmla="*/ 420753 h 5390836"/>
                  <a:gd name="connsiteX897" fmla="*/ 3860536 w 5372199"/>
                  <a:gd name="connsiteY897" fmla="*/ 409418 h 5390836"/>
                  <a:gd name="connsiteX898" fmla="*/ 3873951 w 5372199"/>
                  <a:gd name="connsiteY898" fmla="*/ 409418 h 5390836"/>
                  <a:gd name="connsiteX899" fmla="*/ 3887354 w 5372199"/>
                  <a:gd name="connsiteY899" fmla="*/ 409407 h 5390836"/>
                  <a:gd name="connsiteX900" fmla="*/ 3900758 w 5372199"/>
                  <a:gd name="connsiteY900" fmla="*/ 409407 h 5390836"/>
                  <a:gd name="connsiteX901" fmla="*/ 3923440 w 5372199"/>
                  <a:gd name="connsiteY901" fmla="*/ 422821 h 5390836"/>
                  <a:gd name="connsiteX902" fmla="*/ 3968816 w 5372199"/>
                  <a:gd name="connsiteY902" fmla="*/ 431061 h 5390836"/>
                  <a:gd name="connsiteX903" fmla="*/ 3995634 w 5372199"/>
                  <a:gd name="connsiteY903" fmla="*/ 401157 h 5390836"/>
                  <a:gd name="connsiteX904" fmla="*/ 4011106 w 5372199"/>
                  <a:gd name="connsiteY904" fmla="*/ 380532 h 5390836"/>
                  <a:gd name="connsiteX905" fmla="*/ 4020384 w 5372199"/>
                  <a:gd name="connsiteY905" fmla="*/ 360935 h 5390836"/>
                  <a:gd name="connsiteX906" fmla="*/ 4030692 w 5372199"/>
                  <a:gd name="connsiteY906" fmla="*/ 360946 h 5390836"/>
                  <a:gd name="connsiteX907" fmla="*/ 4045135 w 5372199"/>
                  <a:gd name="connsiteY907" fmla="*/ 371253 h 5390836"/>
                  <a:gd name="connsiteX908" fmla="*/ 4058538 w 5372199"/>
                  <a:gd name="connsiteY908" fmla="*/ 371253 h 5390836"/>
                  <a:gd name="connsiteX909" fmla="*/ 1383200 w 5372199"/>
                  <a:gd name="connsiteY909" fmla="*/ 242484 h 5390836"/>
                  <a:gd name="connsiteX910" fmla="*/ 1389646 w 5372199"/>
                  <a:gd name="connsiteY910" fmla="*/ 244417 h 5390836"/>
                  <a:gd name="connsiteX911" fmla="*/ 1403049 w 5372199"/>
                  <a:gd name="connsiteY911" fmla="*/ 256792 h 5390836"/>
                  <a:gd name="connsiteX912" fmla="*/ 1425742 w 5372199"/>
                  <a:gd name="connsiteY912" fmla="*/ 272253 h 5390836"/>
                  <a:gd name="connsiteX913" fmla="*/ 1425742 w 5372199"/>
                  <a:gd name="connsiteY913" fmla="*/ 302168 h 5390836"/>
                  <a:gd name="connsiteX914" fmla="*/ 1432953 w 5372199"/>
                  <a:gd name="connsiteY914" fmla="*/ 308350 h 5390836"/>
                  <a:gd name="connsiteX915" fmla="*/ 1470078 w 5372199"/>
                  <a:gd name="connsiteY915" fmla="*/ 272253 h 5390836"/>
                  <a:gd name="connsiteX916" fmla="*/ 1491732 w 5372199"/>
                  <a:gd name="connsiteY916" fmla="*/ 251628 h 5390836"/>
                  <a:gd name="connsiteX917" fmla="*/ 1505146 w 5372199"/>
                  <a:gd name="connsiteY917" fmla="*/ 251628 h 5390836"/>
                  <a:gd name="connsiteX918" fmla="*/ 1517522 w 5372199"/>
                  <a:gd name="connsiteY918" fmla="*/ 251628 h 5390836"/>
                  <a:gd name="connsiteX919" fmla="*/ 1538147 w 5372199"/>
                  <a:gd name="connsiteY919" fmla="*/ 251628 h 5390836"/>
                  <a:gd name="connsiteX920" fmla="*/ 1547425 w 5372199"/>
                  <a:gd name="connsiteY920" fmla="*/ 251628 h 5390836"/>
                  <a:gd name="connsiteX921" fmla="*/ 1555675 w 5372199"/>
                  <a:gd name="connsiteY921" fmla="*/ 266071 h 5390836"/>
                  <a:gd name="connsiteX922" fmla="*/ 1543300 w 5372199"/>
                  <a:gd name="connsiteY922" fmla="*/ 300100 h 5390836"/>
                  <a:gd name="connsiteX923" fmla="*/ 1528868 w 5372199"/>
                  <a:gd name="connsiteY923" fmla="*/ 300100 h 5390836"/>
                  <a:gd name="connsiteX924" fmla="*/ 1507204 w 5372199"/>
                  <a:gd name="connsiteY924" fmla="*/ 314543 h 5390836"/>
                  <a:gd name="connsiteX925" fmla="*/ 1491732 w 5372199"/>
                  <a:gd name="connsiteY925" fmla="*/ 326918 h 5390836"/>
                  <a:gd name="connsiteX926" fmla="*/ 1478328 w 5372199"/>
                  <a:gd name="connsiteY926" fmla="*/ 341350 h 5390836"/>
                  <a:gd name="connsiteX927" fmla="*/ 1465953 w 5372199"/>
                  <a:gd name="connsiteY927" fmla="*/ 356822 h 5390836"/>
                  <a:gd name="connsiteX928" fmla="*/ 1450493 w 5372199"/>
                  <a:gd name="connsiteY928" fmla="*/ 365072 h 5390836"/>
                  <a:gd name="connsiteX929" fmla="*/ 1433982 w 5372199"/>
                  <a:gd name="connsiteY929" fmla="*/ 387754 h 5390836"/>
                  <a:gd name="connsiteX930" fmla="*/ 1390674 w 5372199"/>
                  <a:gd name="connsiteY930" fmla="*/ 431072 h 5390836"/>
                  <a:gd name="connsiteX931" fmla="*/ 1378299 w 5372199"/>
                  <a:gd name="connsiteY931" fmla="*/ 443448 h 5390836"/>
                  <a:gd name="connsiteX932" fmla="*/ 1366953 w 5372199"/>
                  <a:gd name="connsiteY932" fmla="*/ 455823 h 5390836"/>
                  <a:gd name="connsiteX933" fmla="*/ 1355617 w 5372199"/>
                  <a:gd name="connsiteY933" fmla="*/ 466130 h 5390836"/>
                  <a:gd name="connsiteX934" fmla="*/ 1345299 w 5372199"/>
                  <a:gd name="connsiteY934" fmla="*/ 474391 h 5390836"/>
                  <a:gd name="connsiteX935" fmla="*/ 1336020 w 5372199"/>
                  <a:gd name="connsiteY935" fmla="*/ 484698 h 5390836"/>
                  <a:gd name="connsiteX936" fmla="*/ 1325702 w 5372199"/>
                  <a:gd name="connsiteY936" fmla="*/ 491920 h 5390836"/>
                  <a:gd name="connsiteX937" fmla="*/ 1317452 w 5372199"/>
                  <a:gd name="connsiteY937" fmla="*/ 497073 h 5390836"/>
                  <a:gd name="connsiteX938" fmla="*/ 1306117 w 5372199"/>
                  <a:gd name="connsiteY938" fmla="*/ 508420 h 5390836"/>
                  <a:gd name="connsiteX939" fmla="*/ 1296827 w 5372199"/>
                  <a:gd name="connsiteY939" fmla="*/ 519756 h 5390836"/>
                  <a:gd name="connsiteX940" fmla="*/ 1290645 w 5372199"/>
                  <a:gd name="connsiteY940" fmla="*/ 531102 h 5390836"/>
                  <a:gd name="connsiteX941" fmla="*/ 1279299 w 5372199"/>
                  <a:gd name="connsiteY941" fmla="*/ 531102 h 5390836"/>
                  <a:gd name="connsiteX942" fmla="*/ 1263827 w 5372199"/>
                  <a:gd name="connsiteY942" fmla="*/ 539352 h 5390836"/>
                  <a:gd name="connsiteX943" fmla="*/ 1251452 w 5372199"/>
                  <a:gd name="connsiteY943" fmla="*/ 525949 h 5390836"/>
                  <a:gd name="connsiteX944" fmla="*/ 1242173 w 5372199"/>
                  <a:gd name="connsiteY944" fmla="*/ 513574 h 5390836"/>
                  <a:gd name="connsiteX945" fmla="*/ 1242173 w 5372199"/>
                  <a:gd name="connsiteY945" fmla="*/ 501198 h 5390836"/>
                  <a:gd name="connsiteX946" fmla="*/ 1262798 w 5372199"/>
                  <a:gd name="connsiteY946" fmla="*/ 469227 h 5390836"/>
                  <a:gd name="connsiteX947" fmla="*/ 1273106 w 5372199"/>
                  <a:gd name="connsiteY947" fmla="*/ 469227 h 5390836"/>
                  <a:gd name="connsiteX948" fmla="*/ 1286520 w 5372199"/>
                  <a:gd name="connsiteY948" fmla="*/ 453755 h 5390836"/>
                  <a:gd name="connsiteX949" fmla="*/ 1321577 w 5372199"/>
                  <a:gd name="connsiteY949" fmla="*/ 421794 h 5390836"/>
                  <a:gd name="connsiteX950" fmla="*/ 1337049 w 5372199"/>
                  <a:gd name="connsiteY950" fmla="*/ 408380 h 5390836"/>
                  <a:gd name="connsiteX951" fmla="*/ 1362828 w 5372199"/>
                  <a:gd name="connsiteY951" fmla="*/ 380543 h 5390836"/>
                  <a:gd name="connsiteX952" fmla="*/ 1371078 w 5372199"/>
                  <a:gd name="connsiteY952" fmla="*/ 365072 h 5390836"/>
                  <a:gd name="connsiteX953" fmla="*/ 1363867 w 5372199"/>
                  <a:gd name="connsiteY953" fmla="*/ 357851 h 5390836"/>
                  <a:gd name="connsiteX954" fmla="*/ 1353549 w 5372199"/>
                  <a:gd name="connsiteY954" fmla="*/ 357851 h 5390836"/>
                  <a:gd name="connsiteX955" fmla="*/ 1341174 w 5372199"/>
                  <a:gd name="connsiteY955" fmla="*/ 357851 h 5390836"/>
                  <a:gd name="connsiteX956" fmla="*/ 1341174 w 5372199"/>
                  <a:gd name="connsiteY956" fmla="*/ 347543 h 5390836"/>
                  <a:gd name="connsiteX957" fmla="*/ 1341174 w 5372199"/>
                  <a:gd name="connsiteY957" fmla="*/ 337225 h 5390836"/>
                  <a:gd name="connsiteX958" fmla="*/ 1341174 w 5372199"/>
                  <a:gd name="connsiteY958" fmla="*/ 323822 h 5390836"/>
                  <a:gd name="connsiteX959" fmla="*/ 1313327 w 5372199"/>
                  <a:gd name="connsiteY959" fmla="*/ 304225 h 5390836"/>
                  <a:gd name="connsiteX960" fmla="*/ 1313327 w 5372199"/>
                  <a:gd name="connsiteY960" fmla="*/ 292878 h 5390836"/>
                  <a:gd name="connsiteX961" fmla="*/ 1328799 w 5372199"/>
                  <a:gd name="connsiteY961" fmla="*/ 280503 h 5390836"/>
                  <a:gd name="connsiteX962" fmla="*/ 1336020 w 5372199"/>
                  <a:gd name="connsiteY962" fmla="*/ 270196 h 5390836"/>
                  <a:gd name="connsiteX963" fmla="*/ 1344270 w 5372199"/>
                  <a:gd name="connsiteY963" fmla="*/ 264003 h 5390836"/>
                  <a:gd name="connsiteX964" fmla="*/ 1351492 w 5372199"/>
                  <a:gd name="connsiteY964" fmla="*/ 254724 h 5390836"/>
                  <a:gd name="connsiteX965" fmla="*/ 1339117 w 5372199"/>
                  <a:gd name="connsiteY965" fmla="*/ 257821 h 5390836"/>
                  <a:gd name="connsiteX966" fmla="*/ 1350453 w 5372199"/>
                  <a:gd name="connsiteY966" fmla="*/ 252667 h 5390836"/>
                  <a:gd name="connsiteX967" fmla="*/ 1363867 w 5372199"/>
                  <a:gd name="connsiteY967" fmla="*/ 244417 h 5390836"/>
                  <a:gd name="connsiteX968" fmla="*/ 1375203 w 5372199"/>
                  <a:gd name="connsiteY968" fmla="*/ 244417 h 5390836"/>
                  <a:gd name="connsiteX969" fmla="*/ 1383200 w 5372199"/>
                  <a:gd name="connsiteY969" fmla="*/ 242484 h 5390836"/>
                  <a:gd name="connsiteX970" fmla="*/ 2319836 w 5372199"/>
                  <a:gd name="connsiteY970" fmla="*/ 154694 h 5390836"/>
                  <a:gd name="connsiteX971" fmla="*/ 2301267 w 5372199"/>
                  <a:gd name="connsiteY971" fmla="*/ 159847 h 5390836"/>
                  <a:gd name="connsiteX972" fmla="*/ 2301267 w 5372199"/>
                  <a:gd name="connsiteY972" fmla="*/ 171193 h 5390836"/>
                  <a:gd name="connsiteX973" fmla="*/ 2301267 w 5372199"/>
                  <a:gd name="connsiteY973" fmla="*/ 180472 h 5390836"/>
                  <a:gd name="connsiteX974" fmla="*/ 2318808 w 5372199"/>
                  <a:gd name="connsiteY974" fmla="*/ 180472 h 5390836"/>
                  <a:gd name="connsiteX975" fmla="*/ 2327047 w 5372199"/>
                  <a:gd name="connsiteY975" fmla="*/ 158819 h 5390836"/>
                  <a:gd name="connsiteX976" fmla="*/ 2320865 w 5372199"/>
                  <a:gd name="connsiteY976" fmla="*/ 158819 h 5390836"/>
                  <a:gd name="connsiteX977" fmla="*/ 2375531 w 5372199"/>
                  <a:gd name="connsiteY977" fmla="*/ 130974 h 5390836"/>
                  <a:gd name="connsiteX978" fmla="*/ 2361089 w 5372199"/>
                  <a:gd name="connsiteY978" fmla="*/ 138195 h 5390836"/>
                  <a:gd name="connsiteX979" fmla="*/ 2361089 w 5372199"/>
                  <a:gd name="connsiteY979" fmla="*/ 153665 h 5390836"/>
                  <a:gd name="connsiteX980" fmla="*/ 2371407 w 5372199"/>
                  <a:gd name="connsiteY980" fmla="*/ 160876 h 5390836"/>
                  <a:gd name="connsiteX981" fmla="*/ 2386877 w 5372199"/>
                  <a:gd name="connsiteY981" fmla="*/ 146444 h 5390836"/>
                  <a:gd name="connsiteX982" fmla="*/ 2386877 w 5372199"/>
                  <a:gd name="connsiteY982" fmla="*/ 133031 h 5390836"/>
                  <a:gd name="connsiteX983" fmla="*/ 2376560 w 5372199"/>
                  <a:gd name="connsiteY983" fmla="*/ 133031 h 5390836"/>
                  <a:gd name="connsiteX984" fmla="*/ 2306432 w 5372199"/>
                  <a:gd name="connsiteY984" fmla="*/ 95915 h 5390836"/>
                  <a:gd name="connsiteX985" fmla="*/ 2310546 w 5372199"/>
                  <a:gd name="connsiteY985" fmla="*/ 100039 h 5390836"/>
                  <a:gd name="connsiteX986" fmla="*/ 2296113 w 5372199"/>
                  <a:gd name="connsiteY986" fmla="*/ 113442 h 5390836"/>
                  <a:gd name="connsiteX987" fmla="*/ 2296113 w 5372199"/>
                  <a:gd name="connsiteY987" fmla="*/ 128913 h 5390836"/>
                  <a:gd name="connsiteX988" fmla="*/ 2304364 w 5372199"/>
                  <a:gd name="connsiteY988" fmla="*/ 128913 h 5390836"/>
                  <a:gd name="connsiteX989" fmla="*/ 2320865 w 5372199"/>
                  <a:gd name="connsiteY989" fmla="*/ 108289 h 5390836"/>
                  <a:gd name="connsiteX990" fmla="*/ 2306432 w 5372199"/>
                  <a:gd name="connsiteY990" fmla="*/ 95915 h 5390836"/>
                  <a:gd name="connsiteX991" fmla="*/ 3341817 w 5372199"/>
                  <a:gd name="connsiteY991" fmla="*/ 93847 h 5390836"/>
                  <a:gd name="connsiteX992" fmla="*/ 3351096 w 5372199"/>
                  <a:gd name="connsiteY992" fmla="*/ 103125 h 5390836"/>
                  <a:gd name="connsiteX993" fmla="*/ 3363471 w 5372199"/>
                  <a:gd name="connsiteY993" fmla="*/ 121693 h 5390836"/>
                  <a:gd name="connsiteX994" fmla="*/ 3363471 w 5372199"/>
                  <a:gd name="connsiteY994" fmla="*/ 138193 h 5390836"/>
                  <a:gd name="connsiteX995" fmla="*/ 3363482 w 5372199"/>
                  <a:gd name="connsiteY995" fmla="*/ 150569 h 5390836"/>
                  <a:gd name="connsiteX996" fmla="*/ 3332539 w 5372199"/>
                  <a:gd name="connsiteY996" fmla="*/ 167069 h 5390836"/>
                  <a:gd name="connsiteX997" fmla="*/ 3307789 w 5372199"/>
                  <a:gd name="connsiteY997" fmla="*/ 179444 h 5390836"/>
                  <a:gd name="connsiteX998" fmla="*/ 3290260 w 5372199"/>
                  <a:gd name="connsiteY998" fmla="*/ 185626 h 5390836"/>
                  <a:gd name="connsiteX999" fmla="*/ 3254163 w 5372199"/>
                  <a:gd name="connsiteY999" fmla="*/ 200069 h 5390836"/>
                  <a:gd name="connsiteX1000" fmla="*/ 3254163 w 5372199"/>
                  <a:gd name="connsiteY1000" fmla="*/ 226877 h 5390836"/>
                  <a:gd name="connsiteX1001" fmla="*/ 3245913 w 5372199"/>
                  <a:gd name="connsiteY1001" fmla="*/ 238223 h 5390836"/>
                  <a:gd name="connsiteX1002" fmla="*/ 3238692 w 5372199"/>
                  <a:gd name="connsiteY1002" fmla="*/ 247502 h 5390836"/>
                  <a:gd name="connsiteX1003" fmla="*/ 3232510 w 5372199"/>
                  <a:gd name="connsiteY1003" fmla="*/ 257820 h 5390836"/>
                  <a:gd name="connsiteX1004" fmla="*/ 3227356 w 5372199"/>
                  <a:gd name="connsiteY1004" fmla="*/ 270195 h 5390836"/>
                  <a:gd name="connsiteX1005" fmla="*/ 3221163 w 5372199"/>
                  <a:gd name="connsiteY1005" fmla="*/ 302156 h 5390836"/>
                  <a:gd name="connsiteX1006" fmla="*/ 3278913 w 5372199"/>
                  <a:gd name="connsiteY1006" fmla="*/ 314531 h 5390836"/>
                  <a:gd name="connsiteX1007" fmla="*/ 3294385 w 5372199"/>
                  <a:gd name="connsiteY1007" fmla="*/ 314531 h 5390836"/>
                  <a:gd name="connsiteX1008" fmla="*/ 3309846 w 5372199"/>
                  <a:gd name="connsiteY1008" fmla="*/ 314531 h 5390836"/>
                  <a:gd name="connsiteX1009" fmla="*/ 3323260 w 5372199"/>
                  <a:gd name="connsiteY1009" fmla="*/ 322792 h 5390836"/>
                  <a:gd name="connsiteX1010" fmla="*/ 3336664 w 5372199"/>
                  <a:gd name="connsiteY1010" fmla="*/ 335156 h 5390836"/>
                  <a:gd name="connsiteX1011" fmla="*/ 3352135 w 5372199"/>
                  <a:gd name="connsiteY1011" fmla="*/ 355792 h 5390836"/>
                  <a:gd name="connsiteX1012" fmla="*/ 3352135 w 5372199"/>
                  <a:gd name="connsiteY1012" fmla="*/ 369196 h 5390836"/>
                  <a:gd name="connsiteX1013" fmla="*/ 3352135 w 5372199"/>
                  <a:gd name="connsiteY1013" fmla="*/ 374349 h 5390836"/>
                  <a:gd name="connsiteX1014" fmla="*/ 3352135 w 5372199"/>
                  <a:gd name="connsiteY1014" fmla="*/ 382599 h 5390836"/>
                  <a:gd name="connsiteX1015" fmla="*/ 3344914 w 5372199"/>
                  <a:gd name="connsiteY1015" fmla="*/ 392907 h 5390836"/>
                  <a:gd name="connsiteX1016" fmla="*/ 3332539 w 5372199"/>
                  <a:gd name="connsiteY1016" fmla="*/ 400128 h 5390836"/>
                  <a:gd name="connsiteX1017" fmla="*/ 3312942 w 5372199"/>
                  <a:gd name="connsiteY1017" fmla="*/ 400128 h 5390836"/>
                  <a:gd name="connsiteX1018" fmla="*/ 3292317 w 5372199"/>
                  <a:gd name="connsiteY1018" fmla="*/ 390849 h 5390836"/>
                  <a:gd name="connsiteX1019" fmla="*/ 3270663 w 5372199"/>
                  <a:gd name="connsiteY1019" fmla="*/ 390849 h 5390836"/>
                  <a:gd name="connsiteX1020" fmla="*/ 3236635 w 5372199"/>
                  <a:gd name="connsiteY1020" fmla="*/ 378474 h 5390836"/>
                  <a:gd name="connsiteX1021" fmla="*/ 3203634 w 5372199"/>
                  <a:gd name="connsiteY1021" fmla="*/ 371253 h 5390836"/>
                  <a:gd name="connsiteX1022" fmla="*/ 3170634 w 5372199"/>
                  <a:gd name="connsiteY1022" fmla="*/ 365070 h 5390836"/>
                  <a:gd name="connsiteX1023" fmla="*/ 3138662 w 5372199"/>
                  <a:gd name="connsiteY1023" fmla="*/ 365070 h 5390836"/>
                  <a:gd name="connsiteX1024" fmla="*/ 3102566 w 5372199"/>
                  <a:gd name="connsiteY1024" fmla="*/ 355781 h 5390836"/>
                  <a:gd name="connsiteX1025" fmla="*/ 3036565 w 5372199"/>
                  <a:gd name="connsiteY1025" fmla="*/ 355781 h 5390836"/>
                  <a:gd name="connsiteX1026" fmla="*/ 2952008 w 5372199"/>
                  <a:gd name="connsiteY1026" fmla="*/ 366099 h 5390836"/>
                  <a:gd name="connsiteX1027" fmla="*/ 2929314 w 5372199"/>
                  <a:gd name="connsiteY1027" fmla="*/ 331031 h 5390836"/>
                  <a:gd name="connsiteX1028" fmla="*/ 2929314 w 5372199"/>
                  <a:gd name="connsiteY1028" fmla="*/ 314531 h 5390836"/>
                  <a:gd name="connsiteX1029" fmla="*/ 2929314 w 5372199"/>
                  <a:gd name="connsiteY1029" fmla="*/ 293906 h 5390836"/>
                  <a:gd name="connsiteX1030" fmla="*/ 2965411 w 5372199"/>
                  <a:gd name="connsiteY1030" fmla="*/ 283598 h 5390836"/>
                  <a:gd name="connsiteX1031" fmla="*/ 2983968 w 5372199"/>
                  <a:gd name="connsiteY1031" fmla="*/ 290820 h 5390836"/>
                  <a:gd name="connsiteX1032" fmla="*/ 3027287 w 5372199"/>
                  <a:gd name="connsiteY1032" fmla="*/ 290820 h 5390836"/>
                  <a:gd name="connsiteX1033" fmla="*/ 3043787 w 5372199"/>
                  <a:gd name="connsiteY1033" fmla="*/ 290820 h 5390836"/>
                  <a:gd name="connsiteX1034" fmla="*/ 3092259 w 5372199"/>
                  <a:gd name="connsiteY1034" fmla="*/ 283598 h 5390836"/>
                  <a:gd name="connsiteX1035" fmla="*/ 3139691 w 5372199"/>
                  <a:gd name="connsiteY1035" fmla="*/ 234098 h 5390836"/>
                  <a:gd name="connsiteX1036" fmla="*/ 3147941 w 5372199"/>
                  <a:gd name="connsiteY1036" fmla="*/ 216569 h 5390836"/>
                  <a:gd name="connsiteX1037" fmla="*/ 3147941 w 5372199"/>
                  <a:gd name="connsiteY1037" fmla="*/ 200069 h 5390836"/>
                  <a:gd name="connsiteX1038" fmla="*/ 3130412 w 5372199"/>
                  <a:gd name="connsiteY1038" fmla="*/ 200069 h 5390836"/>
                  <a:gd name="connsiteX1039" fmla="*/ 3108759 w 5372199"/>
                  <a:gd name="connsiteY1039" fmla="*/ 200069 h 5390836"/>
                  <a:gd name="connsiteX1040" fmla="*/ 3108759 w 5372199"/>
                  <a:gd name="connsiteY1040" fmla="*/ 178405 h 5390836"/>
                  <a:gd name="connsiteX1041" fmla="*/ 3101537 w 5372199"/>
                  <a:gd name="connsiteY1041" fmla="*/ 151597 h 5390836"/>
                  <a:gd name="connsiteX1042" fmla="*/ 3101537 w 5372199"/>
                  <a:gd name="connsiteY1042" fmla="*/ 132001 h 5390836"/>
                  <a:gd name="connsiteX1043" fmla="*/ 3101537 w 5372199"/>
                  <a:gd name="connsiteY1043" fmla="*/ 113443 h 5390836"/>
                  <a:gd name="connsiteX1044" fmla="*/ 3121134 w 5372199"/>
                  <a:gd name="connsiteY1044" fmla="*/ 104154 h 5390836"/>
                  <a:gd name="connsiteX1045" fmla="*/ 3147941 w 5372199"/>
                  <a:gd name="connsiteY1045" fmla="*/ 117569 h 5390836"/>
                  <a:gd name="connsiteX1046" fmla="*/ 3220134 w 5372199"/>
                  <a:gd name="connsiteY1046" fmla="*/ 123750 h 5390836"/>
                  <a:gd name="connsiteX1047" fmla="*/ 3259317 w 5372199"/>
                  <a:gd name="connsiteY1047" fmla="*/ 123750 h 5390836"/>
                  <a:gd name="connsiteX1048" fmla="*/ 3316039 w 5372199"/>
                  <a:gd name="connsiteY1048" fmla="*/ 114472 h 5390836"/>
                  <a:gd name="connsiteX1049" fmla="*/ 3331510 w 5372199"/>
                  <a:gd name="connsiteY1049" fmla="*/ 114472 h 5390836"/>
                  <a:gd name="connsiteX1050" fmla="*/ 3343885 w 5372199"/>
                  <a:gd name="connsiteY1050" fmla="*/ 114472 h 5390836"/>
                  <a:gd name="connsiteX1051" fmla="*/ 2198081 w 5372199"/>
                  <a:gd name="connsiteY1051" fmla="*/ 79112 h 5390836"/>
                  <a:gd name="connsiteX1052" fmla="*/ 2212588 w 5372199"/>
                  <a:gd name="connsiteY1052" fmla="*/ 96946 h 5390836"/>
                  <a:gd name="connsiteX1053" fmla="*/ 2218770 w 5372199"/>
                  <a:gd name="connsiteY1053" fmla="*/ 79417 h 5390836"/>
                  <a:gd name="connsiteX1054" fmla="*/ 2218770 w 5372199"/>
                  <a:gd name="connsiteY1054" fmla="*/ 100042 h 5390836"/>
                  <a:gd name="connsiteX1055" fmla="*/ 2218770 w 5372199"/>
                  <a:gd name="connsiteY1055" fmla="*/ 123764 h 5390836"/>
                  <a:gd name="connsiteX1056" fmla="*/ 2208463 w 5372199"/>
                  <a:gd name="connsiteY1056" fmla="*/ 142321 h 5390836"/>
                  <a:gd name="connsiteX1057" fmla="*/ 2191952 w 5372199"/>
                  <a:gd name="connsiteY1057" fmla="*/ 168100 h 5390836"/>
                  <a:gd name="connsiteX1058" fmla="*/ 2191952 w 5372199"/>
                  <a:gd name="connsiteY1058" fmla="*/ 192850 h 5390836"/>
                  <a:gd name="connsiteX1059" fmla="*/ 2191952 w 5372199"/>
                  <a:gd name="connsiteY1059" fmla="*/ 210379 h 5390836"/>
                  <a:gd name="connsiteX1060" fmla="*/ 2205367 w 5372199"/>
                  <a:gd name="connsiteY1060" fmla="*/ 210379 h 5390836"/>
                  <a:gd name="connsiteX1061" fmla="*/ 2211549 w 5372199"/>
                  <a:gd name="connsiteY1061" fmla="*/ 221725 h 5390836"/>
                  <a:gd name="connsiteX1062" fmla="*/ 2221867 w 5372199"/>
                  <a:gd name="connsiteY1062" fmla="*/ 240293 h 5390836"/>
                  <a:gd name="connsiteX1063" fmla="*/ 2221867 w 5372199"/>
                  <a:gd name="connsiteY1063" fmla="*/ 248543 h 5390836"/>
                  <a:gd name="connsiteX1064" fmla="*/ 2186798 w 5372199"/>
                  <a:gd name="connsiteY1064" fmla="*/ 291851 h 5390836"/>
                  <a:gd name="connsiteX1065" fmla="*/ 2186798 w 5372199"/>
                  <a:gd name="connsiteY1065" fmla="*/ 306293 h 5390836"/>
                  <a:gd name="connsiteX1066" fmla="*/ 2202270 w 5372199"/>
                  <a:gd name="connsiteY1066" fmla="*/ 306293 h 5390836"/>
                  <a:gd name="connsiteX1067" fmla="*/ 2216713 w 5372199"/>
                  <a:gd name="connsiteY1067" fmla="*/ 313515 h 5390836"/>
                  <a:gd name="connsiteX1068" fmla="*/ 2222895 w 5372199"/>
                  <a:gd name="connsiteY1068" fmla="*/ 326919 h 5390836"/>
                  <a:gd name="connsiteX1069" fmla="*/ 2190923 w 5372199"/>
                  <a:gd name="connsiteY1069" fmla="*/ 377448 h 5390836"/>
                  <a:gd name="connsiteX1070" fmla="*/ 2134201 w 5372199"/>
                  <a:gd name="connsiteY1070" fmla="*/ 416630 h 5390836"/>
                  <a:gd name="connsiteX1071" fmla="*/ 2107393 w 5372199"/>
                  <a:gd name="connsiteY1071" fmla="*/ 447573 h 5390836"/>
                  <a:gd name="connsiteX1072" fmla="*/ 2096047 w 5372199"/>
                  <a:gd name="connsiteY1072" fmla="*/ 447573 h 5390836"/>
                  <a:gd name="connsiteX1073" fmla="*/ 2078518 w 5372199"/>
                  <a:gd name="connsiteY1073" fmla="*/ 447573 h 5390836"/>
                  <a:gd name="connsiteX1074" fmla="*/ 2069239 w 5372199"/>
                  <a:gd name="connsiteY1074" fmla="*/ 434169 h 5390836"/>
                  <a:gd name="connsiteX1075" fmla="*/ 2056864 w 5372199"/>
                  <a:gd name="connsiteY1075" fmla="*/ 420765 h 5390836"/>
                  <a:gd name="connsiteX1076" fmla="*/ 2047585 w 5372199"/>
                  <a:gd name="connsiteY1076" fmla="*/ 393948 h 5390836"/>
                  <a:gd name="connsiteX1077" fmla="*/ 2071296 w 5372199"/>
                  <a:gd name="connsiteY1077" fmla="*/ 365072 h 5390836"/>
                  <a:gd name="connsiteX1078" fmla="*/ 2084700 w 5372199"/>
                  <a:gd name="connsiteY1078" fmla="*/ 351669 h 5390836"/>
                  <a:gd name="connsiteX1079" fmla="*/ 2093989 w 5372199"/>
                  <a:gd name="connsiteY1079" fmla="*/ 338265 h 5390836"/>
                  <a:gd name="connsiteX1080" fmla="*/ 2093989 w 5372199"/>
                  <a:gd name="connsiteY1080" fmla="*/ 326919 h 5390836"/>
                  <a:gd name="connsiteX1081" fmla="*/ 2093989 w 5372199"/>
                  <a:gd name="connsiteY1081" fmla="*/ 312475 h 5390836"/>
                  <a:gd name="connsiteX1082" fmla="*/ 2087796 w 5372199"/>
                  <a:gd name="connsiteY1082" fmla="*/ 302169 h 5390836"/>
                  <a:gd name="connsiteX1083" fmla="*/ 2080575 w 5372199"/>
                  <a:gd name="connsiteY1083" fmla="*/ 292890 h 5390836"/>
                  <a:gd name="connsiteX1084" fmla="*/ 2065114 w 5372199"/>
                  <a:gd name="connsiteY1084" fmla="*/ 274322 h 5390836"/>
                  <a:gd name="connsiteX1085" fmla="*/ 2081614 w 5372199"/>
                  <a:gd name="connsiteY1085" fmla="*/ 251639 h 5390836"/>
                  <a:gd name="connsiteX1086" fmla="*/ 2095018 w 5372199"/>
                  <a:gd name="connsiteY1086" fmla="*/ 251639 h 5390836"/>
                  <a:gd name="connsiteX1087" fmla="*/ 2110490 w 5372199"/>
                  <a:gd name="connsiteY1087" fmla="*/ 234100 h 5390836"/>
                  <a:gd name="connsiteX1088" fmla="*/ 2110490 w 5372199"/>
                  <a:gd name="connsiteY1088" fmla="*/ 206264 h 5390836"/>
                  <a:gd name="connsiteX1089" fmla="*/ 2093989 w 5372199"/>
                  <a:gd name="connsiteY1089" fmla="*/ 194918 h 5390836"/>
                  <a:gd name="connsiteX1090" fmla="*/ 2076461 w 5372199"/>
                  <a:gd name="connsiteY1090" fmla="*/ 194918 h 5390836"/>
                  <a:gd name="connsiteX1091" fmla="*/ 2065114 w 5372199"/>
                  <a:gd name="connsiteY1091" fmla="*/ 184599 h 5390836"/>
                  <a:gd name="connsiteX1092" fmla="*/ 2054796 w 5372199"/>
                  <a:gd name="connsiteY1092" fmla="*/ 184599 h 5390836"/>
                  <a:gd name="connsiteX1093" fmla="*/ 2047585 w 5372199"/>
                  <a:gd name="connsiteY1093" fmla="*/ 166043 h 5390836"/>
                  <a:gd name="connsiteX1094" fmla="*/ 2055824 w 5372199"/>
                  <a:gd name="connsiteY1094" fmla="*/ 158821 h 5390836"/>
                  <a:gd name="connsiteX1095" fmla="*/ 2060989 w 5372199"/>
                  <a:gd name="connsiteY1095" fmla="*/ 147475 h 5390836"/>
                  <a:gd name="connsiteX1096" fmla="*/ 2074393 w 5372199"/>
                  <a:gd name="connsiteY1096" fmla="*/ 136139 h 5390836"/>
                  <a:gd name="connsiteX1097" fmla="*/ 2093989 w 5372199"/>
                  <a:gd name="connsiteY1097" fmla="*/ 136139 h 5390836"/>
                  <a:gd name="connsiteX1098" fmla="*/ 2171337 w 5372199"/>
                  <a:gd name="connsiteY1098" fmla="*/ 84571 h 5390836"/>
                  <a:gd name="connsiteX1099" fmla="*/ 2194020 w 5372199"/>
                  <a:gd name="connsiteY1099" fmla="*/ 79417 h 5390836"/>
                  <a:gd name="connsiteX1100" fmla="*/ 2198081 w 5372199"/>
                  <a:gd name="connsiteY1100" fmla="*/ 79112 h 5390836"/>
                  <a:gd name="connsiteX1101" fmla="*/ 2394088 w 5372199"/>
                  <a:gd name="connsiteY1101" fmla="*/ 55695 h 5390836"/>
                  <a:gd name="connsiteX1102" fmla="*/ 2356963 w 5372199"/>
                  <a:gd name="connsiteY1102" fmla="*/ 76320 h 5390836"/>
                  <a:gd name="connsiteX1103" fmla="*/ 2365213 w 5372199"/>
                  <a:gd name="connsiteY1103" fmla="*/ 93860 h 5390836"/>
                  <a:gd name="connsiteX1104" fmla="*/ 2385838 w 5372199"/>
                  <a:gd name="connsiteY1104" fmla="*/ 93860 h 5390836"/>
                  <a:gd name="connsiteX1105" fmla="*/ 2397185 w 5372199"/>
                  <a:gd name="connsiteY1105" fmla="*/ 73224 h 5390836"/>
                  <a:gd name="connsiteX1106" fmla="*/ 2397185 w 5372199"/>
                  <a:gd name="connsiteY1106" fmla="*/ 57763 h 5390836"/>
                  <a:gd name="connsiteX1107" fmla="*/ 2409561 w 5372199"/>
                  <a:gd name="connsiteY1107" fmla="*/ 1039 h 5390836"/>
                  <a:gd name="connsiteX1108" fmla="*/ 2427090 w 5372199"/>
                  <a:gd name="connsiteY1108" fmla="*/ 1039 h 5390836"/>
                  <a:gd name="connsiteX1109" fmla="*/ 2461119 w 5372199"/>
                  <a:gd name="connsiteY1109" fmla="*/ 1039 h 5390836"/>
                  <a:gd name="connsiteX1110" fmla="*/ 2469369 w 5372199"/>
                  <a:gd name="connsiteY1110" fmla="*/ 14443 h 5390836"/>
                  <a:gd name="connsiteX1111" fmla="*/ 2483812 w 5372199"/>
                  <a:gd name="connsiteY1111" fmla="*/ 36096 h 5390836"/>
                  <a:gd name="connsiteX1112" fmla="*/ 2477630 w 5372199"/>
                  <a:gd name="connsiteY1112" fmla="*/ 57761 h 5390836"/>
                  <a:gd name="connsiteX1113" fmla="*/ 2477630 w 5372199"/>
                  <a:gd name="connsiteY1113" fmla="*/ 76318 h 5390836"/>
                  <a:gd name="connsiteX1114" fmla="*/ 2466283 w 5372199"/>
                  <a:gd name="connsiteY1114" fmla="*/ 108290 h 5390836"/>
                  <a:gd name="connsiteX1115" fmla="*/ 2452879 w 5372199"/>
                  <a:gd name="connsiteY1115" fmla="*/ 127886 h 5390836"/>
                  <a:gd name="connsiteX1116" fmla="*/ 2429158 w 5372199"/>
                  <a:gd name="connsiteY1116" fmla="*/ 203165 h 5390836"/>
                  <a:gd name="connsiteX1117" fmla="*/ 2419868 w 5372199"/>
                  <a:gd name="connsiteY1117" fmla="*/ 215541 h 5390836"/>
                  <a:gd name="connsiteX1118" fmla="*/ 2406464 w 5372199"/>
                  <a:gd name="connsiteY1118" fmla="*/ 215541 h 5390836"/>
                  <a:gd name="connsiteX1119" fmla="*/ 2392032 w 5372199"/>
                  <a:gd name="connsiteY1119" fmla="*/ 222762 h 5390836"/>
                  <a:gd name="connsiteX1120" fmla="*/ 2372435 w 5372199"/>
                  <a:gd name="connsiteY1120" fmla="*/ 232041 h 5390836"/>
                  <a:gd name="connsiteX1121" fmla="*/ 2372435 w 5372199"/>
                  <a:gd name="connsiteY1121" fmla="*/ 248541 h 5390836"/>
                  <a:gd name="connsiteX1122" fmla="*/ 2387907 w 5372199"/>
                  <a:gd name="connsiteY1122" fmla="*/ 243387 h 5390836"/>
                  <a:gd name="connsiteX1123" fmla="*/ 2400282 w 5372199"/>
                  <a:gd name="connsiteY1123" fmla="*/ 235137 h 5390836"/>
                  <a:gd name="connsiteX1124" fmla="*/ 2418840 w 5372199"/>
                  <a:gd name="connsiteY1124" fmla="*/ 235137 h 5390836"/>
                  <a:gd name="connsiteX1125" fmla="*/ 2427090 w 5372199"/>
                  <a:gd name="connsiteY1125" fmla="*/ 242348 h 5390836"/>
                  <a:gd name="connsiteX1126" fmla="*/ 2435340 w 5372199"/>
                  <a:gd name="connsiteY1126" fmla="*/ 265041 h 5390836"/>
                  <a:gd name="connsiteX1127" fmla="*/ 2435340 w 5372199"/>
                  <a:gd name="connsiteY1127" fmla="*/ 274319 h 5390836"/>
                  <a:gd name="connsiteX1128" fmla="*/ 2419868 w 5372199"/>
                  <a:gd name="connsiteY1128" fmla="*/ 288763 h 5390836"/>
                  <a:gd name="connsiteX1129" fmla="*/ 2402339 w 5372199"/>
                  <a:gd name="connsiteY1129" fmla="*/ 298041 h 5390836"/>
                  <a:gd name="connsiteX1130" fmla="*/ 2402339 w 5372199"/>
                  <a:gd name="connsiteY1130" fmla="*/ 309377 h 5390836"/>
                  <a:gd name="connsiteX1131" fmla="*/ 2412657 w 5372199"/>
                  <a:gd name="connsiteY1131" fmla="*/ 315570 h 5390836"/>
                  <a:gd name="connsiteX1132" fmla="*/ 2436368 w 5372199"/>
                  <a:gd name="connsiteY1132" fmla="*/ 307320 h 5390836"/>
                  <a:gd name="connsiteX1133" fmla="*/ 2455965 w 5372199"/>
                  <a:gd name="connsiteY1133" fmla="*/ 307320 h 5390836"/>
                  <a:gd name="connsiteX1134" fmla="*/ 2477630 w 5372199"/>
                  <a:gd name="connsiteY1134" fmla="*/ 300098 h 5390836"/>
                  <a:gd name="connsiteX1135" fmla="*/ 2498244 w 5372199"/>
                  <a:gd name="connsiteY1135" fmla="*/ 300098 h 5390836"/>
                  <a:gd name="connsiteX1136" fmla="*/ 2517841 w 5372199"/>
                  <a:gd name="connsiteY1136" fmla="*/ 323820 h 5390836"/>
                  <a:gd name="connsiteX1137" fmla="*/ 2494119 w 5372199"/>
                  <a:gd name="connsiteY1137" fmla="*/ 370224 h 5390836"/>
                  <a:gd name="connsiteX1138" fmla="*/ 2467312 w 5372199"/>
                  <a:gd name="connsiteY1138" fmla="*/ 370224 h 5390836"/>
                  <a:gd name="connsiteX1139" fmla="*/ 2422965 w 5372199"/>
                  <a:gd name="connsiteY1139" fmla="*/ 377445 h 5390836"/>
                  <a:gd name="connsiteX1140" fmla="*/ 2398214 w 5372199"/>
                  <a:gd name="connsiteY1140" fmla="*/ 377445 h 5390836"/>
                  <a:gd name="connsiteX1141" fmla="*/ 2377589 w 5372199"/>
                  <a:gd name="connsiteY1141" fmla="*/ 382599 h 5390836"/>
                  <a:gd name="connsiteX1142" fmla="*/ 2353878 w 5372199"/>
                  <a:gd name="connsiteY1142" fmla="*/ 389820 h 5390836"/>
                  <a:gd name="connsiteX1143" fmla="*/ 2326031 w 5372199"/>
                  <a:gd name="connsiteY1143" fmla="*/ 400138 h 5390836"/>
                  <a:gd name="connsiteX1144" fmla="*/ 2296127 w 5372199"/>
                  <a:gd name="connsiteY1144" fmla="*/ 407360 h 5390836"/>
                  <a:gd name="connsiteX1145" fmla="*/ 2266212 w 5372199"/>
                  <a:gd name="connsiteY1145" fmla="*/ 420763 h 5390836"/>
                  <a:gd name="connsiteX1146" fmla="*/ 2245587 w 5372199"/>
                  <a:gd name="connsiteY1146" fmla="*/ 413542 h 5390836"/>
                  <a:gd name="connsiteX1147" fmla="*/ 2237348 w 5372199"/>
                  <a:gd name="connsiteY1147" fmla="*/ 387752 h 5390836"/>
                  <a:gd name="connsiteX1148" fmla="*/ 2237337 w 5372199"/>
                  <a:gd name="connsiteY1148" fmla="*/ 379513 h 5390836"/>
                  <a:gd name="connsiteX1149" fmla="*/ 2237337 w 5372199"/>
                  <a:gd name="connsiteY1149" fmla="*/ 364042 h 5390836"/>
                  <a:gd name="connsiteX1150" fmla="*/ 2243530 w 5372199"/>
                  <a:gd name="connsiteY1150" fmla="*/ 357849 h 5390836"/>
                  <a:gd name="connsiteX1151" fmla="*/ 2253837 w 5372199"/>
                  <a:gd name="connsiteY1151" fmla="*/ 357849 h 5390836"/>
                  <a:gd name="connsiteX1152" fmla="*/ 2278588 w 5372199"/>
                  <a:gd name="connsiteY1152" fmla="*/ 344445 h 5390836"/>
                  <a:gd name="connsiteX1153" fmla="*/ 2310560 w 5372199"/>
                  <a:gd name="connsiteY1153" fmla="*/ 324848 h 5390836"/>
                  <a:gd name="connsiteX1154" fmla="*/ 2303338 w 5372199"/>
                  <a:gd name="connsiteY1154" fmla="*/ 316609 h 5390836"/>
                  <a:gd name="connsiteX1155" fmla="*/ 2289934 w 5372199"/>
                  <a:gd name="connsiteY1155" fmla="*/ 316609 h 5390836"/>
                  <a:gd name="connsiteX1156" fmla="*/ 2277559 w 5372199"/>
                  <a:gd name="connsiteY1156" fmla="*/ 316609 h 5390836"/>
                  <a:gd name="connsiteX1157" fmla="*/ 2277559 w 5372199"/>
                  <a:gd name="connsiteY1157" fmla="*/ 305263 h 5390836"/>
                  <a:gd name="connsiteX1158" fmla="*/ 2277559 w 5372199"/>
                  <a:gd name="connsiteY1158" fmla="*/ 291848 h 5390836"/>
                  <a:gd name="connsiteX1159" fmla="*/ 2283752 w 5372199"/>
                  <a:gd name="connsiteY1159" fmla="*/ 280512 h 5390836"/>
                  <a:gd name="connsiteX1160" fmla="*/ 2291991 w 5372199"/>
                  <a:gd name="connsiteY1160" fmla="*/ 280512 h 5390836"/>
                  <a:gd name="connsiteX1161" fmla="*/ 2300252 w 5372199"/>
                  <a:gd name="connsiteY1161" fmla="*/ 280512 h 5390836"/>
                  <a:gd name="connsiteX1162" fmla="*/ 2307463 w 5372199"/>
                  <a:gd name="connsiteY1162" fmla="*/ 280512 h 5390836"/>
                  <a:gd name="connsiteX1163" fmla="*/ 2313656 w 5372199"/>
                  <a:gd name="connsiteY1163" fmla="*/ 273291 h 5390836"/>
                  <a:gd name="connsiteX1164" fmla="*/ 2313656 w 5372199"/>
                  <a:gd name="connsiteY1164" fmla="*/ 256791 h 5390836"/>
                  <a:gd name="connsiteX1165" fmla="*/ 2303338 w 5372199"/>
                  <a:gd name="connsiteY1165" fmla="*/ 256791 h 5390836"/>
                  <a:gd name="connsiteX1166" fmla="*/ 2290963 w 5372199"/>
                  <a:gd name="connsiteY1166" fmla="*/ 261944 h 5390836"/>
                  <a:gd name="connsiteX1167" fmla="*/ 2280656 w 5372199"/>
                  <a:gd name="connsiteY1167" fmla="*/ 261944 h 5390836"/>
                  <a:gd name="connsiteX1168" fmla="*/ 2270338 w 5372199"/>
                  <a:gd name="connsiteY1168" fmla="*/ 261944 h 5390836"/>
                  <a:gd name="connsiteX1169" fmla="*/ 2265184 w 5372199"/>
                  <a:gd name="connsiteY1169" fmla="*/ 255751 h 5390836"/>
                  <a:gd name="connsiteX1170" fmla="*/ 2260030 w 5372199"/>
                  <a:gd name="connsiteY1170" fmla="*/ 245444 h 5390836"/>
                  <a:gd name="connsiteX1171" fmla="*/ 2248684 w 5372199"/>
                  <a:gd name="connsiteY1171" fmla="*/ 231012 h 5390836"/>
                  <a:gd name="connsiteX1172" fmla="*/ 2242502 w 5372199"/>
                  <a:gd name="connsiteY1172" fmla="*/ 213473 h 5390836"/>
                  <a:gd name="connsiteX1173" fmla="*/ 2247655 w 5372199"/>
                  <a:gd name="connsiteY1173" fmla="*/ 186665 h 5390836"/>
                  <a:gd name="connsiteX1174" fmla="*/ 2237337 w 5372199"/>
                  <a:gd name="connsiteY1174" fmla="*/ 144386 h 5390836"/>
                  <a:gd name="connsiteX1175" fmla="*/ 2229086 w 5372199"/>
                  <a:gd name="connsiteY1175" fmla="*/ 126847 h 5390836"/>
                  <a:gd name="connsiteX1176" fmla="*/ 2229086 w 5372199"/>
                  <a:gd name="connsiteY1176" fmla="*/ 113443 h 5390836"/>
                  <a:gd name="connsiteX1177" fmla="*/ 2229086 w 5372199"/>
                  <a:gd name="connsiteY1177" fmla="*/ 88693 h 5390836"/>
                  <a:gd name="connsiteX1178" fmla="*/ 2228058 w 5372199"/>
                  <a:gd name="connsiteY1178" fmla="*/ 86636 h 5390836"/>
                  <a:gd name="connsiteX1179" fmla="*/ 2236309 w 5372199"/>
                  <a:gd name="connsiteY1179" fmla="*/ 61886 h 5390836"/>
                  <a:gd name="connsiteX1180" fmla="*/ 2251780 w 5372199"/>
                  <a:gd name="connsiteY1180" fmla="*/ 68068 h 5390836"/>
                  <a:gd name="connsiteX1181" fmla="*/ 2266223 w 5372199"/>
                  <a:gd name="connsiteY1181" fmla="*/ 68068 h 5390836"/>
                  <a:gd name="connsiteX1182" fmla="*/ 2283752 w 5372199"/>
                  <a:gd name="connsiteY1182" fmla="*/ 59818 h 5390836"/>
                  <a:gd name="connsiteX1183" fmla="*/ 2313656 w 5372199"/>
                  <a:gd name="connsiteY1183" fmla="*/ 42289 h 5390836"/>
                  <a:gd name="connsiteX1184" fmla="*/ 2337367 w 5372199"/>
                  <a:gd name="connsiteY1184" fmla="*/ 36096 h 5390836"/>
                  <a:gd name="connsiteX1185" fmla="*/ 2409561 w 5372199"/>
                  <a:gd name="connsiteY1185" fmla="*/ 1039 h 5390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</a:cxnLst>
                <a:rect l="l" t="t" r="r" b="b"/>
                <a:pathLst>
                  <a:path w="5372199" h="5390836">
                    <a:moveTo>
                      <a:pt x="3137621" y="5098566"/>
                    </a:moveTo>
                    <a:cubicBezTo>
                      <a:pt x="3116367" y="5101693"/>
                      <a:pt x="3098342" y="5115799"/>
                      <a:pt x="3090189" y="5135680"/>
                    </a:cubicBezTo>
                    <a:cubicBezTo>
                      <a:pt x="3082122" y="5161189"/>
                      <a:pt x="3082122" y="5188557"/>
                      <a:pt x="3090189" y="5214053"/>
                    </a:cubicBezTo>
                    <a:cubicBezTo>
                      <a:pt x="3092906" y="5239900"/>
                      <a:pt x="3104588" y="5263976"/>
                      <a:pt x="3123189" y="5282125"/>
                    </a:cubicBezTo>
                    <a:cubicBezTo>
                      <a:pt x="3137977" y="5297044"/>
                      <a:pt x="3159427" y="5303290"/>
                      <a:pt x="3179909" y="5298625"/>
                    </a:cubicBezTo>
                    <a:cubicBezTo>
                      <a:pt x="3200859" y="5295506"/>
                      <a:pt x="3218757" y="5281887"/>
                      <a:pt x="3227342" y="5262527"/>
                    </a:cubicBezTo>
                    <a:lnTo>
                      <a:pt x="3223219" y="5262527"/>
                    </a:lnTo>
                    <a:cubicBezTo>
                      <a:pt x="3233028" y="5238286"/>
                      <a:pt x="3234837" y="5211553"/>
                      <a:pt x="3228384" y="5186218"/>
                    </a:cubicBezTo>
                    <a:cubicBezTo>
                      <a:pt x="3224659" y="5159756"/>
                      <a:pt x="3213172" y="5134998"/>
                      <a:pt x="3195371" y="5115066"/>
                    </a:cubicBezTo>
                    <a:cubicBezTo>
                      <a:pt x="3180159" y="5100134"/>
                      <a:pt x="3158431" y="5093918"/>
                      <a:pt x="3137621" y="5098566"/>
                    </a:cubicBezTo>
                    <a:close/>
                    <a:moveTo>
                      <a:pt x="2793012" y="5095901"/>
                    </a:moveTo>
                    <a:lnTo>
                      <a:pt x="2794038" y="5121680"/>
                    </a:lnTo>
                    <a:lnTo>
                      <a:pt x="2794038" y="5147468"/>
                    </a:lnTo>
                    <a:lnTo>
                      <a:pt x="2652759" y="5150557"/>
                    </a:lnTo>
                    <a:lnTo>
                      <a:pt x="2654818" y="5212430"/>
                    </a:lnTo>
                    <a:lnTo>
                      <a:pt x="2785788" y="5210375"/>
                    </a:lnTo>
                    <a:lnTo>
                      <a:pt x="2785788" y="5235125"/>
                    </a:lnTo>
                    <a:lnTo>
                      <a:pt x="2785788" y="5259875"/>
                    </a:lnTo>
                    <a:lnTo>
                      <a:pt x="2654818" y="5261930"/>
                    </a:lnTo>
                    <a:lnTo>
                      <a:pt x="2656886" y="5338252"/>
                    </a:lnTo>
                    <a:lnTo>
                      <a:pt x="2803317" y="5335154"/>
                    </a:lnTo>
                    <a:lnTo>
                      <a:pt x="2804347" y="5360934"/>
                    </a:lnTo>
                    <a:lnTo>
                      <a:pt x="2804347" y="5386722"/>
                    </a:lnTo>
                    <a:lnTo>
                      <a:pt x="2601191" y="5390836"/>
                    </a:lnTo>
                    <a:lnTo>
                      <a:pt x="2597068" y="5100028"/>
                    </a:lnTo>
                    <a:close/>
                    <a:moveTo>
                      <a:pt x="2311412" y="5073218"/>
                    </a:moveTo>
                    <a:lnTo>
                      <a:pt x="2527979" y="5100036"/>
                    </a:lnTo>
                    <a:lnTo>
                      <a:pt x="2524886" y="5124786"/>
                    </a:lnTo>
                    <a:lnTo>
                      <a:pt x="2521789" y="5150566"/>
                    </a:lnTo>
                    <a:lnTo>
                      <a:pt x="2441357" y="5141286"/>
                    </a:lnTo>
                    <a:lnTo>
                      <a:pt x="2412480" y="5378472"/>
                    </a:lnTo>
                    <a:lnTo>
                      <a:pt x="2384632" y="5375374"/>
                    </a:lnTo>
                    <a:lnTo>
                      <a:pt x="2356798" y="5372277"/>
                    </a:lnTo>
                    <a:lnTo>
                      <a:pt x="2385662" y="5134066"/>
                    </a:lnTo>
                    <a:lnTo>
                      <a:pt x="2305230" y="5124786"/>
                    </a:lnTo>
                    <a:lnTo>
                      <a:pt x="2308328" y="5098998"/>
                    </a:lnTo>
                    <a:close/>
                    <a:moveTo>
                      <a:pt x="3178501" y="5049077"/>
                    </a:moveTo>
                    <a:cubicBezTo>
                      <a:pt x="3196181" y="5052967"/>
                      <a:pt x="3212954" y="5060973"/>
                      <a:pt x="3227342" y="5072774"/>
                    </a:cubicBezTo>
                    <a:cubicBezTo>
                      <a:pt x="3257680" y="5099354"/>
                      <a:pt x="3277452" y="5135960"/>
                      <a:pt x="3283036" y="5175900"/>
                    </a:cubicBezTo>
                    <a:cubicBezTo>
                      <a:pt x="3293053" y="5214629"/>
                      <a:pt x="3288655" y="5255671"/>
                      <a:pt x="3270659" y="5291404"/>
                    </a:cubicBezTo>
                    <a:cubicBezTo>
                      <a:pt x="3233278" y="5351319"/>
                      <a:pt x="3154393" y="5369582"/>
                      <a:pt x="3094478" y="5332188"/>
                    </a:cubicBezTo>
                    <a:cubicBezTo>
                      <a:pt x="3091596" y="5330391"/>
                      <a:pt x="3088791" y="5328485"/>
                      <a:pt x="3086062" y="5326472"/>
                    </a:cubicBezTo>
                    <a:lnTo>
                      <a:pt x="3082978" y="5329557"/>
                    </a:lnTo>
                    <a:cubicBezTo>
                      <a:pt x="3052338" y="5303214"/>
                      <a:pt x="3032503" y="5266502"/>
                      <a:pt x="3027283" y="5226430"/>
                    </a:cubicBezTo>
                    <a:cubicBezTo>
                      <a:pt x="3017995" y="5186879"/>
                      <a:pt x="3022736" y="5145316"/>
                      <a:pt x="3040690" y="5108871"/>
                    </a:cubicBezTo>
                    <a:cubicBezTo>
                      <a:pt x="3057762" y="5077244"/>
                      <a:pt x="3088694" y="5055485"/>
                      <a:pt x="3124219" y="5050083"/>
                    </a:cubicBezTo>
                    <a:cubicBezTo>
                      <a:pt x="3142234" y="5045416"/>
                      <a:pt x="3160821" y="5045188"/>
                      <a:pt x="3178501" y="5049077"/>
                    </a:cubicBezTo>
                    <a:close/>
                    <a:moveTo>
                      <a:pt x="2038303" y="5009871"/>
                    </a:moveTo>
                    <a:lnTo>
                      <a:pt x="2065121" y="5017092"/>
                    </a:lnTo>
                    <a:lnTo>
                      <a:pt x="2092960" y="5023274"/>
                    </a:lnTo>
                    <a:lnTo>
                      <a:pt x="2048621" y="5201688"/>
                    </a:lnTo>
                    <a:cubicBezTo>
                      <a:pt x="2042765" y="5217311"/>
                      <a:pt x="2042765" y="5234527"/>
                      <a:pt x="2048621" y="5250150"/>
                    </a:cubicBezTo>
                    <a:cubicBezTo>
                      <a:pt x="2055604" y="5263154"/>
                      <a:pt x="2068133" y="5272269"/>
                      <a:pt x="2082650" y="5274900"/>
                    </a:cubicBezTo>
                    <a:cubicBezTo>
                      <a:pt x="2096066" y="5281082"/>
                      <a:pt x="2111515" y="5281082"/>
                      <a:pt x="2124930" y="5274900"/>
                    </a:cubicBezTo>
                    <a:cubicBezTo>
                      <a:pt x="2137748" y="5263337"/>
                      <a:pt x="2146142" y="5247650"/>
                      <a:pt x="2148650" y="5230565"/>
                    </a:cubicBezTo>
                    <a:lnTo>
                      <a:pt x="2192989" y="5053189"/>
                    </a:lnTo>
                    <a:lnTo>
                      <a:pt x="2219807" y="5059371"/>
                    </a:lnTo>
                    <a:lnTo>
                      <a:pt x="2247654" y="5066591"/>
                    </a:lnTo>
                    <a:lnTo>
                      <a:pt x="2200209" y="5237773"/>
                    </a:lnTo>
                    <a:cubicBezTo>
                      <a:pt x="2195425" y="5269756"/>
                      <a:pt x="2178870" y="5298815"/>
                      <a:pt x="2153807" y="5319247"/>
                    </a:cubicBezTo>
                    <a:cubicBezTo>
                      <a:pt x="2127400" y="5334294"/>
                      <a:pt x="2095710" y="5336938"/>
                      <a:pt x="2067180" y="5326468"/>
                    </a:cubicBezTo>
                    <a:cubicBezTo>
                      <a:pt x="2037328" y="5321976"/>
                      <a:pt x="2010956" y="5304641"/>
                      <a:pt x="1994985" y="5279023"/>
                    </a:cubicBezTo>
                    <a:cubicBezTo>
                      <a:pt x="1983261" y="5249209"/>
                      <a:pt x="1983261" y="5216044"/>
                      <a:pt x="1994985" y="5186218"/>
                    </a:cubicBezTo>
                    <a:close/>
                    <a:moveTo>
                      <a:pt x="3514900" y="4952554"/>
                    </a:moveTo>
                    <a:lnTo>
                      <a:pt x="3523150" y="4977304"/>
                    </a:lnTo>
                    <a:lnTo>
                      <a:pt x="3531400" y="5002053"/>
                    </a:lnTo>
                    <a:lnTo>
                      <a:pt x="3403523" y="5043303"/>
                    </a:lnTo>
                    <a:lnTo>
                      <a:pt x="3424146" y="5106210"/>
                    </a:lnTo>
                    <a:lnTo>
                      <a:pt x="3535523" y="5070125"/>
                    </a:lnTo>
                    <a:lnTo>
                      <a:pt x="3542743" y="5093833"/>
                    </a:lnTo>
                    <a:lnTo>
                      <a:pt x="3550993" y="5117557"/>
                    </a:lnTo>
                    <a:lnTo>
                      <a:pt x="3439621" y="5153655"/>
                    </a:lnTo>
                    <a:lnTo>
                      <a:pt x="3477773" y="5271222"/>
                    </a:lnTo>
                    <a:lnTo>
                      <a:pt x="3450955" y="5279459"/>
                    </a:lnTo>
                    <a:lnTo>
                      <a:pt x="3424146" y="5288752"/>
                    </a:lnTo>
                    <a:lnTo>
                      <a:pt x="3334426" y="5012371"/>
                    </a:lnTo>
                    <a:close/>
                    <a:moveTo>
                      <a:pt x="1772071" y="4919562"/>
                    </a:moveTo>
                    <a:lnTo>
                      <a:pt x="1978320" y="4990719"/>
                    </a:lnTo>
                    <a:lnTo>
                      <a:pt x="1970070" y="5014439"/>
                    </a:lnTo>
                    <a:lnTo>
                      <a:pt x="1960782" y="5039189"/>
                    </a:lnTo>
                    <a:lnTo>
                      <a:pt x="1884473" y="5013409"/>
                    </a:lnTo>
                    <a:lnTo>
                      <a:pt x="1807130" y="5239260"/>
                    </a:lnTo>
                    <a:lnTo>
                      <a:pt x="1780321" y="5229968"/>
                    </a:lnTo>
                    <a:lnTo>
                      <a:pt x="1753503" y="5220693"/>
                    </a:lnTo>
                    <a:lnTo>
                      <a:pt x="1831880" y="4994842"/>
                    </a:lnTo>
                    <a:lnTo>
                      <a:pt x="1755571" y="4969062"/>
                    </a:lnTo>
                    <a:lnTo>
                      <a:pt x="1763821" y="4944312"/>
                    </a:lnTo>
                    <a:close/>
                    <a:moveTo>
                      <a:pt x="1666876" y="4867995"/>
                    </a:moveTo>
                    <a:lnTo>
                      <a:pt x="1691626" y="4879342"/>
                    </a:lnTo>
                    <a:lnTo>
                      <a:pt x="1717406" y="4891715"/>
                    </a:lnTo>
                    <a:lnTo>
                      <a:pt x="1594694" y="5154680"/>
                    </a:lnTo>
                    <a:lnTo>
                      <a:pt x="1568906" y="5143345"/>
                    </a:lnTo>
                    <a:lnTo>
                      <a:pt x="1543127" y="5130968"/>
                    </a:lnTo>
                    <a:close/>
                    <a:moveTo>
                      <a:pt x="3872751" y="4780342"/>
                    </a:moveTo>
                    <a:lnTo>
                      <a:pt x="3884085" y="4803037"/>
                    </a:lnTo>
                    <a:lnTo>
                      <a:pt x="3896462" y="4825719"/>
                    </a:lnTo>
                    <a:lnTo>
                      <a:pt x="3825306" y="4863872"/>
                    </a:lnTo>
                    <a:lnTo>
                      <a:pt x="3937712" y="5075278"/>
                    </a:lnTo>
                    <a:lnTo>
                      <a:pt x="3912962" y="5088689"/>
                    </a:lnTo>
                    <a:lnTo>
                      <a:pt x="3888212" y="5102096"/>
                    </a:lnTo>
                    <a:lnTo>
                      <a:pt x="3775806" y="4890689"/>
                    </a:lnTo>
                    <a:lnTo>
                      <a:pt x="3704649" y="4927816"/>
                    </a:lnTo>
                    <a:lnTo>
                      <a:pt x="3692277" y="4905122"/>
                    </a:lnTo>
                    <a:lnTo>
                      <a:pt x="3680929" y="4882439"/>
                    </a:lnTo>
                    <a:close/>
                    <a:moveTo>
                      <a:pt x="1417309" y="4732898"/>
                    </a:moveTo>
                    <a:lnTo>
                      <a:pt x="1607059" y="4839122"/>
                    </a:lnTo>
                    <a:lnTo>
                      <a:pt x="1594682" y="4861804"/>
                    </a:lnTo>
                    <a:lnTo>
                      <a:pt x="1582309" y="4883456"/>
                    </a:lnTo>
                    <a:lnTo>
                      <a:pt x="1512182" y="4844274"/>
                    </a:lnTo>
                    <a:lnTo>
                      <a:pt x="1395653" y="5053625"/>
                    </a:lnTo>
                    <a:lnTo>
                      <a:pt x="1370903" y="5040210"/>
                    </a:lnTo>
                    <a:lnTo>
                      <a:pt x="1347182" y="5026808"/>
                    </a:lnTo>
                    <a:lnTo>
                      <a:pt x="1462682" y="4817457"/>
                    </a:lnTo>
                    <a:lnTo>
                      <a:pt x="1392555" y="4778274"/>
                    </a:lnTo>
                    <a:lnTo>
                      <a:pt x="1404932" y="4755592"/>
                    </a:lnTo>
                    <a:close/>
                    <a:moveTo>
                      <a:pt x="4097559" y="4639059"/>
                    </a:moveTo>
                    <a:lnTo>
                      <a:pt x="4110962" y="4660711"/>
                    </a:lnTo>
                    <a:lnTo>
                      <a:pt x="4125402" y="4682368"/>
                    </a:lnTo>
                    <a:lnTo>
                      <a:pt x="4006805" y="4759715"/>
                    </a:lnTo>
                    <a:lnTo>
                      <a:pt x="4040835" y="4811283"/>
                    </a:lnTo>
                    <a:lnTo>
                      <a:pt x="4150152" y="4740118"/>
                    </a:lnTo>
                    <a:lnTo>
                      <a:pt x="4164589" y="4760741"/>
                    </a:lnTo>
                    <a:lnTo>
                      <a:pt x="4177991" y="4782406"/>
                    </a:lnTo>
                    <a:lnTo>
                      <a:pt x="4067652" y="4853562"/>
                    </a:lnTo>
                    <a:lnTo>
                      <a:pt x="4108902" y="4916465"/>
                    </a:lnTo>
                    <a:lnTo>
                      <a:pt x="4232656" y="4837062"/>
                    </a:lnTo>
                    <a:lnTo>
                      <a:pt x="4247088" y="4858715"/>
                    </a:lnTo>
                    <a:lnTo>
                      <a:pt x="4261529" y="4880367"/>
                    </a:lnTo>
                    <a:lnTo>
                      <a:pt x="4090335" y="4990714"/>
                    </a:lnTo>
                    <a:lnTo>
                      <a:pt x="3932555" y="4746308"/>
                    </a:lnTo>
                    <a:close/>
                    <a:moveTo>
                      <a:pt x="1204009" y="4608716"/>
                    </a:moveTo>
                    <a:cubicBezTo>
                      <a:pt x="1231598" y="4607576"/>
                      <a:pt x="1258666" y="4616360"/>
                      <a:pt x="1280327" y="4633466"/>
                    </a:cubicBezTo>
                    <a:cubicBezTo>
                      <a:pt x="1302500" y="4648364"/>
                      <a:pt x="1318026" y="4671283"/>
                      <a:pt x="1323636" y="4697398"/>
                    </a:cubicBezTo>
                    <a:cubicBezTo>
                      <a:pt x="1328106" y="4723220"/>
                      <a:pt x="1322576" y="4749766"/>
                      <a:pt x="1308174" y="4771647"/>
                    </a:cubicBezTo>
                    <a:lnTo>
                      <a:pt x="1268992" y="4739686"/>
                    </a:lnTo>
                    <a:cubicBezTo>
                      <a:pt x="1276225" y="4729109"/>
                      <a:pt x="1278132" y="4715770"/>
                      <a:pt x="1274144" y="4703593"/>
                    </a:cubicBezTo>
                    <a:cubicBezTo>
                      <a:pt x="1270238" y="4689915"/>
                      <a:pt x="1261424" y="4678169"/>
                      <a:pt x="1249395" y="4670588"/>
                    </a:cubicBezTo>
                    <a:cubicBezTo>
                      <a:pt x="1240407" y="4662457"/>
                      <a:pt x="1228479" y="4658355"/>
                      <a:pt x="1216395" y="4659245"/>
                    </a:cubicBezTo>
                    <a:cubicBezTo>
                      <a:pt x="1205534" y="4659957"/>
                      <a:pt x="1195640" y="4665673"/>
                      <a:pt x="1189577" y="4674715"/>
                    </a:cubicBezTo>
                    <a:cubicBezTo>
                      <a:pt x="1184865" y="4681915"/>
                      <a:pt x="1184865" y="4691228"/>
                      <a:pt x="1189577" y="4698436"/>
                    </a:cubicBezTo>
                    <a:cubicBezTo>
                      <a:pt x="1198229" y="4714567"/>
                      <a:pt x="1208979" y="4729478"/>
                      <a:pt x="1221547" y="4742775"/>
                    </a:cubicBezTo>
                    <a:cubicBezTo>
                      <a:pt x="1242259" y="4763063"/>
                      <a:pt x="1257505" y="4788245"/>
                      <a:pt x="1265894" y="4815995"/>
                    </a:cubicBezTo>
                    <a:cubicBezTo>
                      <a:pt x="1267878" y="4837291"/>
                      <a:pt x="1261187" y="4858482"/>
                      <a:pt x="1247327" y="4874774"/>
                    </a:cubicBezTo>
                    <a:cubicBezTo>
                      <a:pt x="1233297" y="4895973"/>
                      <a:pt x="1209835" y="4909054"/>
                      <a:pt x="1184424" y="4909842"/>
                    </a:cubicBezTo>
                    <a:cubicBezTo>
                      <a:pt x="1155734" y="4910719"/>
                      <a:pt x="1127768" y="4900783"/>
                      <a:pt x="1106048" y="4881999"/>
                    </a:cubicBezTo>
                    <a:cubicBezTo>
                      <a:pt x="1081501" y="4866906"/>
                      <a:pt x="1063755" y="4842867"/>
                      <a:pt x="1056548" y="4814965"/>
                    </a:cubicBezTo>
                    <a:cubicBezTo>
                      <a:pt x="1051404" y="4788202"/>
                      <a:pt x="1057768" y="4760495"/>
                      <a:pt x="1074073" y="4738660"/>
                    </a:cubicBezTo>
                    <a:lnTo>
                      <a:pt x="1118420" y="4769592"/>
                    </a:lnTo>
                    <a:cubicBezTo>
                      <a:pt x="1110204" y="4780482"/>
                      <a:pt x="1106836" y="4794300"/>
                      <a:pt x="1109145" y="4807745"/>
                    </a:cubicBezTo>
                    <a:cubicBezTo>
                      <a:pt x="1113721" y="4821635"/>
                      <a:pt x="1122797" y="4833601"/>
                      <a:pt x="1134920" y="4841774"/>
                    </a:cubicBezTo>
                    <a:cubicBezTo>
                      <a:pt x="1146280" y="4850859"/>
                      <a:pt x="1159772" y="4856889"/>
                      <a:pt x="1174115" y="4859312"/>
                    </a:cubicBezTo>
                    <a:cubicBezTo>
                      <a:pt x="1184857" y="4859973"/>
                      <a:pt x="1195251" y="4855351"/>
                      <a:pt x="1201954" y="4846940"/>
                    </a:cubicBezTo>
                    <a:cubicBezTo>
                      <a:pt x="1206174" y="4838863"/>
                      <a:pt x="1206174" y="4829228"/>
                      <a:pt x="1201954" y="4821160"/>
                    </a:cubicBezTo>
                    <a:cubicBezTo>
                      <a:pt x="1195488" y="4806253"/>
                      <a:pt x="1186403" y="4792630"/>
                      <a:pt x="1175145" y="4780940"/>
                    </a:cubicBezTo>
                    <a:cubicBezTo>
                      <a:pt x="1153467" y="4758851"/>
                      <a:pt x="1136611" y="4732520"/>
                      <a:pt x="1125645" y="4703593"/>
                    </a:cubicBezTo>
                    <a:cubicBezTo>
                      <a:pt x="1122094" y="4683321"/>
                      <a:pt x="1127768" y="4662533"/>
                      <a:pt x="1141102" y="4646868"/>
                    </a:cubicBezTo>
                    <a:cubicBezTo>
                      <a:pt x="1155158" y="4625216"/>
                      <a:pt x="1178327" y="4611161"/>
                      <a:pt x="1204009" y="4608716"/>
                    </a:cubicBezTo>
                    <a:close/>
                    <a:moveTo>
                      <a:pt x="4318414" y="4479809"/>
                    </a:moveTo>
                    <a:cubicBezTo>
                      <a:pt x="4347236" y="4481131"/>
                      <a:pt x="4374486" y="4493280"/>
                      <a:pt x="4394732" y="4513839"/>
                    </a:cubicBezTo>
                    <a:lnTo>
                      <a:pt x="4352444" y="4549936"/>
                    </a:lnTo>
                    <a:cubicBezTo>
                      <a:pt x="4342224" y="4539890"/>
                      <a:pt x="4328614" y="4534000"/>
                      <a:pt x="4314287" y="4533436"/>
                    </a:cubicBezTo>
                    <a:cubicBezTo>
                      <a:pt x="4299465" y="4533597"/>
                      <a:pt x="4285198" y="4539085"/>
                      <a:pt x="4274067" y="4548894"/>
                    </a:cubicBezTo>
                    <a:cubicBezTo>
                      <a:pt x="4258508" y="4561186"/>
                      <a:pt x="4250648" y="4580826"/>
                      <a:pt x="4253440" y="4600466"/>
                    </a:cubicBezTo>
                    <a:cubicBezTo>
                      <a:pt x="4258521" y="4626296"/>
                      <a:pt x="4270656" y="4650216"/>
                      <a:pt x="4288508" y="4669563"/>
                    </a:cubicBezTo>
                    <a:cubicBezTo>
                      <a:pt x="4303906" y="4690317"/>
                      <a:pt x="4325063" y="4706093"/>
                      <a:pt x="4349347" y="4714936"/>
                    </a:cubicBezTo>
                    <a:cubicBezTo>
                      <a:pt x="4367991" y="4720609"/>
                      <a:pt x="4388236" y="4716334"/>
                      <a:pt x="4402974" y="4703593"/>
                    </a:cubicBezTo>
                    <a:cubicBezTo>
                      <a:pt x="4414851" y="4694139"/>
                      <a:pt x="4422613" y="4680474"/>
                      <a:pt x="4424626" y="4665436"/>
                    </a:cubicBezTo>
                    <a:cubicBezTo>
                      <a:pt x="4425384" y="4649707"/>
                      <a:pt x="4421041" y="4634156"/>
                      <a:pt x="4412262" y="4621089"/>
                    </a:cubicBezTo>
                    <a:lnTo>
                      <a:pt x="4454541" y="4581898"/>
                    </a:lnTo>
                    <a:cubicBezTo>
                      <a:pt x="4472859" y="4606474"/>
                      <a:pt x="4481316" y="4637004"/>
                      <a:pt x="4478261" y="4667495"/>
                    </a:cubicBezTo>
                    <a:cubicBezTo>
                      <a:pt x="4469859" y="4733029"/>
                      <a:pt x="4409923" y="4779334"/>
                      <a:pt x="4344389" y="4770936"/>
                    </a:cubicBezTo>
                    <a:cubicBezTo>
                      <a:pt x="4343639" y="4770838"/>
                      <a:pt x="4342880" y="4770728"/>
                      <a:pt x="4342135" y="4770622"/>
                    </a:cubicBezTo>
                    <a:cubicBezTo>
                      <a:pt x="4303364" y="4761253"/>
                      <a:pt x="4269076" y="4738639"/>
                      <a:pt x="4245203" y="4706686"/>
                    </a:cubicBezTo>
                    <a:cubicBezTo>
                      <a:pt x="4217258" y="4677215"/>
                      <a:pt x="4200474" y="4638923"/>
                      <a:pt x="4197758" y="4598398"/>
                    </a:cubicBezTo>
                    <a:cubicBezTo>
                      <a:pt x="4196449" y="4563631"/>
                      <a:pt x="4211771" y="4530318"/>
                      <a:pt x="4239008" y="4508686"/>
                    </a:cubicBezTo>
                    <a:cubicBezTo>
                      <a:pt x="4260771" y="4489186"/>
                      <a:pt x="4289215" y="4478848"/>
                      <a:pt x="4318414" y="4479809"/>
                    </a:cubicBezTo>
                    <a:close/>
                    <a:moveTo>
                      <a:pt x="976955" y="4384335"/>
                    </a:moveTo>
                    <a:lnTo>
                      <a:pt x="998607" y="4403932"/>
                    </a:lnTo>
                    <a:lnTo>
                      <a:pt x="1019243" y="4424560"/>
                    </a:lnTo>
                    <a:lnTo>
                      <a:pt x="958400" y="4647309"/>
                    </a:lnTo>
                    <a:lnTo>
                      <a:pt x="1097611" y="4497780"/>
                    </a:lnTo>
                    <a:lnTo>
                      <a:pt x="1117204" y="4515309"/>
                    </a:lnTo>
                    <a:lnTo>
                      <a:pt x="1135772" y="4532839"/>
                    </a:lnTo>
                    <a:lnTo>
                      <a:pt x="937773" y="4746313"/>
                    </a:lnTo>
                    <a:lnTo>
                      <a:pt x="917146" y="4726715"/>
                    </a:lnTo>
                    <a:lnTo>
                      <a:pt x="897552" y="4708148"/>
                    </a:lnTo>
                    <a:lnTo>
                      <a:pt x="959425" y="4479212"/>
                    </a:lnTo>
                    <a:lnTo>
                      <a:pt x="816078" y="4632868"/>
                    </a:lnTo>
                    <a:lnTo>
                      <a:pt x="797523" y="4615339"/>
                    </a:lnTo>
                    <a:lnTo>
                      <a:pt x="777926" y="4596771"/>
                    </a:lnTo>
                    <a:close/>
                    <a:moveTo>
                      <a:pt x="883108" y="4280170"/>
                    </a:moveTo>
                    <a:lnTo>
                      <a:pt x="901675" y="4301823"/>
                    </a:lnTo>
                    <a:lnTo>
                      <a:pt x="920235" y="4322450"/>
                    </a:lnTo>
                    <a:lnTo>
                      <a:pt x="703676" y="4516326"/>
                    </a:lnTo>
                    <a:lnTo>
                      <a:pt x="685104" y="4495703"/>
                    </a:lnTo>
                    <a:lnTo>
                      <a:pt x="666549" y="4475076"/>
                    </a:lnTo>
                    <a:close/>
                    <a:moveTo>
                      <a:pt x="4535842" y="4224488"/>
                    </a:moveTo>
                    <a:lnTo>
                      <a:pt x="4751379" y="4419394"/>
                    </a:lnTo>
                    <a:lnTo>
                      <a:pt x="4732811" y="4440030"/>
                    </a:lnTo>
                    <a:lnTo>
                      <a:pt x="4714244" y="4460644"/>
                    </a:lnTo>
                    <a:lnTo>
                      <a:pt x="4616282" y="4372992"/>
                    </a:lnTo>
                    <a:lnTo>
                      <a:pt x="4546160" y="4450339"/>
                    </a:lnTo>
                    <a:lnTo>
                      <a:pt x="4644121" y="4539021"/>
                    </a:lnTo>
                    <a:lnTo>
                      <a:pt x="4625562" y="4559648"/>
                    </a:lnTo>
                    <a:lnTo>
                      <a:pt x="4606994" y="4580271"/>
                    </a:lnTo>
                    <a:lnTo>
                      <a:pt x="4390435" y="4385365"/>
                    </a:lnTo>
                    <a:lnTo>
                      <a:pt x="4409003" y="4364742"/>
                    </a:lnTo>
                    <a:lnTo>
                      <a:pt x="4428588" y="4344115"/>
                    </a:lnTo>
                    <a:lnTo>
                      <a:pt x="4509033" y="4417339"/>
                    </a:lnTo>
                    <a:lnTo>
                      <a:pt x="4579159" y="4338962"/>
                    </a:lnTo>
                    <a:lnTo>
                      <a:pt x="4497685" y="4265738"/>
                    </a:lnTo>
                    <a:lnTo>
                      <a:pt x="4517282" y="4245115"/>
                    </a:lnTo>
                    <a:close/>
                    <a:moveTo>
                      <a:pt x="4714244" y="3980082"/>
                    </a:moveTo>
                    <a:lnTo>
                      <a:pt x="4952468" y="4147141"/>
                    </a:lnTo>
                    <a:lnTo>
                      <a:pt x="4936997" y="4169836"/>
                    </a:lnTo>
                    <a:lnTo>
                      <a:pt x="4920497" y="4193556"/>
                    </a:lnTo>
                    <a:lnTo>
                      <a:pt x="4685371" y="4162611"/>
                    </a:lnTo>
                    <a:lnTo>
                      <a:pt x="4857595" y="4283280"/>
                    </a:lnTo>
                    <a:lnTo>
                      <a:pt x="4843150" y="4304933"/>
                    </a:lnTo>
                    <a:lnTo>
                      <a:pt x="4827688" y="4326585"/>
                    </a:lnTo>
                    <a:lnTo>
                      <a:pt x="4589464" y="4159526"/>
                    </a:lnTo>
                    <a:lnTo>
                      <a:pt x="4605964" y="4135806"/>
                    </a:lnTo>
                    <a:lnTo>
                      <a:pt x="4622464" y="4111056"/>
                    </a:lnTo>
                    <a:lnTo>
                      <a:pt x="4852438" y="4140959"/>
                    </a:lnTo>
                    <a:lnTo>
                      <a:pt x="4684341" y="4023400"/>
                    </a:lnTo>
                    <a:lnTo>
                      <a:pt x="4699812" y="4001735"/>
                    </a:lnTo>
                    <a:close/>
                    <a:moveTo>
                      <a:pt x="597638" y="3950764"/>
                    </a:moveTo>
                    <a:cubicBezTo>
                      <a:pt x="634299" y="3955171"/>
                      <a:pt x="666769" y="3976565"/>
                      <a:pt x="685290" y="4008514"/>
                    </a:cubicBezTo>
                    <a:cubicBezTo>
                      <a:pt x="701824" y="4032298"/>
                      <a:pt x="709489" y="4061133"/>
                      <a:pt x="706947" y="4089984"/>
                    </a:cubicBezTo>
                    <a:cubicBezTo>
                      <a:pt x="703642" y="4117853"/>
                      <a:pt x="689112" y="4143179"/>
                      <a:pt x="666723" y="4160111"/>
                    </a:cubicBezTo>
                    <a:lnTo>
                      <a:pt x="636820" y="4113709"/>
                    </a:lnTo>
                    <a:cubicBezTo>
                      <a:pt x="646858" y="4104743"/>
                      <a:pt x="652824" y="4092086"/>
                      <a:pt x="653320" y="4078637"/>
                    </a:cubicBezTo>
                    <a:cubicBezTo>
                      <a:pt x="655312" y="4064684"/>
                      <a:pt x="652401" y="4050467"/>
                      <a:pt x="645083" y="4038417"/>
                    </a:cubicBezTo>
                    <a:cubicBezTo>
                      <a:pt x="633333" y="4019158"/>
                      <a:pt x="612935" y="4006836"/>
                      <a:pt x="590418" y="4005417"/>
                    </a:cubicBezTo>
                    <a:cubicBezTo>
                      <a:pt x="563672" y="4005633"/>
                      <a:pt x="537689" y="4014294"/>
                      <a:pt x="516164" y="4030167"/>
                    </a:cubicBezTo>
                    <a:cubicBezTo>
                      <a:pt x="492672" y="4042984"/>
                      <a:pt x="474155" y="4063332"/>
                      <a:pt x="463579" y="4087917"/>
                    </a:cubicBezTo>
                    <a:cubicBezTo>
                      <a:pt x="456444" y="4108823"/>
                      <a:pt x="459910" y="4131895"/>
                      <a:pt x="472859" y="4149793"/>
                    </a:cubicBezTo>
                    <a:cubicBezTo>
                      <a:pt x="483524" y="4167429"/>
                      <a:pt x="502782" y="4178039"/>
                      <a:pt x="523388" y="4177641"/>
                    </a:cubicBezTo>
                    <a:lnTo>
                      <a:pt x="561537" y="4170421"/>
                    </a:lnTo>
                    <a:lnTo>
                      <a:pt x="561541" y="4170429"/>
                    </a:lnTo>
                    <a:lnTo>
                      <a:pt x="561541" y="4170416"/>
                    </a:lnTo>
                    <a:lnTo>
                      <a:pt x="561537" y="4170421"/>
                    </a:lnTo>
                    <a:lnTo>
                      <a:pt x="527511" y="4117832"/>
                    </a:lnTo>
                    <a:lnTo>
                      <a:pt x="569791" y="4089984"/>
                    </a:lnTo>
                    <a:lnTo>
                      <a:pt x="630638" y="4183831"/>
                    </a:lnTo>
                    <a:lnTo>
                      <a:pt x="498638" y="4269420"/>
                    </a:lnTo>
                    <a:lnTo>
                      <a:pt x="478011" y="4238488"/>
                    </a:lnTo>
                    <a:lnTo>
                      <a:pt x="506888" y="4212709"/>
                    </a:lnTo>
                    <a:lnTo>
                      <a:pt x="501732" y="4212709"/>
                    </a:lnTo>
                    <a:cubicBezTo>
                      <a:pt x="470791" y="4213391"/>
                      <a:pt x="441787" y="4197713"/>
                      <a:pt x="425414" y="4171459"/>
                    </a:cubicBezTo>
                    <a:lnTo>
                      <a:pt x="425414" y="4174543"/>
                    </a:lnTo>
                    <a:cubicBezTo>
                      <a:pt x="403478" y="4144899"/>
                      <a:pt x="397321" y="4106433"/>
                      <a:pt x="408914" y="4071417"/>
                    </a:cubicBezTo>
                    <a:cubicBezTo>
                      <a:pt x="439867" y="3995252"/>
                      <a:pt x="515507" y="3946900"/>
                      <a:pt x="597638" y="3950764"/>
                    </a:cubicBezTo>
                    <a:close/>
                    <a:moveTo>
                      <a:pt x="4896947" y="3786790"/>
                    </a:moveTo>
                    <a:cubicBezTo>
                      <a:pt x="4875921" y="3788782"/>
                      <a:pt x="4857493" y="3801710"/>
                      <a:pt x="4848489" y="3820820"/>
                    </a:cubicBezTo>
                    <a:cubicBezTo>
                      <a:pt x="4837582" y="3839269"/>
                      <a:pt x="4837582" y="3862188"/>
                      <a:pt x="4848489" y="3880625"/>
                    </a:cubicBezTo>
                    <a:cubicBezTo>
                      <a:pt x="4861425" y="3904036"/>
                      <a:pt x="4881726" y="3922515"/>
                      <a:pt x="4906239" y="3933222"/>
                    </a:cubicBezTo>
                    <a:cubicBezTo>
                      <a:pt x="4928574" y="3946616"/>
                      <a:pt x="4954514" y="3952735"/>
                      <a:pt x="4980489" y="3950764"/>
                    </a:cubicBezTo>
                    <a:cubicBezTo>
                      <a:pt x="5001234" y="3948036"/>
                      <a:pt x="5019344" y="3935324"/>
                      <a:pt x="5028950" y="3916722"/>
                    </a:cubicBezTo>
                    <a:cubicBezTo>
                      <a:pt x="5039226" y="3898112"/>
                      <a:pt x="5039226" y="3875527"/>
                      <a:pt x="5028950" y="3856917"/>
                    </a:cubicBezTo>
                    <a:cubicBezTo>
                      <a:pt x="5016544" y="3834091"/>
                      <a:pt x="4996980" y="3815981"/>
                      <a:pt x="4973268" y="3805345"/>
                    </a:cubicBezTo>
                    <a:cubicBezTo>
                      <a:pt x="4950455" y="3791176"/>
                      <a:pt x="4923722" y="3784680"/>
                      <a:pt x="4896947" y="3786790"/>
                    </a:cubicBezTo>
                    <a:close/>
                    <a:moveTo>
                      <a:pt x="4883544" y="3732138"/>
                    </a:moveTo>
                    <a:cubicBezTo>
                      <a:pt x="4923853" y="3725553"/>
                      <a:pt x="4965179" y="3733596"/>
                      <a:pt x="5000073" y="3754820"/>
                    </a:cubicBezTo>
                    <a:cubicBezTo>
                      <a:pt x="5036268" y="3771634"/>
                      <a:pt x="5065188" y="3800917"/>
                      <a:pt x="5081548" y="3837320"/>
                    </a:cubicBezTo>
                    <a:cubicBezTo>
                      <a:pt x="5095048" y="3871099"/>
                      <a:pt x="5091997" y="3909243"/>
                      <a:pt x="5073298" y="3940447"/>
                    </a:cubicBezTo>
                    <a:cubicBezTo>
                      <a:pt x="5057586" y="3972870"/>
                      <a:pt x="5027997" y="3996396"/>
                      <a:pt x="4992866" y="4004387"/>
                    </a:cubicBezTo>
                    <a:lnTo>
                      <a:pt x="4992853" y="4002319"/>
                    </a:lnTo>
                    <a:cubicBezTo>
                      <a:pt x="4912332" y="4011243"/>
                      <a:pt x="4834434" y="3970455"/>
                      <a:pt x="4795892" y="3899193"/>
                    </a:cubicBezTo>
                    <a:cubicBezTo>
                      <a:pt x="4781608" y="3865760"/>
                      <a:pt x="4783892" y="3827553"/>
                      <a:pt x="4802074" y="3796070"/>
                    </a:cubicBezTo>
                    <a:cubicBezTo>
                      <a:pt x="4817879" y="3763295"/>
                      <a:pt x="4847955" y="3739693"/>
                      <a:pt x="4883544" y="3732138"/>
                    </a:cubicBezTo>
                    <a:close/>
                    <a:moveTo>
                      <a:pt x="484020" y="3640799"/>
                    </a:moveTo>
                    <a:lnTo>
                      <a:pt x="496393" y="3667609"/>
                    </a:lnTo>
                    <a:lnTo>
                      <a:pt x="508770" y="3693397"/>
                    </a:lnTo>
                    <a:lnTo>
                      <a:pt x="368516" y="3877985"/>
                    </a:lnTo>
                    <a:lnTo>
                      <a:pt x="554147" y="3791358"/>
                    </a:lnTo>
                    <a:lnTo>
                      <a:pt x="564464" y="3815083"/>
                    </a:lnTo>
                    <a:lnTo>
                      <a:pt x="575799" y="3838803"/>
                    </a:lnTo>
                    <a:lnTo>
                      <a:pt x="311796" y="3961527"/>
                    </a:lnTo>
                    <a:lnTo>
                      <a:pt x="300448" y="3936777"/>
                    </a:lnTo>
                    <a:lnTo>
                      <a:pt x="289114" y="3910985"/>
                    </a:lnTo>
                    <a:lnTo>
                      <a:pt x="432461" y="3722274"/>
                    </a:lnTo>
                    <a:lnTo>
                      <a:pt x="241669" y="3810956"/>
                    </a:lnTo>
                    <a:lnTo>
                      <a:pt x="231364" y="3787235"/>
                    </a:lnTo>
                    <a:lnTo>
                      <a:pt x="220016" y="3763511"/>
                    </a:lnTo>
                    <a:close/>
                    <a:moveTo>
                      <a:pt x="5190696" y="3522202"/>
                    </a:moveTo>
                    <a:lnTo>
                      <a:pt x="5214407" y="3530452"/>
                    </a:lnTo>
                    <a:lnTo>
                      <a:pt x="5238128" y="3540770"/>
                    </a:lnTo>
                    <a:lnTo>
                      <a:pt x="5171098" y="3717108"/>
                    </a:lnTo>
                    <a:lnTo>
                      <a:pt x="4898845" y="3612952"/>
                    </a:lnTo>
                    <a:lnTo>
                      <a:pt x="4909150" y="3586134"/>
                    </a:lnTo>
                    <a:lnTo>
                      <a:pt x="4919468" y="3560359"/>
                    </a:lnTo>
                    <a:lnTo>
                      <a:pt x="5142225" y="3645956"/>
                    </a:lnTo>
                    <a:close/>
                    <a:moveTo>
                      <a:pt x="432461" y="3510855"/>
                    </a:moveTo>
                    <a:lnTo>
                      <a:pt x="442766" y="3537673"/>
                    </a:lnTo>
                    <a:lnTo>
                      <a:pt x="453083" y="3563452"/>
                    </a:lnTo>
                    <a:lnTo>
                      <a:pt x="180834" y="3667609"/>
                    </a:lnTo>
                    <a:lnTo>
                      <a:pt x="170517" y="3641829"/>
                    </a:lnTo>
                    <a:lnTo>
                      <a:pt x="161237" y="3616037"/>
                    </a:lnTo>
                    <a:close/>
                    <a:moveTo>
                      <a:pt x="175851" y="3314478"/>
                    </a:moveTo>
                    <a:lnTo>
                      <a:pt x="189254" y="3366046"/>
                    </a:lnTo>
                    <a:lnTo>
                      <a:pt x="172754" y="3371198"/>
                    </a:lnTo>
                    <a:cubicBezTo>
                      <a:pt x="159428" y="3373266"/>
                      <a:pt x="146945" y="3378982"/>
                      <a:pt x="136656" y="3387698"/>
                    </a:cubicBezTo>
                    <a:cubicBezTo>
                      <a:pt x="129428" y="3395016"/>
                      <a:pt x="127012" y="3405842"/>
                      <a:pt x="130474" y="3415546"/>
                    </a:cubicBezTo>
                    <a:cubicBezTo>
                      <a:pt x="132250" y="3424402"/>
                      <a:pt x="137936" y="3431978"/>
                      <a:pt x="145936" y="3436169"/>
                    </a:cubicBezTo>
                    <a:cubicBezTo>
                      <a:pt x="155932" y="3439796"/>
                      <a:pt x="166885" y="3439796"/>
                      <a:pt x="176881" y="3436169"/>
                    </a:cubicBezTo>
                    <a:lnTo>
                      <a:pt x="383130" y="3378410"/>
                    </a:lnTo>
                    <a:lnTo>
                      <a:pt x="390342" y="3405228"/>
                    </a:lnTo>
                    <a:lnTo>
                      <a:pt x="397562" y="3432046"/>
                    </a:lnTo>
                    <a:lnTo>
                      <a:pt x="191313" y="3485668"/>
                    </a:lnTo>
                    <a:cubicBezTo>
                      <a:pt x="168911" y="3495177"/>
                      <a:pt x="143597" y="3495177"/>
                      <a:pt x="121186" y="3485668"/>
                    </a:cubicBezTo>
                    <a:cubicBezTo>
                      <a:pt x="101059" y="3472969"/>
                      <a:pt x="87203" y="3452376"/>
                      <a:pt x="83034" y="3428948"/>
                    </a:cubicBezTo>
                    <a:cubicBezTo>
                      <a:pt x="74220" y="3405864"/>
                      <a:pt x="76491" y="3380012"/>
                      <a:pt x="89224" y="3358821"/>
                    </a:cubicBezTo>
                    <a:cubicBezTo>
                      <a:pt x="106907" y="3337495"/>
                      <a:pt x="131906" y="3323516"/>
                      <a:pt x="159351" y="3319631"/>
                    </a:cubicBezTo>
                    <a:close/>
                    <a:moveTo>
                      <a:pt x="5138274" y="3210244"/>
                    </a:moveTo>
                    <a:cubicBezTo>
                      <a:pt x="5125043" y="3210244"/>
                      <a:pt x="5111813" y="3212330"/>
                      <a:pt x="5099086" y="3216504"/>
                    </a:cubicBezTo>
                    <a:cubicBezTo>
                      <a:pt x="5079077" y="3223868"/>
                      <a:pt x="5064268" y="3241017"/>
                      <a:pt x="5059891" y="3261881"/>
                    </a:cubicBezTo>
                    <a:cubicBezTo>
                      <a:pt x="5054264" y="3282483"/>
                      <a:pt x="5059298" y="3304538"/>
                      <a:pt x="5073306" y="3320669"/>
                    </a:cubicBezTo>
                    <a:cubicBezTo>
                      <a:pt x="5092234" y="3339495"/>
                      <a:pt x="5116247" y="3352402"/>
                      <a:pt x="5142395" y="3357783"/>
                    </a:cubicBezTo>
                    <a:cubicBezTo>
                      <a:pt x="5167221" y="3365686"/>
                      <a:pt x="5193886" y="3365686"/>
                      <a:pt x="5218712" y="3357783"/>
                    </a:cubicBezTo>
                    <a:cubicBezTo>
                      <a:pt x="5238386" y="3349957"/>
                      <a:pt x="5253013" y="3333021"/>
                      <a:pt x="5257895" y="3312406"/>
                    </a:cubicBezTo>
                    <a:cubicBezTo>
                      <a:pt x="5263526" y="3291805"/>
                      <a:pt x="5258500" y="3269762"/>
                      <a:pt x="5244492" y="3253631"/>
                    </a:cubicBezTo>
                    <a:lnTo>
                      <a:pt x="5244492" y="3252601"/>
                    </a:lnTo>
                    <a:cubicBezTo>
                      <a:pt x="5226539" y="3233775"/>
                      <a:pt x="5203068" y="3221127"/>
                      <a:pt x="5177463" y="3216504"/>
                    </a:cubicBezTo>
                    <a:cubicBezTo>
                      <a:pt x="5164736" y="3212330"/>
                      <a:pt x="5151505" y="3210244"/>
                      <a:pt x="5138274" y="3210244"/>
                    </a:cubicBezTo>
                    <a:close/>
                    <a:moveTo>
                      <a:pt x="5126906" y="3154598"/>
                    </a:moveTo>
                    <a:cubicBezTo>
                      <a:pt x="5146974" y="3153550"/>
                      <a:pt x="5167221" y="3155951"/>
                      <a:pt x="5186742" y="3161852"/>
                    </a:cubicBezTo>
                    <a:cubicBezTo>
                      <a:pt x="5227289" y="3169148"/>
                      <a:pt x="5263869" y="3190737"/>
                      <a:pt x="5289865" y="3222699"/>
                    </a:cubicBezTo>
                    <a:cubicBezTo>
                      <a:pt x="5328322" y="3283283"/>
                      <a:pt x="5310382" y="3363576"/>
                      <a:pt x="5249797" y="3402033"/>
                    </a:cubicBezTo>
                    <a:cubicBezTo>
                      <a:pt x="5248051" y="3403135"/>
                      <a:pt x="5246289" y="3404207"/>
                      <a:pt x="5244492" y="3405228"/>
                    </a:cubicBezTo>
                    <a:lnTo>
                      <a:pt x="5240365" y="3407296"/>
                    </a:lnTo>
                    <a:cubicBezTo>
                      <a:pt x="5163484" y="3435283"/>
                      <a:pt x="5077302" y="3413639"/>
                      <a:pt x="5022768" y="3352631"/>
                    </a:cubicBezTo>
                    <a:cubicBezTo>
                      <a:pt x="5000455" y="3323203"/>
                      <a:pt x="4993544" y="3284877"/>
                      <a:pt x="5004209" y="3249504"/>
                    </a:cubicBezTo>
                    <a:cubicBezTo>
                      <a:pt x="5012188" y="3214123"/>
                      <a:pt x="5035675" y="3184199"/>
                      <a:pt x="5068141" y="3168042"/>
                    </a:cubicBezTo>
                    <a:cubicBezTo>
                      <a:pt x="5086948" y="3160144"/>
                      <a:pt x="5106838" y="3155646"/>
                      <a:pt x="5126906" y="3154598"/>
                    </a:cubicBezTo>
                    <a:close/>
                    <a:moveTo>
                      <a:pt x="332419" y="3145784"/>
                    </a:moveTo>
                    <a:lnTo>
                      <a:pt x="337575" y="3173631"/>
                    </a:lnTo>
                    <a:lnTo>
                      <a:pt x="342736" y="3201479"/>
                    </a:lnTo>
                    <a:lnTo>
                      <a:pt x="57080" y="3256135"/>
                    </a:lnTo>
                    <a:lnTo>
                      <a:pt x="51915" y="3229313"/>
                    </a:lnTo>
                    <a:lnTo>
                      <a:pt x="46763" y="3201479"/>
                    </a:lnTo>
                    <a:close/>
                    <a:moveTo>
                      <a:pt x="298393" y="2871475"/>
                    </a:moveTo>
                    <a:lnTo>
                      <a:pt x="322114" y="3066382"/>
                    </a:lnTo>
                    <a:lnTo>
                      <a:pt x="296334" y="3069479"/>
                    </a:lnTo>
                    <a:lnTo>
                      <a:pt x="270554" y="3072576"/>
                    </a:lnTo>
                    <a:lnTo>
                      <a:pt x="253016" y="2933352"/>
                    </a:lnTo>
                    <a:lnTo>
                      <a:pt x="192169" y="2940573"/>
                    </a:lnTo>
                    <a:lnTo>
                      <a:pt x="207639" y="3070509"/>
                    </a:lnTo>
                    <a:lnTo>
                      <a:pt x="183932" y="3073606"/>
                    </a:lnTo>
                    <a:lnTo>
                      <a:pt x="158139" y="3076699"/>
                    </a:lnTo>
                    <a:lnTo>
                      <a:pt x="142669" y="2946755"/>
                    </a:lnTo>
                    <a:lnTo>
                      <a:pt x="67390" y="2956047"/>
                    </a:lnTo>
                    <a:lnTo>
                      <a:pt x="84919" y="3102479"/>
                    </a:lnTo>
                    <a:lnTo>
                      <a:pt x="60178" y="3105576"/>
                    </a:lnTo>
                    <a:lnTo>
                      <a:pt x="34390" y="3108674"/>
                    </a:lnTo>
                    <a:lnTo>
                      <a:pt x="8610" y="2906535"/>
                    </a:lnTo>
                    <a:close/>
                    <a:moveTo>
                      <a:pt x="5165090" y="2814306"/>
                    </a:moveTo>
                    <a:lnTo>
                      <a:pt x="5159933" y="2870001"/>
                    </a:lnTo>
                    <a:cubicBezTo>
                      <a:pt x="5146649" y="2871128"/>
                      <a:pt x="5134200" y="2876984"/>
                      <a:pt x="5124865" y="2886501"/>
                    </a:cubicBezTo>
                    <a:cubicBezTo>
                      <a:pt x="5114755" y="2896785"/>
                      <a:pt x="5108552" y="2910285"/>
                      <a:pt x="5107340" y="2924653"/>
                    </a:cubicBezTo>
                    <a:cubicBezTo>
                      <a:pt x="5104459" y="2946827"/>
                      <a:pt x="5112988" y="2968945"/>
                      <a:pt x="5130022" y="2983433"/>
                    </a:cubicBezTo>
                    <a:cubicBezTo>
                      <a:pt x="5150581" y="3000594"/>
                      <a:pt x="5176467" y="3010068"/>
                      <a:pt x="5203242" y="3010250"/>
                    </a:cubicBezTo>
                    <a:cubicBezTo>
                      <a:pt x="5229683" y="3014538"/>
                      <a:pt x="5256801" y="3010195"/>
                      <a:pt x="5280589" y="2997878"/>
                    </a:cubicBezTo>
                    <a:cubicBezTo>
                      <a:pt x="5298852" y="2985000"/>
                      <a:pt x="5310255" y="2964496"/>
                      <a:pt x="5311521" y="2942183"/>
                    </a:cubicBezTo>
                    <a:lnTo>
                      <a:pt x="5311534" y="2942183"/>
                    </a:lnTo>
                    <a:cubicBezTo>
                      <a:pt x="5313394" y="2921937"/>
                      <a:pt x="5304852" y="2902124"/>
                      <a:pt x="5288839" y="2889598"/>
                    </a:cubicBezTo>
                    <a:cubicBezTo>
                      <a:pt x="5278695" y="2881683"/>
                      <a:pt x="5267140" y="2875725"/>
                      <a:pt x="5254810" y="2872056"/>
                    </a:cubicBezTo>
                    <a:lnTo>
                      <a:pt x="5254810" y="2933933"/>
                    </a:lnTo>
                    <a:lnTo>
                      <a:pt x="5204272" y="2933933"/>
                    </a:lnTo>
                    <a:lnTo>
                      <a:pt x="5214590" y="2822556"/>
                    </a:lnTo>
                    <a:lnTo>
                      <a:pt x="5370309" y="2835971"/>
                    </a:lnTo>
                    <a:lnTo>
                      <a:pt x="5370309" y="2873098"/>
                    </a:lnTo>
                    <a:lnTo>
                      <a:pt x="5337310" y="2873098"/>
                    </a:lnTo>
                    <a:cubicBezTo>
                      <a:pt x="5362157" y="2891471"/>
                      <a:pt x="5375161" y="2921827"/>
                      <a:pt x="5371339" y="2952501"/>
                    </a:cubicBezTo>
                    <a:lnTo>
                      <a:pt x="5362059" y="2957653"/>
                    </a:lnTo>
                    <a:cubicBezTo>
                      <a:pt x="5360623" y="2993416"/>
                      <a:pt x="5342237" y="3026339"/>
                      <a:pt x="5312560" y="3046335"/>
                    </a:cubicBezTo>
                    <a:cubicBezTo>
                      <a:pt x="5278996" y="3068064"/>
                      <a:pt x="5238678" y="3076856"/>
                      <a:pt x="5199115" y="3071085"/>
                    </a:cubicBezTo>
                    <a:cubicBezTo>
                      <a:pt x="5158463" y="3069356"/>
                      <a:pt x="5119734" y="3053276"/>
                      <a:pt x="5089810" y="3025712"/>
                    </a:cubicBezTo>
                    <a:cubicBezTo>
                      <a:pt x="5062840" y="2998653"/>
                      <a:pt x="5050552" y="2960276"/>
                      <a:pt x="5056806" y="2922585"/>
                    </a:cubicBezTo>
                    <a:cubicBezTo>
                      <a:pt x="5058268" y="2893700"/>
                      <a:pt x="5069963" y="2866285"/>
                      <a:pt x="5089810" y="2845251"/>
                    </a:cubicBezTo>
                    <a:cubicBezTo>
                      <a:pt x="5109603" y="2825048"/>
                      <a:pt x="5136819" y="2813861"/>
                      <a:pt x="5165090" y="2814306"/>
                    </a:cubicBezTo>
                    <a:close/>
                    <a:moveTo>
                      <a:pt x="176868" y="2618374"/>
                    </a:moveTo>
                    <a:lnTo>
                      <a:pt x="176868" y="2682319"/>
                    </a:lnTo>
                    <a:cubicBezTo>
                      <a:pt x="175377" y="2693167"/>
                      <a:pt x="177940" y="2704188"/>
                      <a:pt x="184089" y="2713251"/>
                    </a:cubicBezTo>
                    <a:cubicBezTo>
                      <a:pt x="190466" y="2720819"/>
                      <a:pt x="199983" y="2725010"/>
                      <a:pt x="209868" y="2724599"/>
                    </a:cubicBezTo>
                    <a:cubicBezTo>
                      <a:pt x="218703" y="2725281"/>
                      <a:pt x="227266" y="2721391"/>
                      <a:pt x="232550" y="2714281"/>
                    </a:cubicBezTo>
                    <a:cubicBezTo>
                      <a:pt x="238097" y="2704167"/>
                      <a:pt x="240944" y="2692811"/>
                      <a:pt x="240800" y="2681281"/>
                    </a:cubicBezTo>
                    <a:lnTo>
                      <a:pt x="240813" y="2619413"/>
                    </a:lnTo>
                    <a:close/>
                    <a:moveTo>
                      <a:pt x="50021" y="2618374"/>
                    </a:moveTo>
                    <a:lnTo>
                      <a:pt x="50021" y="2686442"/>
                    </a:lnTo>
                    <a:cubicBezTo>
                      <a:pt x="49352" y="2698171"/>
                      <a:pt x="52619" y="2709785"/>
                      <a:pt x="59309" y="2719446"/>
                    </a:cubicBezTo>
                    <a:cubicBezTo>
                      <a:pt x="67886" y="2726883"/>
                      <a:pt x="78885" y="2730921"/>
                      <a:pt x="90241" y="2730781"/>
                    </a:cubicBezTo>
                    <a:cubicBezTo>
                      <a:pt x="100758" y="2731374"/>
                      <a:pt x="110979" y="2727217"/>
                      <a:pt x="118089" y="2719446"/>
                    </a:cubicBezTo>
                    <a:cubicBezTo>
                      <a:pt x="124932" y="2709861"/>
                      <a:pt x="128212" y="2698192"/>
                      <a:pt x="127368" y="2686442"/>
                    </a:cubicBezTo>
                    <a:lnTo>
                      <a:pt x="127368" y="2619413"/>
                    </a:lnTo>
                    <a:close/>
                    <a:moveTo>
                      <a:pt x="521" y="2563722"/>
                    </a:moveTo>
                    <a:lnTo>
                      <a:pt x="291342" y="2568875"/>
                    </a:lnTo>
                    <a:lnTo>
                      <a:pt x="291342" y="2595692"/>
                    </a:lnTo>
                    <a:lnTo>
                      <a:pt x="291342" y="2698819"/>
                    </a:lnTo>
                    <a:cubicBezTo>
                      <a:pt x="292465" y="2720667"/>
                      <a:pt x="285071" y="2742116"/>
                      <a:pt x="270715" y="2758628"/>
                    </a:cubicBezTo>
                    <a:cubicBezTo>
                      <a:pt x="256694" y="2773632"/>
                      <a:pt x="236491" y="2781255"/>
                      <a:pt x="216050" y="2779251"/>
                    </a:cubicBezTo>
                    <a:cubicBezTo>
                      <a:pt x="194898" y="2780421"/>
                      <a:pt x="174487" y="2771175"/>
                      <a:pt x="161398" y="2754501"/>
                    </a:cubicBezTo>
                    <a:cubicBezTo>
                      <a:pt x="159296" y="2751645"/>
                      <a:pt x="157563" y="2748527"/>
                      <a:pt x="156245" y="2745222"/>
                    </a:cubicBezTo>
                    <a:cubicBezTo>
                      <a:pt x="153419" y="2751090"/>
                      <a:pt x="149966" y="2756624"/>
                      <a:pt x="145928" y="2761721"/>
                    </a:cubicBezTo>
                    <a:cubicBezTo>
                      <a:pt x="132512" y="2778569"/>
                      <a:pt x="111733" y="2787806"/>
                      <a:pt x="90241" y="2786476"/>
                    </a:cubicBezTo>
                    <a:cubicBezTo>
                      <a:pt x="64780" y="2787611"/>
                      <a:pt x="40030" y="2777865"/>
                      <a:pt x="22174" y="2759654"/>
                    </a:cubicBezTo>
                    <a:cubicBezTo>
                      <a:pt x="5598" y="2738650"/>
                      <a:pt x="-2165" y="2712027"/>
                      <a:pt x="521" y="2685404"/>
                    </a:cubicBezTo>
                    <a:lnTo>
                      <a:pt x="521" y="2590540"/>
                    </a:lnTo>
                    <a:close/>
                    <a:moveTo>
                      <a:pt x="5076221" y="2512595"/>
                    </a:moveTo>
                    <a:lnTo>
                      <a:pt x="5259793" y="2594069"/>
                    </a:lnTo>
                    <a:lnTo>
                      <a:pt x="5370131" y="2589942"/>
                    </a:lnTo>
                    <a:lnTo>
                      <a:pt x="5371170" y="2618819"/>
                    </a:lnTo>
                    <a:lnTo>
                      <a:pt x="5372199" y="2646654"/>
                    </a:lnTo>
                    <a:lnTo>
                      <a:pt x="5262878" y="2649751"/>
                    </a:lnTo>
                    <a:lnTo>
                      <a:pt x="5084471" y="2749781"/>
                    </a:lnTo>
                    <a:lnTo>
                      <a:pt x="5083442" y="2716781"/>
                    </a:lnTo>
                    <a:lnTo>
                      <a:pt x="5082416" y="2683781"/>
                    </a:lnTo>
                    <a:lnTo>
                      <a:pt x="5206166" y="2622942"/>
                    </a:lnTo>
                    <a:lnTo>
                      <a:pt x="5207196" y="2622942"/>
                    </a:lnTo>
                    <a:lnTo>
                      <a:pt x="5078289" y="2575502"/>
                    </a:lnTo>
                    <a:lnTo>
                      <a:pt x="5077251" y="2543527"/>
                    </a:lnTo>
                    <a:close/>
                    <a:moveTo>
                      <a:pt x="605887" y="985886"/>
                    </a:moveTo>
                    <a:cubicBezTo>
                      <a:pt x="604415" y="988441"/>
                      <a:pt x="604415" y="991581"/>
                      <a:pt x="605887" y="994136"/>
                    </a:cubicBezTo>
                    <a:lnTo>
                      <a:pt x="605887" y="998261"/>
                    </a:lnTo>
                    <a:lnTo>
                      <a:pt x="601762" y="998261"/>
                    </a:lnTo>
                    <a:close/>
                    <a:moveTo>
                      <a:pt x="667763" y="958039"/>
                    </a:moveTo>
                    <a:cubicBezTo>
                      <a:pt x="671888" y="958039"/>
                      <a:pt x="685292" y="958039"/>
                      <a:pt x="690446" y="958039"/>
                    </a:cubicBezTo>
                    <a:lnTo>
                      <a:pt x="699735" y="967329"/>
                    </a:lnTo>
                    <a:cubicBezTo>
                      <a:pt x="704705" y="971638"/>
                      <a:pt x="709198" y="976478"/>
                      <a:pt x="713139" y="981761"/>
                    </a:cubicBezTo>
                    <a:cubicBezTo>
                      <a:pt x="713139" y="981761"/>
                      <a:pt x="713139" y="994136"/>
                      <a:pt x="721389" y="1003414"/>
                    </a:cubicBezTo>
                    <a:lnTo>
                      <a:pt x="735821" y="1020943"/>
                    </a:lnTo>
                    <a:lnTo>
                      <a:pt x="763668" y="1049818"/>
                    </a:lnTo>
                    <a:cubicBezTo>
                      <a:pt x="769276" y="1055621"/>
                      <a:pt x="774452" y="1061825"/>
                      <a:pt x="779140" y="1068386"/>
                    </a:cubicBezTo>
                    <a:lnTo>
                      <a:pt x="793572" y="1083858"/>
                    </a:lnTo>
                    <a:cubicBezTo>
                      <a:pt x="799765" y="1090040"/>
                      <a:pt x="804919" y="1083858"/>
                      <a:pt x="806987" y="1090040"/>
                    </a:cubicBezTo>
                    <a:lnTo>
                      <a:pt x="813169" y="1090040"/>
                    </a:lnTo>
                    <a:cubicBezTo>
                      <a:pt x="813169" y="1090040"/>
                      <a:pt x="822447" y="1090040"/>
                      <a:pt x="824515" y="1097261"/>
                    </a:cubicBezTo>
                    <a:cubicBezTo>
                      <a:pt x="826572" y="1104483"/>
                      <a:pt x="831737" y="1110665"/>
                      <a:pt x="838948" y="1120983"/>
                    </a:cubicBezTo>
                    <a:cubicBezTo>
                      <a:pt x="842672" y="1126039"/>
                      <a:pt x="844491" y="1132243"/>
                      <a:pt x="844112" y="1138512"/>
                    </a:cubicBezTo>
                    <a:cubicBezTo>
                      <a:pt x="843527" y="1149837"/>
                      <a:pt x="841091" y="1160989"/>
                      <a:pt x="836890" y="1171512"/>
                    </a:cubicBezTo>
                    <a:cubicBezTo>
                      <a:pt x="831737" y="1182859"/>
                      <a:pt x="836890" y="1198320"/>
                      <a:pt x="836890" y="1206570"/>
                    </a:cubicBezTo>
                    <a:cubicBezTo>
                      <a:pt x="834877" y="1215848"/>
                      <a:pt x="831758" y="1224856"/>
                      <a:pt x="827612" y="1233388"/>
                    </a:cubicBezTo>
                    <a:cubicBezTo>
                      <a:pt x="823389" y="1246099"/>
                      <a:pt x="820618" y="1259243"/>
                      <a:pt x="819362" y="1272570"/>
                    </a:cubicBezTo>
                    <a:cubicBezTo>
                      <a:pt x="819362" y="1279792"/>
                      <a:pt x="813169" y="1287014"/>
                      <a:pt x="811112" y="1294235"/>
                    </a:cubicBezTo>
                    <a:cubicBezTo>
                      <a:pt x="812238" y="1307271"/>
                      <a:pt x="812238" y="1320382"/>
                      <a:pt x="811112" y="1333418"/>
                    </a:cubicBezTo>
                    <a:cubicBezTo>
                      <a:pt x="811112" y="1340639"/>
                      <a:pt x="791515" y="1333418"/>
                      <a:pt x="782236" y="1333418"/>
                    </a:cubicBezTo>
                    <a:lnTo>
                      <a:pt x="765736" y="1333418"/>
                    </a:lnTo>
                    <a:cubicBezTo>
                      <a:pt x="765736" y="1333418"/>
                      <a:pt x="755418" y="1327235"/>
                      <a:pt x="751293" y="1325168"/>
                    </a:cubicBezTo>
                    <a:lnTo>
                      <a:pt x="736861" y="1317946"/>
                    </a:lnTo>
                    <a:cubicBezTo>
                      <a:pt x="733937" y="1313962"/>
                      <a:pt x="733937" y="1308537"/>
                      <a:pt x="736861" y="1304542"/>
                    </a:cubicBezTo>
                    <a:cubicBezTo>
                      <a:pt x="736861" y="1304542"/>
                      <a:pt x="743043" y="1298360"/>
                      <a:pt x="744071" y="1294235"/>
                    </a:cubicBezTo>
                    <a:cubicBezTo>
                      <a:pt x="746388" y="1287165"/>
                      <a:pt x="748121" y="1279922"/>
                      <a:pt x="749225" y="1272570"/>
                    </a:cubicBezTo>
                    <a:cubicBezTo>
                      <a:pt x="750589" y="1265219"/>
                      <a:pt x="753393" y="1258214"/>
                      <a:pt x="757475" y="1251945"/>
                    </a:cubicBezTo>
                    <a:cubicBezTo>
                      <a:pt x="761633" y="1238736"/>
                      <a:pt x="765076" y="1225311"/>
                      <a:pt x="767793" y="1211723"/>
                    </a:cubicBezTo>
                    <a:cubicBezTo>
                      <a:pt x="767793" y="1205541"/>
                      <a:pt x="772958" y="1194195"/>
                      <a:pt x="767793" y="1188012"/>
                    </a:cubicBezTo>
                    <a:cubicBezTo>
                      <a:pt x="758807" y="1179048"/>
                      <a:pt x="749149" y="1170776"/>
                      <a:pt x="738918" y="1163262"/>
                    </a:cubicBezTo>
                    <a:cubicBezTo>
                      <a:pt x="735540" y="1162342"/>
                      <a:pt x="731978" y="1162342"/>
                      <a:pt x="728610" y="1163262"/>
                    </a:cubicBezTo>
                    <a:cubicBezTo>
                      <a:pt x="726510" y="1168643"/>
                      <a:pt x="723349" y="1173559"/>
                      <a:pt x="719321" y="1177705"/>
                    </a:cubicBezTo>
                    <a:cubicBezTo>
                      <a:pt x="719321" y="1177694"/>
                      <a:pt x="719321" y="1189041"/>
                      <a:pt x="712110" y="1193166"/>
                    </a:cubicBezTo>
                    <a:cubicBezTo>
                      <a:pt x="704889" y="1197291"/>
                      <a:pt x="712110" y="1202456"/>
                      <a:pt x="704889" y="1203484"/>
                    </a:cubicBezTo>
                    <a:cubicBezTo>
                      <a:pt x="701890" y="1204588"/>
                      <a:pt x="698609" y="1204588"/>
                      <a:pt x="695610" y="1203484"/>
                    </a:cubicBezTo>
                    <a:cubicBezTo>
                      <a:pt x="687360" y="1203484"/>
                      <a:pt x="684263" y="1196263"/>
                      <a:pt x="678070" y="1192138"/>
                    </a:cubicBezTo>
                    <a:cubicBezTo>
                      <a:pt x="671888" y="1188012"/>
                      <a:pt x="670860" y="1192138"/>
                      <a:pt x="665695" y="1185945"/>
                    </a:cubicBezTo>
                    <a:cubicBezTo>
                      <a:pt x="660336" y="1178377"/>
                      <a:pt x="654100" y="1171458"/>
                      <a:pt x="647138" y="1165319"/>
                    </a:cubicBezTo>
                    <a:cubicBezTo>
                      <a:pt x="637859" y="1158109"/>
                      <a:pt x="647138" y="1147791"/>
                      <a:pt x="647138" y="1142637"/>
                    </a:cubicBezTo>
                    <a:cubicBezTo>
                      <a:pt x="647138" y="1137483"/>
                      <a:pt x="652292" y="1127165"/>
                      <a:pt x="657445" y="1120983"/>
                    </a:cubicBezTo>
                    <a:cubicBezTo>
                      <a:pt x="661473" y="1117389"/>
                      <a:pt x="664959" y="1113220"/>
                      <a:pt x="667763" y="1108608"/>
                    </a:cubicBezTo>
                    <a:cubicBezTo>
                      <a:pt x="671574" y="1101105"/>
                      <a:pt x="674346" y="1093126"/>
                      <a:pt x="676013" y="1084886"/>
                    </a:cubicBezTo>
                    <a:cubicBezTo>
                      <a:pt x="676013" y="1077665"/>
                      <a:pt x="676013" y="1070454"/>
                      <a:pt x="667763" y="1063233"/>
                    </a:cubicBezTo>
                    <a:cubicBezTo>
                      <a:pt x="659513" y="1056011"/>
                      <a:pt x="652292" y="1039511"/>
                      <a:pt x="639916" y="1027136"/>
                    </a:cubicBezTo>
                    <a:cubicBezTo>
                      <a:pt x="632511" y="1019806"/>
                      <a:pt x="622496" y="1015724"/>
                      <a:pt x="612080" y="1015789"/>
                    </a:cubicBezTo>
                    <a:cubicBezTo>
                      <a:pt x="609255" y="1015269"/>
                      <a:pt x="606916" y="1013310"/>
                      <a:pt x="605887" y="1010636"/>
                    </a:cubicBezTo>
                    <a:lnTo>
                      <a:pt x="605887" y="998261"/>
                    </a:lnTo>
                    <a:lnTo>
                      <a:pt x="607303" y="998261"/>
                    </a:lnTo>
                    <a:cubicBezTo>
                      <a:pt x="610267" y="998261"/>
                      <a:pt x="613618" y="998261"/>
                      <a:pt x="615166" y="998261"/>
                    </a:cubicBezTo>
                    <a:cubicBezTo>
                      <a:pt x="620569" y="994093"/>
                      <a:pt x="625733" y="989610"/>
                      <a:pt x="630638" y="984858"/>
                    </a:cubicBezTo>
                    <a:cubicBezTo>
                      <a:pt x="635358" y="980289"/>
                      <a:pt x="639830" y="975460"/>
                      <a:pt x="644041" y="970415"/>
                    </a:cubicBezTo>
                    <a:cubicBezTo>
                      <a:pt x="647051" y="966961"/>
                      <a:pt x="650992" y="964460"/>
                      <a:pt x="655388" y="963193"/>
                    </a:cubicBezTo>
                    <a:cubicBezTo>
                      <a:pt x="655388" y="963193"/>
                      <a:pt x="663638" y="958039"/>
                      <a:pt x="667763" y="958039"/>
                    </a:cubicBezTo>
                    <a:close/>
                    <a:moveTo>
                      <a:pt x="4670338" y="809159"/>
                    </a:moveTo>
                    <a:cubicBezTo>
                      <a:pt x="4673689" y="808515"/>
                      <a:pt x="4677814" y="809029"/>
                      <a:pt x="4680391" y="812634"/>
                    </a:cubicBezTo>
                    <a:cubicBezTo>
                      <a:pt x="4685545" y="819856"/>
                      <a:pt x="4686584" y="818827"/>
                      <a:pt x="4688641" y="820884"/>
                    </a:cubicBezTo>
                    <a:cubicBezTo>
                      <a:pt x="4690709" y="822952"/>
                      <a:pt x="4694834" y="820884"/>
                      <a:pt x="4695863" y="820884"/>
                    </a:cubicBezTo>
                    <a:cubicBezTo>
                      <a:pt x="4697768" y="823689"/>
                      <a:pt x="4697768" y="827370"/>
                      <a:pt x="4695863" y="830174"/>
                    </a:cubicBezTo>
                    <a:cubicBezTo>
                      <a:pt x="4695863" y="835327"/>
                      <a:pt x="4689670" y="836356"/>
                      <a:pt x="4687613" y="841510"/>
                    </a:cubicBezTo>
                    <a:cubicBezTo>
                      <a:pt x="4685545" y="846674"/>
                      <a:pt x="4676266" y="849760"/>
                      <a:pt x="4675238" y="853885"/>
                    </a:cubicBezTo>
                    <a:cubicBezTo>
                      <a:pt x="4674209" y="858021"/>
                      <a:pt x="4675238" y="861106"/>
                      <a:pt x="4668016" y="861106"/>
                    </a:cubicBezTo>
                    <a:cubicBezTo>
                      <a:pt x="4660794" y="861106"/>
                      <a:pt x="4660794" y="867299"/>
                      <a:pt x="4658737" y="868328"/>
                    </a:cubicBezTo>
                    <a:cubicBezTo>
                      <a:pt x="4655197" y="872020"/>
                      <a:pt x="4651408" y="875463"/>
                      <a:pt x="4647391" y="878635"/>
                    </a:cubicBezTo>
                    <a:lnTo>
                      <a:pt x="4627794" y="899260"/>
                    </a:lnTo>
                    <a:cubicBezTo>
                      <a:pt x="4627794" y="899260"/>
                      <a:pt x="4627794" y="909579"/>
                      <a:pt x="4616459" y="914732"/>
                    </a:cubicBezTo>
                    <a:lnTo>
                      <a:pt x="4606141" y="924011"/>
                    </a:lnTo>
                    <a:cubicBezTo>
                      <a:pt x="4599958" y="929164"/>
                      <a:pt x="4591708" y="924011"/>
                      <a:pt x="4589640" y="932261"/>
                    </a:cubicBezTo>
                    <a:cubicBezTo>
                      <a:pt x="4588092" y="935888"/>
                      <a:pt x="4588092" y="939981"/>
                      <a:pt x="4589640" y="943608"/>
                    </a:cubicBezTo>
                    <a:cubicBezTo>
                      <a:pt x="4589640" y="943608"/>
                      <a:pt x="4600987" y="949800"/>
                      <a:pt x="4604083" y="951858"/>
                    </a:cubicBezTo>
                    <a:cubicBezTo>
                      <a:pt x="4606985" y="955799"/>
                      <a:pt x="4610460" y="959274"/>
                      <a:pt x="4614391" y="962176"/>
                    </a:cubicBezTo>
                    <a:lnTo>
                      <a:pt x="4632959" y="975579"/>
                    </a:lnTo>
                    <a:lnTo>
                      <a:pt x="4644294" y="981762"/>
                    </a:lnTo>
                    <a:lnTo>
                      <a:pt x="4655641" y="981762"/>
                    </a:lnTo>
                    <a:cubicBezTo>
                      <a:pt x="4657601" y="982693"/>
                      <a:pt x="4659874" y="982693"/>
                      <a:pt x="4661834" y="981762"/>
                    </a:cubicBezTo>
                    <a:cubicBezTo>
                      <a:pt x="4661834" y="975579"/>
                      <a:pt x="4661834" y="973511"/>
                      <a:pt x="4653584" y="970426"/>
                    </a:cubicBezTo>
                    <a:cubicBezTo>
                      <a:pt x="4645334" y="967329"/>
                      <a:pt x="4641209" y="970426"/>
                      <a:pt x="4641209" y="965261"/>
                    </a:cubicBezTo>
                    <a:cubicBezTo>
                      <a:pt x="4641209" y="960108"/>
                      <a:pt x="4641209" y="957011"/>
                      <a:pt x="4647391" y="954954"/>
                    </a:cubicBezTo>
                    <a:cubicBezTo>
                      <a:pt x="4653584" y="952886"/>
                      <a:pt x="4654612" y="945675"/>
                      <a:pt x="4647391" y="942579"/>
                    </a:cubicBezTo>
                    <a:cubicBezTo>
                      <a:pt x="4640180" y="939482"/>
                      <a:pt x="4637084" y="942579"/>
                      <a:pt x="4633987" y="948761"/>
                    </a:cubicBezTo>
                    <a:cubicBezTo>
                      <a:pt x="4631724" y="951327"/>
                      <a:pt x="4627816" y="951576"/>
                      <a:pt x="4625250" y="949313"/>
                    </a:cubicBezTo>
                    <a:cubicBezTo>
                      <a:pt x="4625055" y="949140"/>
                      <a:pt x="4624871" y="948956"/>
                      <a:pt x="4624709" y="948761"/>
                    </a:cubicBezTo>
                    <a:cubicBezTo>
                      <a:pt x="4624709" y="948761"/>
                      <a:pt x="4616459" y="948761"/>
                      <a:pt x="4615419" y="948761"/>
                    </a:cubicBezTo>
                    <a:cubicBezTo>
                      <a:pt x="4613503" y="942503"/>
                      <a:pt x="4616036" y="935726"/>
                      <a:pt x="4621612" y="932261"/>
                    </a:cubicBezTo>
                    <a:cubicBezTo>
                      <a:pt x="4629375" y="924509"/>
                      <a:pt x="4637647" y="917266"/>
                      <a:pt x="4646362" y="910607"/>
                    </a:cubicBezTo>
                    <a:cubicBezTo>
                      <a:pt x="4651516" y="910607"/>
                      <a:pt x="4655641" y="896175"/>
                      <a:pt x="4659766" y="893078"/>
                    </a:cubicBezTo>
                    <a:cubicBezTo>
                      <a:pt x="4667854" y="886062"/>
                      <a:pt x="4675443" y="878484"/>
                      <a:pt x="4682459" y="870385"/>
                    </a:cubicBezTo>
                    <a:cubicBezTo>
                      <a:pt x="4684689" y="867776"/>
                      <a:pt x="4686757" y="865015"/>
                      <a:pt x="4688641" y="862146"/>
                    </a:cubicBezTo>
                    <a:cubicBezTo>
                      <a:pt x="4693199" y="858129"/>
                      <a:pt x="4699067" y="855920"/>
                      <a:pt x="4705141" y="855953"/>
                    </a:cubicBezTo>
                    <a:cubicBezTo>
                      <a:pt x="4708855" y="854946"/>
                      <a:pt x="4712774" y="854946"/>
                      <a:pt x="4716488" y="855953"/>
                    </a:cubicBezTo>
                    <a:cubicBezTo>
                      <a:pt x="4716488" y="855953"/>
                      <a:pt x="4716488" y="866260"/>
                      <a:pt x="4707209" y="871424"/>
                    </a:cubicBezTo>
                    <a:cubicBezTo>
                      <a:pt x="4704134" y="873990"/>
                      <a:pt x="4702261" y="877726"/>
                      <a:pt x="4702056" y="881732"/>
                    </a:cubicBezTo>
                    <a:cubicBezTo>
                      <a:pt x="4695440" y="891747"/>
                      <a:pt x="4687840" y="901079"/>
                      <a:pt x="4679363" y="909579"/>
                    </a:cubicBezTo>
                    <a:cubicBezTo>
                      <a:pt x="4674209" y="909579"/>
                      <a:pt x="4679363" y="914732"/>
                      <a:pt x="4679363" y="918857"/>
                    </a:cubicBezTo>
                    <a:cubicBezTo>
                      <a:pt x="4679363" y="922982"/>
                      <a:pt x="4690709" y="927107"/>
                      <a:pt x="4691738" y="932261"/>
                    </a:cubicBezTo>
                    <a:cubicBezTo>
                      <a:pt x="4692766" y="937425"/>
                      <a:pt x="4691738" y="941550"/>
                      <a:pt x="4691738" y="943608"/>
                    </a:cubicBezTo>
                    <a:cubicBezTo>
                      <a:pt x="4691738" y="945675"/>
                      <a:pt x="4710306" y="943608"/>
                      <a:pt x="4714420" y="943608"/>
                    </a:cubicBezTo>
                    <a:cubicBezTo>
                      <a:pt x="4718545" y="943608"/>
                      <a:pt x="4725766" y="926079"/>
                      <a:pt x="4723709" y="922982"/>
                    </a:cubicBezTo>
                    <a:cubicBezTo>
                      <a:pt x="4721641" y="919886"/>
                      <a:pt x="4714420" y="922982"/>
                      <a:pt x="4709266" y="915761"/>
                    </a:cubicBezTo>
                    <a:cubicBezTo>
                      <a:pt x="4704113" y="908550"/>
                      <a:pt x="4701016" y="915761"/>
                      <a:pt x="4698959" y="915761"/>
                    </a:cubicBezTo>
                    <a:cubicBezTo>
                      <a:pt x="4696891" y="915761"/>
                      <a:pt x="4707209" y="902357"/>
                      <a:pt x="4714420" y="901328"/>
                    </a:cubicBezTo>
                    <a:cubicBezTo>
                      <a:pt x="4720862" y="900083"/>
                      <a:pt x="4726892" y="897247"/>
                      <a:pt x="4731959" y="893078"/>
                    </a:cubicBezTo>
                    <a:cubicBezTo>
                      <a:pt x="4737113" y="887925"/>
                      <a:pt x="4738142" y="877606"/>
                      <a:pt x="4740209" y="875549"/>
                    </a:cubicBezTo>
                    <a:cubicBezTo>
                      <a:pt x="4745872" y="873492"/>
                      <a:pt x="4752076" y="873492"/>
                      <a:pt x="4757738" y="875549"/>
                    </a:cubicBezTo>
                    <a:cubicBezTo>
                      <a:pt x="4757738" y="875549"/>
                      <a:pt x="4757738" y="888953"/>
                      <a:pt x="4757738" y="893078"/>
                    </a:cubicBezTo>
                    <a:cubicBezTo>
                      <a:pt x="4766183" y="895309"/>
                      <a:pt x="4775072" y="895309"/>
                      <a:pt x="4783517" y="893078"/>
                    </a:cubicBezTo>
                    <a:cubicBezTo>
                      <a:pt x="4788670" y="893078"/>
                      <a:pt x="4800017" y="883800"/>
                      <a:pt x="4807239" y="886885"/>
                    </a:cubicBezTo>
                    <a:cubicBezTo>
                      <a:pt x="4814460" y="889982"/>
                      <a:pt x="4807239" y="893078"/>
                      <a:pt x="4814460" y="893078"/>
                    </a:cubicBezTo>
                    <a:lnTo>
                      <a:pt x="4822710" y="899260"/>
                    </a:lnTo>
                    <a:lnTo>
                      <a:pt x="4815489" y="903386"/>
                    </a:lnTo>
                    <a:cubicBezTo>
                      <a:pt x="4818000" y="910748"/>
                      <a:pt x="4818000" y="918716"/>
                      <a:pt x="4815489" y="926079"/>
                    </a:cubicBezTo>
                    <a:cubicBezTo>
                      <a:pt x="4815489" y="933300"/>
                      <a:pt x="4802085" y="936386"/>
                      <a:pt x="4793835" y="935357"/>
                    </a:cubicBezTo>
                    <a:cubicBezTo>
                      <a:pt x="4786018" y="933625"/>
                      <a:pt x="4777919" y="933625"/>
                      <a:pt x="4770113" y="935357"/>
                    </a:cubicBezTo>
                    <a:cubicBezTo>
                      <a:pt x="4770113" y="935357"/>
                      <a:pt x="4756710" y="943608"/>
                      <a:pt x="4756710" y="946704"/>
                    </a:cubicBezTo>
                    <a:cubicBezTo>
                      <a:pt x="4758442" y="952063"/>
                      <a:pt x="4758442" y="957845"/>
                      <a:pt x="4756710" y="963204"/>
                    </a:cubicBezTo>
                    <a:cubicBezTo>
                      <a:pt x="4751556" y="968358"/>
                      <a:pt x="4741238" y="963204"/>
                      <a:pt x="4713391" y="976608"/>
                    </a:cubicBezTo>
                    <a:lnTo>
                      <a:pt x="4686584" y="976608"/>
                    </a:lnTo>
                    <a:cubicBezTo>
                      <a:pt x="4681430" y="976608"/>
                      <a:pt x="4686584" y="991051"/>
                      <a:pt x="4692766" y="997233"/>
                    </a:cubicBezTo>
                    <a:cubicBezTo>
                      <a:pt x="4698959" y="1003415"/>
                      <a:pt x="4679363" y="1004455"/>
                      <a:pt x="4687613" y="1013733"/>
                    </a:cubicBezTo>
                    <a:cubicBezTo>
                      <a:pt x="4695863" y="1023012"/>
                      <a:pt x="4707209" y="1021983"/>
                      <a:pt x="4711334" y="1013733"/>
                    </a:cubicBezTo>
                    <a:cubicBezTo>
                      <a:pt x="4715459" y="1005483"/>
                      <a:pt x="4705141" y="1003415"/>
                      <a:pt x="4705141" y="999301"/>
                    </a:cubicBezTo>
                    <a:cubicBezTo>
                      <a:pt x="4705141" y="995176"/>
                      <a:pt x="4712363" y="984858"/>
                      <a:pt x="4714420" y="985887"/>
                    </a:cubicBezTo>
                    <a:cubicBezTo>
                      <a:pt x="4718426" y="987305"/>
                      <a:pt x="4722800" y="987305"/>
                      <a:pt x="4726795" y="985887"/>
                    </a:cubicBezTo>
                    <a:cubicBezTo>
                      <a:pt x="4726806" y="985887"/>
                      <a:pt x="4735045" y="985887"/>
                      <a:pt x="4739181" y="985887"/>
                    </a:cubicBezTo>
                    <a:cubicBezTo>
                      <a:pt x="4743306" y="985887"/>
                      <a:pt x="4739181" y="976608"/>
                      <a:pt x="4749488" y="974551"/>
                    </a:cubicBezTo>
                    <a:cubicBezTo>
                      <a:pt x="4759795" y="972483"/>
                      <a:pt x="4760835" y="974551"/>
                      <a:pt x="4763920" y="979704"/>
                    </a:cubicBezTo>
                    <a:cubicBezTo>
                      <a:pt x="4767017" y="984858"/>
                      <a:pt x="4774238" y="979704"/>
                      <a:pt x="4778363" y="979704"/>
                    </a:cubicBezTo>
                    <a:lnTo>
                      <a:pt x="4789710" y="973511"/>
                    </a:lnTo>
                    <a:cubicBezTo>
                      <a:pt x="4797960" y="966301"/>
                      <a:pt x="4789710" y="953926"/>
                      <a:pt x="4800017" y="949800"/>
                    </a:cubicBezTo>
                    <a:cubicBezTo>
                      <a:pt x="4810335" y="945675"/>
                      <a:pt x="4847460" y="967329"/>
                      <a:pt x="4852614" y="968358"/>
                    </a:cubicBezTo>
                    <a:cubicBezTo>
                      <a:pt x="4857767" y="969386"/>
                      <a:pt x="4857767" y="968358"/>
                      <a:pt x="4860864" y="968358"/>
                    </a:cubicBezTo>
                    <a:cubicBezTo>
                      <a:pt x="4866050" y="969159"/>
                      <a:pt x="4870392" y="972710"/>
                      <a:pt x="4872210" y="977637"/>
                    </a:cubicBezTo>
                    <a:cubicBezTo>
                      <a:pt x="4872633" y="983819"/>
                      <a:pt x="4872633" y="990023"/>
                      <a:pt x="4872210" y="996205"/>
                    </a:cubicBezTo>
                    <a:cubicBezTo>
                      <a:pt x="4872286" y="1000535"/>
                      <a:pt x="4869883" y="1004541"/>
                      <a:pt x="4866017" y="1006512"/>
                    </a:cubicBezTo>
                    <a:cubicBezTo>
                      <a:pt x="4866017" y="1006512"/>
                      <a:pt x="4850546" y="1013733"/>
                      <a:pt x="4850546" y="1019926"/>
                    </a:cubicBezTo>
                    <a:cubicBezTo>
                      <a:pt x="4850546" y="1026108"/>
                      <a:pt x="4833017" y="1019926"/>
                      <a:pt x="4822710" y="1019926"/>
                    </a:cubicBezTo>
                    <a:cubicBezTo>
                      <a:pt x="4807747" y="1020966"/>
                      <a:pt x="4793413" y="1026347"/>
                      <a:pt x="4781460" y="1035387"/>
                    </a:cubicBezTo>
                    <a:lnTo>
                      <a:pt x="4767017" y="1041580"/>
                    </a:lnTo>
                    <a:lnTo>
                      <a:pt x="4752585" y="1049830"/>
                    </a:lnTo>
                    <a:cubicBezTo>
                      <a:pt x="4745515" y="1052450"/>
                      <a:pt x="4739159" y="1056695"/>
                      <a:pt x="4734016" y="1062205"/>
                    </a:cubicBezTo>
                    <a:cubicBezTo>
                      <a:pt x="4734016" y="1062205"/>
                      <a:pt x="4734016" y="1068388"/>
                      <a:pt x="4739181" y="1071484"/>
                    </a:cubicBezTo>
                    <a:cubicBezTo>
                      <a:pt x="4745363" y="1075382"/>
                      <a:pt x="4752487" y="1077526"/>
                      <a:pt x="4759806" y="1077677"/>
                    </a:cubicBezTo>
                    <a:lnTo>
                      <a:pt x="4769085" y="1086956"/>
                    </a:lnTo>
                    <a:cubicBezTo>
                      <a:pt x="4769085" y="1086956"/>
                      <a:pt x="4769085" y="1097263"/>
                      <a:pt x="4769085" y="1100359"/>
                    </a:cubicBezTo>
                    <a:cubicBezTo>
                      <a:pt x="4769085" y="1103456"/>
                      <a:pt x="4774238" y="1100359"/>
                      <a:pt x="4775267" y="1111706"/>
                    </a:cubicBezTo>
                    <a:cubicBezTo>
                      <a:pt x="4776295" y="1123053"/>
                      <a:pt x="4781460" y="1118928"/>
                      <a:pt x="4775267" y="1125110"/>
                    </a:cubicBezTo>
                    <a:cubicBezTo>
                      <a:pt x="4772300" y="1135623"/>
                      <a:pt x="4766183" y="1144988"/>
                      <a:pt x="4757738" y="1151928"/>
                    </a:cubicBezTo>
                    <a:cubicBezTo>
                      <a:pt x="4750073" y="1157980"/>
                      <a:pt x="4741325" y="1162528"/>
                      <a:pt x="4731959" y="1165332"/>
                    </a:cubicBezTo>
                    <a:cubicBezTo>
                      <a:pt x="4717700" y="1160850"/>
                      <a:pt x="4704892" y="1152664"/>
                      <a:pt x="4694834" y="1141610"/>
                    </a:cubicBezTo>
                    <a:cubicBezTo>
                      <a:pt x="4691175" y="1138113"/>
                      <a:pt x="4686465" y="1135937"/>
                      <a:pt x="4681430" y="1135428"/>
                    </a:cubicBezTo>
                    <a:cubicBezTo>
                      <a:pt x="4681430" y="1135417"/>
                      <a:pt x="4672141" y="1127178"/>
                      <a:pt x="4671112" y="1123053"/>
                    </a:cubicBezTo>
                    <a:cubicBezTo>
                      <a:pt x="4667767" y="1116697"/>
                      <a:pt x="4662787" y="1111349"/>
                      <a:pt x="4656669" y="1107581"/>
                    </a:cubicBezTo>
                    <a:cubicBezTo>
                      <a:pt x="4643385" y="1099515"/>
                      <a:pt x="4627740" y="1096234"/>
                      <a:pt x="4612333" y="1098302"/>
                    </a:cubicBezTo>
                    <a:cubicBezTo>
                      <a:pt x="4605892" y="1099829"/>
                      <a:pt x="4599179" y="1099829"/>
                      <a:pt x="4592737" y="1098302"/>
                    </a:cubicBezTo>
                    <a:cubicBezTo>
                      <a:pt x="4584519" y="1097198"/>
                      <a:pt x="4576193" y="1097198"/>
                      <a:pt x="4567987" y="1098302"/>
                    </a:cubicBezTo>
                    <a:cubicBezTo>
                      <a:pt x="4561003" y="1099937"/>
                      <a:pt x="4554810" y="1103943"/>
                      <a:pt x="4550458" y="1109638"/>
                    </a:cubicBezTo>
                    <a:cubicBezTo>
                      <a:pt x="4550458" y="1109638"/>
                      <a:pt x="4550458" y="1115831"/>
                      <a:pt x="4550458" y="1118928"/>
                    </a:cubicBezTo>
                    <a:cubicBezTo>
                      <a:pt x="4556922" y="1120996"/>
                      <a:pt x="4563147" y="1123767"/>
                      <a:pt x="4569015" y="1127178"/>
                    </a:cubicBezTo>
                    <a:cubicBezTo>
                      <a:pt x="4569015" y="1127178"/>
                      <a:pt x="4579333" y="1127178"/>
                      <a:pt x="4581390" y="1127178"/>
                    </a:cubicBezTo>
                    <a:cubicBezTo>
                      <a:pt x="4583458" y="1127178"/>
                      <a:pt x="4581390" y="1139553"/>
                      <a:pt x="4587583" y="1149860"/>
                    </a:cubicBezTo>
                    <a:cubicBezTo>
                      <a:pt x="4593765" y="1160178"/>
                      <a:pt x="4587583" y="1161207"/>
                      <a:pt x="4595833" y="1170485"/>
                    </a:cubicBezTo>
                    <a:cubicBezTo>
                      <a:pt x="4604083" y="1179764"/>
                      <a:pt x="4600987" y="1178736"/>
                      <a:pt x="4595833" y="1181832"/>
                    </a:cubicBezTo>
                    <a:cubicBezTo>
                      <a:pt x="4590680" y="1184929"/>
                      <a:pt x="4583458" y="1192139"/>
                      <a:pt x="4577265" y="1192139"/>
                    </a:cubicBezTo>
                    <a:cubicBezTo>
                      <a:pt x="4571874" y="1193688"/>
                      <a:pt x="4566157" y="1193688"/>
                      <a:pt x="4560765" y="1192139"/>
                    </a:cubicBezTo>
                    <a:cubicBezTo>
                      <a:pt x="4555308" y="1187191"/>
                      <a:pt x="4549451" y="1182698"/>
                      <a:pt x="4543237" y="1178736"/>
                    </a:cubicBezTo>
                    <a:lnTo>
                      <a:pt x="4529833" y="1171514"/>
                    </a:lnTo>
                    <a:cubicBezTo>
                      <a:pt x="4524668" y="1171514"/>
                      <a:pt x="4503015" y="1151928"/>
                      <a:pt x="4495793" y="1157082"/>
                    </a:cubicBezTo>
                    <a:cubicBezTo>
                      <a:pt x="4490975" y="1163210"/>
                      <a:pt x="4485811" y="1169067"/>
                      <a:pt x="4480332" y="1174611"/>
                    </a:cubicBezTo>
                    <a:cubicBezTo>
                      <a:pt x="4480332" y="1174611"/>
                      <a:pt x="4470015" y="1182861"/>
                      <a:pt x="4463832" y="1185957"/>
                    </a:cubicBezTo>
                    <a:cubicBezTo>
                      <a:pt x="4456394" y="1189075"/>
                      <a:pt x="4449454" y="1193244"/>
                      <a:pt x="4443207" y="1198332"/>
                    </a:cubicBezTo>
                    <a:cubicBezTo>
                      <a:pt x="4443207" y="1203486"/>
                      <a:pt x="4427736" y="1198332"/>
                      <a:pt x="4426707" y="1198332"/>
                    </a:cubicBezTo>
                    <a:cubicBezTo>
                      <a:pt x="4425668" y="1198332"/>
                      <a:pt x="4401957" y="1214833"/>
                      <a:pt x="4390610" y="1208640"/>
                    </a:cubicBezTo>
                    <a:cubicBezTo>
                      <a:pt x="4379264" y="1202457"/>
                      <a:pt x="4373082" y="1200389"/>
                      <a:pt x="4367928" y="1196264"/>
                    </a:cubicBezTo>
                    <a:cubicBezTo>
                      <a:pt x="4362439" y="1191966"/>
                      <a:pt x="4356571" y="1188166"/>
                      <a:pt x="4350389" y="1184929"/>
                    </a:cubicBezTo>
                    <a:cubicBezTo>
                      <a:pt x="4341532" y="1179905"/>
                      <a:pt x="4334354" y="1172369"/>
                      <a:pt x="4329763" y="1163275"/>
                    </a:cubicBezTo>
                    <a:cubicBezTo>
                      <a:pt x="4329763" y="1163264"/>
                      <a:pt x="4338014" y="1153985"/>
                      <a:pt x="4342139" y="1149860"/>
                    </a:cubicBezTo>
                    <a:cubicBezTo>
                      <a:pt x="4346264" y="1145735"/>
                      <a:pt x="4342139" y="1114803"/>
                      <a:pt x="4342139" y="1110678"/>
                    </a:cubicBezTo>
                    <a:cubicBezTo>
                      <a:pt x="4342139" y="1106542"/>
                      <a:pt x="4351417" y="1110678"/>
                      <a:pt x="4358639" y="1116860"/>
                    </a:cubicBezTo>
                    <a:cubicBezTo>
                      <a:pt x="4368188" y="1124655"/>
                      <a:pt x="4378170" y="1131877"/>
                      <a:pt x="4388553" y="1138514"/>
                    </a:cubicBezTo>
                    <a:cubicBezTo>
                      <a:pt x="4402985" y="1146764"/>
                      <a:pt x="4429804" y="1130263"/>
                      <a:pt x="4445264" y="1126138"/>
                    </a:cubicBezTo>
                    <a:cubicBezTo>
                      <a:pt x="4460736" y="1122013"/>
                      <a:pt x="4454543" y="1119956"/>
                      <a:pt x="4445264" y="1112735"/>
                    </a:cubicBezTo>
                    <a:cubicBezTo>
                      <a:pt x="4438249" y="1106217"/>
                      <a:pt x="4430659" y="1100349"/>
                      <a:pt x="4422582" y="1095206"/>
                    </a:cubicBezTo>
                    <a:lnTo>
                      <a:pt x="4399889" y="1078706"/>
                    </a:lnTo>
                    <a:cubicBezTo>
                      <a:pt x="4399889" y="1073552"/>
                      <a:pt x="4380292" y="1069427"/>
                      <a:pt x="4378235" y="1067359"/>
                    </a:cubicBezTo>
                    <a:cubicBezTo>
                      <a:pt x="4376167" y="1065302"/>
                      <a:pt x="4366889" y="1060137"/>
                      <a:pt x="4367928" y="1048802"/>
                    </a:cubicBezTo>
                    <a:cubicBezTo>
                      <a:pt x="4368957" y="1037455"/>
                      <a:pt x="4367928" y="1041580"/>
                      <a:pt x="4367928" y="1038484"/>
                    </a:cubicBezTo>
                    <a:cubicBezTo>
                      <a:pt x="4367928" y="1035387"/>
                      <a:pt x="4375139" y="1029205"/>
                      <a:pt x="4378235" y="1026108"/>
                    </a:cubicBezTo>
                    <a:cubicBezTo>
                      <a:pt x="4383497" y="1021767"/>
                      <a:pt x="4389419" y="1018291"/>
                      <a:pt x="4395764" y="1015790"/>
                    </a:cubicBezTo>
                    <a:cubicBezTo>
                      <a:pt x="4405984" y="1013939"/>
                      <a:pt x="4416508" y="1016570"/>
                      <a:pt x="4424639" y="1023012"/>
                    </a:cubicBezTo>
                    <a:cubicBezTo>
                      <a:pt x="4424639" y="1023012"/>
                      <a:pt x="4431861" y="1037455"/>
                      <a:pt x="4433929" y="1039512"/>
                    </a:cubicBezTo>
                    <a:cubicBezTo>
                      <a:pt x="4435986" y="1041580"/>
                      <a:pt x="4448361" y="1039512"/>
                      <a:pt x="4454543" y="1045705"/>
                    </a:cubicBezTo>
                    <a:cubicBezTo>
                      <a:pt x="4461418" y="1048867"/>
                      <a:pt x="4467979" y="1052667"/>
                      <a:pt x="4474140" y="1057041"/>
                    </a:cubicBezTo>
                    <a:cubicBezTo>
                      <a:pt x="4478427" y="1059986"/>
                      <a:pt x="4483396" y="1061762"/>
                      <a:pt x="4488583" y="1062205"/>
                    </a:cubicBezTo>
                    <a:cubicBezTo>
                      <a:pt x="4491062" y="1063927"/>
                      <a:pt x="4494353" y="1063927"/>
                      <a:pt x="4496833" y="1062205"/>
                    </a:cubicBezTo>
                    <a:cubicBezTo>
                      <a:pt x="4496833" y="1062205"/>
                      <a:pt x="4507140" y="1053955"/>
                      <a:pt x="4510236" y="1052927"/>
                    </a:cubicBezTo>
                    <a:lnTo>
                      <a:pt x="4526736" y="1045705"/>
                    </a:lnTo>
                    <a:cubicBezTo>
                      <a:pt x="4526736" y="1045705"/>
                      <a:pt x="4526736" y="1038484"/>
                      <a:pt x="4518486" y="1035387"/>
                    </a:cubicBezTo>
                    <a:cubicBezTo>
                      <a:pt x="4513084" y="1033947"/>
                      <a:pt x="4507389" y="1033947"/>
                      <a:pt x="4501986" y="1035387"/>
                    </a:cubicBezTo>
                    <a:cubicBezTo>
                      <a:pt x="4496172" y="1034922"/>
                      <a:pt x="4490531" y="1033157"/>
                      <a:pt x="4485486" y="1030234"/>
                    </a:cubicBezTo>
                    <a:cubicBezTo>
                      <a:pt x="4481394" y="1027852"/>
                      <a:pt x="4478145" y="1024246"/>
                      <a:pt x="4476207" y="1019926"/>
                    </a:cubicBezTo>
                    <a:cubicBezTo>
                      <a:pt x="4476207" y="1013733"/>
                      <a:pt x="4476207" y="1011676"/>
                      <a:pt x="4476207" y="1007551"/>
                    </a:cubicBezTo>
                    <a:cubicBezTo>
                      <a:pt x="4480549" y="1002744"/>
                      <a:pt x="4486341" y="999485"/>
                      <a:pt x="4492708" y="998262"/>
                    </a:cubicBezTo>
                    <a:cubicBezTo>
                      <a:pt x="4492708" y="998262"/>
                      <a:pt x="4510236" y="983830"/>
                      <a:pt x="4526736" y="984858"/>
                    </a:cubicBezTo>
                    <a:cubicBezTo>
                      <a:pt x="4543237" y="985887"/>
                      <a:pt x="4536015" y="997233"/>
                      <a:pt x="4541169" y="999301"/>
                    </a:cubicBezTo>
                    <a:lnTo>
                      <a:pt x="4550458" y="999301"/>
                    </a:lnTo>
                    <a:lnTo>
                      <a:pt x="4563862" y="1011676"/>
                    </a:lnTo>
                    <a:cubicBezTo>
                      <a:pt x="4569762" y="1015910"/>
                      <a:pt x="4575966" y="1019699"/>
                      <a:pt x="4582419" y="1023012"/>
                    </a:cubicBezTo>
                    <a:cubicBezTo>
                      <a:pt x="4582419" y="1023012"/>
                      <a:pt x="4589640" y="1031262"/>
                      <a:pt x="4594805" y="1032291"/>
                    </a:cubicBezTo>
                    <a:lnTo>
                      <a:pt x="4607180" y="1039512"/>
                    </a:lnTo>
                    <a:cubicBezTo>
                      <a:pt x="4607180" y="1039512"/>
                      <a:pt x="4613362" y="1039512"/>
                      <a:pt x="4616459" y="1039512"/>
                    </a:cubicBezTo>
                    <a:cubicBezTo>
                      <a:pt x="4619555" y="1039512"/>
                      <a:pt x="4626766" y="1049830"/>
                      <a:pt x="4628834" y="1052927"/>
                    </a:cubicBezTo>
                    <a:cubicBezTo>
                      <a:pt x="4632818" y="1056121"/>
                      <a:pt x="4636607" y="1059564"/>
                      <a:pt x="4640169" y="1063234"/>
                    </a:cubicBezTo>
                    <a:cubicBezTo>
                      <a:pt x="4641534" y="1068193"/>
                      <a:pt x="4644002" y="1072773"/>
                      <a:pt x="4647391" y="1076638"/>
                    </a:cubicBezTo>
                    <a:cubicBezTo>
                      <a:pt x="4647391" y="1076638"/>
                      <a:pt x="4662862" y="1081802"/>
                      <a:pt x="4665959" y="1083859"/>
                    </a:cubicBezTo>
                    <a:cubicBezTo>
                      <a:pt x="4669055" y="1085927"/>
                      <a:pt x="4683488" y="1083859"/>
                      <a:pt x="4685545" y="1078706"/>
                    </a:cubicBezTo>
                    <a:cubicBezTo>
                      <a:pt x="4680553" y="1072946"/>
                      <a:pt x="4674631" y="1068063"/>
                      <a:pt x="4668016" y="1064263"/>
                    </a:cubicBezTo>
                    <a:cubicBezTo>
                      <a:pt x="4662862" y="1064273"/>
                      <a:pt x="4652555" y="1049830"/>
                      <a:pt x="4649459" y="1048802"/>
                    </a:cubicBezTo>
                    <a:cubicBezTo>
                      <a:pt x="4638101" y="1042814"/>
                      <a:pt x="4628227" y="1034359"/>
                      <a:pt x="4620584" y="1024051"/>
                    </a:cubicBezTo>
                    <a:cubicBezTo>
                      <a:pt x="4616383" y="1019352"/>
                      <a:pt x="4611067" y="1015801"/>
                      <a:pt x="4605112" y="1013733"/>
                    </a:cubicBezTo>
                    <a:cubicBezTo>
                      <a:pt x="4599493" y="1010637"/>
                      <a:pt x="4594285" y="1006826"/>
                      <a:pt x="4589640" y="1002387"/>
                    </a:cubicBezTo>
                    <a:lnTo>
                      <a:pt x="4565930" y="982801"/>
                    </a:lnTo>
                    <a:cubicBezTo>
                      <a:pt x="4551746" y="971790"/>
                      <a:pt x="4536134" y="962760"/>
                      <a:pt x="4519515" y="955983"/>
                    </a:cubicBezTo>
                    <a:lnTo>
                      <a:pt x="4496833" y="955983"/>
                    </a:lnTo>
                    <a:cubicBezTo>
                      <a:pt x="4479293" y="955983"/>
                      <a:pt x="4463832" y="955983"/>
                      <a:pt x="4453514" y="947732"/>
                    </a:cubicBezTo>
                    <a:cubicBezTo>
                      <a:pt x="4448458" y="945394"/>
                      <a:pt x="4446174" y="939461"/>
                      <a:pt x="4448361" y="934329"/>
                    </a:cubicBezTo>
                    <a:cubicBezTo>
                      <a:pt x="4451652" y="923296"/>
                      <a:pt x="4457282" y="913097"/>
                      <a:pt x="4464861" y="904425"/>
                    </a:cubicBezTo>
                    <a:cubicBezTo>
                      <a:pt x="4472082" y="897203"/>
                      <a:pt x="4478265" y="904425"/>
                      <a:pt x="4488583" y="882760"/>
                    </a:cubicBezTo>
                    <a:cubicBezTo>
                      <a:pt x="4492729" y="880367"/>
                      <a:pt x="4497840" y="880367"/>
                      <a:pt x="4501986" y="882760"/>
                    </a:cubicBezTo>
                    <a:cubicBezTo>
                      <a:pt x="4505375" y="883637"/>
                      <a:pt x="4508915" y="883637"/>
                      <a:pt x="4512304" y="882760"/>
                    </a:cubicBezTo>
                    <a:cubicBezTo>
                      <a:pt x="4525708" y="882760"/>
                      <a:pt x="4539111" y="876578"/>
                      <a:pt x="4555612" y="873482"/>
                    </a:cubicBezTo>
                    <a:cubicBezTo>
                      <a:pt x="4555612" y="873482"/>
                      <a:pt x="4555612" y="873482"/>
                      <a:pt x="4560765" y="873482"/>
                    </a:cubicBezTo>
                    <a:cubicBezTo>
                      <a:pt x="4555373" y="881981"/>
                      <a:pt x="4549159" y="889928"/>
                      <a:pt x="4542208" y="897203"/>
                    </a:cubicBezTo>
                    <a:cubicBezTo>
                      <a:pt x="4538787" y="900224"/>
                      <a:pt x="4538462" y="905432"/>
                      <a:pt x="4541472" y="908853"/>
                    </a:cubicBezTo>
                    <a:cubicBezTo>
                      <a:pt x="4541699" y="909102"/>
                      <a:pt x="4541948" y="909351"/>
                      <a:pt x="4542208" y="909579"/>
                    </a:cubicBezTo>
                    <a:cubicBezTo>
                      <a:pt x="4548390" y="913097"/>
                      <a:pt x="4554962" y="915858"/>
                      <a:pt x="4561805" y="917829"/>
                    </a:cubicBezTo>
                    <a:cubicBezTo>
                      <a:pt x="4564674" y="919485"/>
                      <a:pt x="4568214" y="919485"/>
                      <a:pt x="4571083" y="917829"/>
                    </a:cubicBezTo>
                    <a:cubicBezTo>
                      <a:pt x="4571083" y="917829"/>
                      <a:pt x="4571083" y="907511"/>
                      <a:pt x="4577265" y="904425"/>
                    </a:cubicBezTo>
                    <a:cubicBezTo>
                      <a:pt x="4580286" y="898470"/>
                      <a:pt x="4584498" y="893197"/>
                      <a:pt x="4589640" y="888953"/>
                    </a:cubicBezTo>
                    <a:cubicBezTo>
                      <a:pt x="4599320" y="879620"/>
                      <a:pt x="4609659" y="871002"/>
                      <a:pt x="4620584" y="863174"/>
                    </a:cubicBezTo>
                    <a:cubicBezTo>
                      <a:pt x="4628834" y="858021"/>
                      <a:pt x="4631919" y="847703"/>
                      <a:pt x="4649459" y="832231"/>
                    </a:cubicBezTo>
                    <a:cubicBezTo>
                      <a:pt x="4666987" y="816759"/>
                      <a:pt x="4665959" y="814702"/>
                      <a:pt x="4664930" y="812634"/>
                    </a:cubicBezTo>
                    <a:cubicBezTo>
                      <a:pt x="4664411" y="811606"/>
                      <a:pt x="4666987" y="809803"/>
                      <a:pt x="4670338" y="809159"/>
                    </a:cubicBezTo>
                    <a:close/>
                    <a:moveTo>
                      <a:pt x="770888" y="804383"/>
                    </a:moveTo>
                    <a:cubicBezTo>
                      <a:pt x="770888" y="804383"/>
                      <a:pt x="778109" y="804383"/>
                      <a:pt x="782234" y="804383"/>
                    </a:cubicBezTo>
                    <a:cubicBezTo>
                      <a:pt x="790419" y="807242"/>
                      <a:pt x="798085" y="811420"/>
                      <a:pt x="804917" y="816759"/>
                    </a:cubicBezTo>
                    <a:cubicBezTo>
                      <a:pt x="818320" y="830162"/>
                      <a:pt x="812138" y="842537"/>
                      <a:pt x="817292" y="853884"/>
                    </a:cubicBezTo>
                    <a:cubicBezTo>
                      <a:pt x="820172" y="859070"/>
                      <a:pt x="823636" y="863920"/>
                      <a:pt x="827610" y="868327"/>
                    </a:cubicBezTo>
                    <a:cubicBezTo>
                      <a:pt x="835860" y="873481"/>
                      <a:pt x="844110" y="868316"/>
                      <a:pt x="842042" y="861105"/>
                    </a:cubicBezTo>
                    <a:cubicBezTo>
                      <a:pt x="843265" y="855324"/>
                      <a:pt x="843265" y="849358"/>
                      <a:pt x="842042" y="843576"/>
                    </a:cubicBezTo>
                    <a:cubicBezTo>
                      <a:pt x="842042" y="843576"/>
                      <a:pt x="855446" y="843576"/>
                      <a:pt x="864735" y="832230"/>
                    </a:cubicBezTo>
                    <a:cubicBezTo>
                      <a:pt x="874014" y="820884"/>
                      <a:pt x="884321" y="832230"/>
                      <a:pt x="893610" y="839441"/>
                    </a:cubicBezTo>
                    <a:cubicBezTo>
                      <a:pt x="899143" y="842278"/>
                      <a:pt x="904340" y="845731"/>
                      <a:pt x="909071" y="849759"/>
                    </a:cubicBezTo>
                    <a:cubicBezTo>
                      <a:pt x="909071" y="849759"/>
                      <a:pt x="909071" y="858009"/>
                      <a:pt x="909071" y="862134"/>
                    </a:cubicBezTo>
                    <a:lnTo>
                      <a:pt x="899793" y="877606"/>
                    </a:lnTo>
                    <a:cubicBezTo>
                      <a:pt x="899793" y="883788"/>
                      <a:pt x="899793" y="889981"/>
                      <a:pt x="899793" y="895134"/>
                    </a:cubicBezTo>
                    <a:cubicBezTo>
                      <a:pt x="899208" y="903027"/>
                      <a:pt x="899208" y="910963"/>
                      <a:pt x="899793" y="918856"/>
                    </a:cubicBezTo>
                    <a:cubicBezTo>
                      <a:pt x="898212" y="930820"/>
                      <a:pt x="894357" y="942372"/>
                      <a:pt x="888457" y="952885"/>
                    </a:cubicBezTo>
                    <a:cubicBezTo>
                      <a:pt x="892549" y="964935"/>
                      <a:pt x="898840" y="976119"/>
                      <a:pt x="907014" y="985885"/>
                    </a:cubicBezTo>
                    <a:cubicBezTo>
                      <a:pt x="910836" y="990368"/>
                      <a:pt x="915372" y="994201"/>
                      <a:pt x="920418" y="997232"/>
                    </a:cubicBezTo>
                    <a:cubicBezTo>
                      <a:pt x="929696" y="1002386"/>
                      <a:pt x="935889" y="1010636"/>
                      <a:pt x="949293" y="1010636"/>
                    </a:cubicBezTo>
                    <a:cubicBezTo>
                      <a:pt x="958604" y="1010733"/>
                      <a:pt x="967558" y="1007009"/>
                      <a:pt x="974043" y="1000318"/>
                    </a:cubicBezTo>
                    <a:cubicBezTo>
                      <a:pt x="978266" y="995846"/>
                      <a:pt x="983138" y="992024"/>
                      <a:pt x="988486" y="988982"/>
                    </a:cubicBezTo>
                    <a:cubicBezTo>
                      <a:pt x="988486" y="988982"/>
                      <a:pt x="997765" y="981760"/>
                      <a:pt x="998794" y="981760"/>
                    </a:cubicBezTo>
                    <a:cubicBezTo>
                      <a:pt x="1003287" y="980537"/>
                      <a:pt x="1007498" y="978436"/>
                      <a:pt x="1011169" y="975578"/>
                    </a:cubicBezTo>
                    <a:cubicBezTo>
                      <a:pt x="1015489" y="970598"/>
                      <a:pt x="1020328" y="966105"/>
                      <a:pt x="1025612" y="962164"/>
                    </a:cubicBezTo>
                    <a:cubicBezTo>
                      <a:pt x="1035302" y="959479"/>
                      <a:pt x="1045631" y="963203"/>
                      <a:pt x="1051391" y="971442"/>
                    </a:cubicBezTo>
                    <a:cubicBezTo>
                      <a:pt x="1057021" y="979919"/>
                      <a:pt x="1061860" y="988895"/>
                      <a:pt x="1065834" y="998260"/>
                    </a:cubicBezTo>
                    <a:cubicBezTo>
                      <a:pt x="1070446" y="1003349"/>
                      <a:pt x="1073012" y="1009964"/>
                      <a:pt x="1073044" y="1016828"/>
                    </a:cubicBezTo>
                    <a:cubicBezTo>
                      <a:pt x="1073044" y="1021981"/>
                      <a:pt x="1063766" y="1028164"/>
                      <a:pt x="1061698" y="1034357"/>
                    </a:cubicBezTo>
                    <a:cubicBezTo>
                      <a:pt x="1059424" y="1041123"/>
                      <a:pt x="1055927" y="1047403"/>
                      <a:pt x="1051391" y="1052914"/>
                    </a:cubicBezTo>
                    <a:cubicBezTo>
                      <a:pt x="1046551" y="1055686"/>
                      <a:pt x="1041343" y="1057775"/>
                      <a:pt x="1035919" y="1059107"/>
                    </a:cubicBezTo>
                    <a:cubicBezTo>
                      <a:pt x="1029509" y="1063189"/>
                      <a:pt x="1023901" y="1068429"/>
                      <a:pt x="1019419" y="1074568"/>
                    </a:cubicBezTo>
                    <a:lnTo>
                      <a:pt x="1003947" y="1090039"/>
                    </a:lnTo>
                    <a:lnTo>
                      <a:pt x="987447" y="1100357"/>
                    </a:lnTo>
                    <a:cubicBezTo>
                      <a:pt x="981265" y="1105511"/>
                      <a:pt x="973015" y="1115829"/>
                      <a:pt x="967861" y="1118915"/>
                    </a:cubicBezTo>
                    <a:cubicBezTo>
                      <a:pt x="962989" y="1121405"/>
                      <a:pt x="957770" y="1123137"/>
                      <a:pt x="952390" y="1124079"/>
                    </a:cubicBezTo>
                    <a:cubicBezTo>
                      <a:pt x="944508" y="1124989"/>
                      <a:pt x="936550" y="1124989"/>
                      <a:pt x="928668" y="1124079"/>
                    </a:cubicBezTo>
                    <a:cubicBezTo>
                      <a:pt x="922107" y="1119380"/>
                      <a:pt x="915903" y="1114216"/>
                      <a:pt x="910111" y="1108607"/>
                    </a:cubicBezTo>
                    <a:lnTo>
                      <a:pt x="885360" y="1093136"/>
                    </a:lnTo>
                    <a:lnTo>
                      <a:pt x="870917" y="1081789"/>
                    </a:lnTo>
                    <a:cubicBezTo>
                      <a:pt x="866543" y="1077783"/>
                      <a:pt x="861693" y="1074319"/>
                      <a:pt x="856485" y="1071482"/>
                    </a:cubicBezTo>
                    <a:cubicBezTo>
                      <a:pt x="848885" y="1067357"/>
                      <a:pt x="841944" y="1062149"/>
                      <a:pt x="835849" y="1056010"/>
                    </a:cubicBezTo>
                    <a:cubicBezTo>
                      <a:pt x="825542" y="1046732"/>
                      <a:pt x="826570" y="1041578"/>
                      <a:pt x="809042" y="1020953"/>
                    </a:cubicBezTo>
                    <a:lnTo>
                      <a:pt x="803888" y="1007539"/>
                    </a:lnTo>
                    <a:cubicBezTo>
                      <a:pt x="794609" y="998260"/>
                      <a:pt x="797695" y="997232"/>
                      <a:pt x="790484" y="988982"/>
                    </a:cubicBezTo>
                    <a:lnTo>
                      <a:pt x="778109" y="970414"/>
                    </a:lnTo>
                    <a:lnTo>
                      <a:pt x="753359" y="944635"/>
                    </a:lnTo>
                    <a:cubicBezTo>
                      <a:pt x="748422" y="939406"/>
                      <a:pt x="744264" y="933505"/>
                      <a:pt x="740984" y="927106"/>
                    </a:cubicBezTo>
                    <a:cubicBezTo>
                      <a:pt x="735202" y="916994"/>
                      <a:pt x="728652" y="907336"/>
                      <a:pt x="721387" y="898231"/>
                    </a:cubicBezTo>
                    <a:cubicBezTo>
                      <a:pt x="715367" y="893272"/>
                      <a:pt x="709846" y="887750"/>
                      <a:pt x="704887" y="881731"/>
                    </a:cubicBezTo>
                    <a:cubicBezTo>
                      <a:pt x="700686" y="877032"/>
                      <a:pt x="700686" y="869930"/>
                      <a:pt x="704887" y="865230"/>
                    </a:cubicBezTo>
                    <a:cubicBezTo>
                      <a:pt x="704887" y="865230"/>
                      <a:pt x="715194" y="859037"/>
                      <a:pt x="719319" y="854912"/>
                    </a:cubicBezTo>
                    <a:cubicBezTo>
                      <a:pt x="723444" y="850787"/>
                      <a:pt x="725512" y="843576"/>
                      <a:pt x="727580" y="841508"/>
                    </a:cubicBezTo>
                    <a:cubicBezTo>
                      <a:pt x="729637" y="839441"/>
                      <a:pt x="735819" y="841508"/>
                      <a:pt x="738916" y="833259"/>
                    </a:cubicBezTo>
                    <a:cubicBezTo>
                      <a:pt x="741742" y="828278"/>
                      <a:pt x="744838" y="823460"/>
                      <a:pt x="748194" y="818815"/>
                    </a:cubicBezTo>
                    <a:lnTo>
                      <a:pt x="748194" y="810576"/>
                    </a:lnTo>
                    <a:cubicBezTo>
                      <a:pt x="753359" y="805412"/>
                      <a:pt x="757484" y="810576"/>
                      <a:pt x="761609" y="810576"/>
                    </a:cubicBezTo>
                    <a:cubicBezTo>
                      <a:pt x="764922" y="808877"/>
                      <a:pt x="768040" y="806798"/>
                      <a:pt x="770888" y="804383"/>
                    </a:cubicBezTo>
                    <a:close/>
                    <a:moveTo>
                      <a:pt x="1449455" y="662074"/>
                    </a:moveTo>
                    <a:cubicBezTo>
                      <a:pt x="1449455" y="662074"/>
                      <a:pt x="1455637" y="662074"/>
                      <a:pt x="1457705" y="662074"/>
                    </a:cubicBezTo>
                    <a:cubicBezTo>
                      <a:pt x="1459762" y="662074"/>
                      <a:pt x="1457705" y="673421"/>
                      <a:pt x="1457705" y="673421"/>
                    </a:cubicBezTo>
                    <a:cubicBezTo>
                      <a:pt x="1457705" y="673421"/>
                      <a:pt x="1463888" y="682699"/>
                      <a:pt x="1462859" y="685795"/>
                    </a:cubicBezTo>
                    <a:cubicBezTo>
                      <a:pt x="1461830" y="688892"/>
                      <a:pt x="1462859" y="693017"/>
                      <a:pt x="1462859" y="698171"/>
                    </a:cubicBezTo>
                    <a:cubicBezTo>
                      <a:pt x="1462859" y="703324"/>
                      <a:pt x="1457705" y="706421"/>
                      <a:pt x="1457705" y="709517"/>
                    </a:cubicBezTo>
                    <a:cubicBezTo>
                      <a:pt x="1457705" y="712603"/>
                      <a:pt x="1462859" y="721892"/>
                      <a:pt x="1457705" y="729114"/>
                    </a:cubicBezTo>
                    <a:cubicBezTo>
                      <a:pt x="1456146" y="734127"/>
                      <a:pt x="1454078" y="738966"/>
                      <a:pt x="1451512" y="743546"/>
                    </a:cubicBezTo>
                    <a:cubicBezTo>
                      <a:pt x="1451512" y="748699"/>
                      <a:pt x="1441205" y="749728"/>
                      <a:pt x="1439137" y="752825"/>
                    </a:cubicBezTo>
                    <a:cubicBezTo>
                      <a:pt x="1437080" y="755921"/>
                      <a:pt x="1430887" y="767268"/>
                      <a:pt x="1425733" y="770353"/>
                    </a:cubicBezTo>
                    <a:cubicBezTo>
                      <a:pt x="1418197" y="778906"/>
                      <a:pt x="1405161" y="779718"/>
                      <a:pt x="1396619" y="772182"/>
                    </a:cubicBezTo>
                    <a:cubicBezTo>
                      <a:pt x="1395980" y="771609"/>
                      <a:pt x="1395363" y="771002"/>
                      <a:pt x="1394800" y="770353"/>
                    </a:cubicBezTo>
                    <a:cubicBezTo>
                      <a:pt x="1393544" y="765394"/>
                      <a:pt x="1391812" y="760555"/>
                      <a:pt x="1389646" y="755921"/>
                    </a:cubicBezTo>
                    <a:cubicBezTo>
                      <a:pt x="1386301" y="753463"/>
                      <a:pt x="1383193" y="750702"/>
                      <a:pt x="1380357" y="747671"/>
                    </a:cubicBezTo>
                    <a:cubicBezTo>
                      <a:pt x="1380357" y="747671"/>
                      <a:pt x="1380357" y="736324"/>
                      <a:pt x="1380357" y="732199"/>
                    </a:cubicBezTo>
                    <a:cubicBezTo>
                      <a:pt x="1375712" y="720626"/>
                      <a:pt x="1375712" y="707688"/>
                      <a:pt x="1380357" y="696103"/>
                    </a:cubicBezTo>
                    <a:cubicBezTo>
                      <a:pt x="1382089" y="691306"/>
                      <a:pt x="1384525" y="686792"/>
                      <a:pt x="1387578" y="682699"/>
                    </a:cubicBezTo>
                    <a:lnTo>
                      <a:pt x="1392732" y="676517"/>
                    </a:lnTo>
                    <a:cubicBezTo>
                      <a:pt x="1404079" y="670325"/>
                      <a:pt x="1415415" y="687853"/>
                      <a:pt x="1418511" y="685795"/>
                    </a:cubicBezTo>
                    <a:cubicBezTo>
                      <a:pt x="1423730" y="682136"/>
                      <a:pt x="1428266" y="677600"/>
                      <a:pt x="1431926" y="672392"/>
                    </a:cubicBezTo>
                    <a:close/>
                    <a:moveTo>
                      <a:pt x="1646166" y="509318"/>
                    </a:moveTo>
                    <a:cubicBezTo>
                      <a:pt x="1653642" y="510735"/>
                      <a:pt x="1661375" y="513570"/>
                      <a:pt x="1664986" y="516660"/>
                    </a:cubicBezTo>
                    <a:lnTo>
                      <a:pt x="1677361" y="521825"/>
                    </a:lnTo>
                    <a:cubicBezTo>
                      <a:pt x="1680035" y="525614"/>
                      <a:pt x="1682114" y="529794"/>
                      <a:pt x="1683554" y="534200"/>
                    </a:cubicBezTo>
                    <a:cubicBezTo>
                      <a:pt x="1683554" y="542450"/>
                      <a:pt x="1683554" y="544507"/>
                      <a:pt x="1683554" y="550701"/>
                    </a:cubicBezTo>
                    <a:cubicBezTo>
                      <a:pt x="1683099" y="556536"/>
                      <a:pt x="1683099" y="562393"/>
                      <a:pt x="1683554" y="568229"/>
                    </a:cubicBezTo>
                    <a:cubicBezTo>
                      <a:pt x="1683814" y="572701"/>
                      <a:pt x="1683814" y="577172"/>
                      <a:pt x="1683554" y="581633"/>
                    </a:cubicBezTo>
                    <a:cubicBezTo>
                      <a:pt x="1683554" y="586797"/>
                      <a:pt x="1678400" y="589883"/>
                      <a:pt x="1674265" y="595036"/>
                    </a:cubicBezTo>
                    <a:cubicBezTo>
                      <a:pt x="1670139" y="600201"/>
                      <a:pt x="1664986" y="595036"/>
                      <a:pt x="1662929" y="602258"/>
                    </a:cubicBezTo>
                    <a:cubicBezTo>
                      <a:pt x="1660861" y="609480"/>
                      <a:pt x="1656735" y="613605"/>
                      <a:pt x="1654678" y="614633"/>
                    </a:cubicBezTo>
                    <a:cubicBezTo>
                      <a:pt x="1650044" y="617914"/>
                      <a:pt x="1643840" y="617914"/>
                      <a:pt x="1639206" y="614633"/>
                    </a:cubicBezTo>
                    <a:cubicBezTo>
                      <a:pt x="1639206" y="614633"/>
                      <a:pt x="1639206" y="605355"/>
                      <a:pt x="1630956" y="602258"/>
                    </a:cubicBezTo>
                    <a:cubicBezTo>
                      <a:pt x="1622706" y="599173"/>
                      <a:pt x="1612388" y="592980"/>
                      <a:pt x="1610331" y="589883"/>
                    </a:cubicBezTo>
                    <a:cubicBezTo>
                      <a:pt x="1608263" y="586797"/>
                      <a:pt x="1596927" y="583701"/>
                      <a:pt x="1593830" y="579576"/>
                    </a:cubicBezTo>
                    <a:cubicBezTo>
                      <a:pt x="1590235" y="573675"/>
                      <a:pt x="1585288" y="568727"/>
                      <a:pt x="1579387" y="565133"/>
                    </a:cubicBezTo>
                    <a:cubicBezTo>
                      <a:pt x="1575662" y="562534"/>
                      <a:pt x="1573367" y="558333"/>
                      <a:pt x="1573204" y="553797"/>
                    </a:cubicBezTo>
                    <a:cubicBezTo>
                      <a:pt x="1573204" y="553797"/>
                      <a:pt x="1565983" y="542450"/>
                      <a:pt x="1568051" y="536257"/>
                    </a:cubicBezTo>
                    <a:lnTo>
                      <a:pt x="1564954" y="523882"/>
                    </a:lnTo>
                    <a:cubicBezTo>
                      <a:pt x="1564954" y="523882"/>
                      <a:pt x="1573204" y="523882"/>
                      <a:pt x="1578358" y="523882"/>
                    </a:cubicBezTo>
                    <a:lnTo>
                      <a:pt x="1593830" y="523882"/>
                    </a:lnTo>
                    <a:lnTo>
                      <a:pt x="1606205" y="517700"/>
                    </a:lnTo>
                    <a:cubicBezTo>
                      <a:pt x="1606205" y="517700"/>
                      <a:pt x="1617552" y="517700"/>
                      <a:pt x="1619609" y="517700"/>
                    </a:cubicBezTo>
                    <a:lnTo>
                      <a:pt x="1628888" y="510479"/>
                    </a:lnTo>
                    <a:cubicBezTo>
                      <a:pt x="1631470" y="507902"/>
                      <a:pt x="1638689" y="507902"/>
                      <a:pt x="1646166" y="509318"/>
                    </a:cubicBezTo>
                    <a:close/>
                    <a:moveTo>
                      <a:pt x="1473177" y="465101"/>
                    </a:moveTo>
                    <a:cubicBezTo>
                      <a:pt x="1469572" y="466757"/>
                      <a:pt x="1466388" y="469225"/>
                      <a:pt x="1463898" y="472322"/>
                    </a:cubicBezTo>
                    <a:lnTo>
                      <a:pt x="1460802" y="476447"/>
                    </a:lnTo>
                    <a:cubicBezTo>
                      <a:pt x="1457705" y="481601"/>
                      <a:pt x="1451523" y="486753"/>
                      <a:pt x="1451512" y="486753"/>
                    </a:cubicBezTo>
                    <a:cubicBezTo>
                      <a:pt x="1450667" y="490564"/>
                      <a:pt x="1448903" y="494105"/>
                      <a:pt x="1446358" y="497071"/>
                    </a:cubicBezTo>
                    <a:cubicBezTo>
                      <a:pt x="1440750" y="504304"/>
                      <a:pt x="1435574" y="511883"/>
                      <a:pt x="1430897" y="519754"/>
                    </a:cubicBezTo>
                    <a:cubicBezTo>
                      <a:pt x="1427800" y="524074"/>
                      <a:pt x="1427800" y="529877"/>
                      <a:pt x="1430897" y="534197"/>
                    </a:cubicBezTo>
                    <a:cubicBezTo>
                      <a:pt x="1434903" y="538128"/>
                      <a:pt x="1441324" y="538128"/>
                      <a:pt x="1445330" y="534197"/>
                    </a:cubicBezTo>
                    <a:cubicBezTo>
                      <a:pt x="1450851" y="530050"/>
                      <a:pt x="1455421" y="524777"/>
                      <a:pt x="1458734" y="518725"/>
                    </a:cubicBezTo>
                    <a:cubicBezTo>
                      <a:pt x="1461841" y="512002"/>
                      <a:pt x="1464602" y="505116"/>
                      <a:pt x="1466984" y="498100"/>
                    </a:cubicBezTo>
                    <a:cubicBezTo>
                      <a:pt x="1469875" y="491864"/>
                      <a:pt x="1471954" y="485282"/>
                      <a:pt x="1473177" y="478503"/>
                    </a:cubicBezTo>
                    <a:cubicBezTo>
                      <a:pt x="1473177" y="472322"/>
                      <a:pt x="1473177" y="465101"/>
                      <a:pt x="1473177" y="465101"/>
                    </a:cubicBezTo>
                    <a:close/>
                    <a:moveTo>
                      <a:pt x="1498954" y="383631"/>
                    </a:moveTo>
                    <a:cubicBezTo>
                      <a:pt x="1508569" y="383078"/>
                      <a:pt x="1518205" y="383078"/>
                      <a:pt x="1527830" y="383631"/>
                    </a:cubicBezTo>
                    <a:cubicBezTo>
                      <a:pt x="1532983" y="383631"/>
                      <a:pt x="1540205" y="396005"/>
                      <a:pt x="1543291" y="398073"/>
                    </a:cubicBezTo>
                    <a:cubicBezTo>
                      <a:pt x="1547654" y="400866"/>
                      <a:pt x="1550642" y="405349"/>
                      <a:pt x="1551541" y="410449"/>
                    </a:cubicBezTo>
                    <a:cubicBezTo>
                      <a:pt x="1551552" y="423852"/>
                      <a:pt x="1545359" y="432102"/>
                      <a:pt x="1545359" y="438295"/>
                    </a:cubicBezTo>
                    <a:cubicBezTo>
                      <a:pt x="1545922" y="444466"/>
                      <a:pt x="1545922" y="450681"/>
                      <a:pt x="1545359" y="456852"/>
                    </a:cubicBezTo>
                    <a:cubicBezTo>
                      <a:pt x="1545359" y="478506"/>
                      <a:pt x="1545359" y="499132"/>
                      <a:pt x="1545359" y="520796"/>
                    </a:cubicBezTo>
                    <a:cubicBezTo>
                      <a:pt x="1545359" y="526978"/>
                      <a:pt x="1545359" y="535229"/>
                      <a:pt x="1545359" y="543478"/>
                    </a:cubicBezTo>
                    <a:cubicBezTo>
                      <a:pt x="1544276" y="546716"/>
                      <a:pt x="1541504" y="549087"/>
                      <a:pt x="1538137" y="549671"/>
                    </a:cubicBezTo>
                    <a:cubicBezTo>
                      <a:pt x="1538137" y="549671"/>
                      <a:pt x="1531955" y="557922"/>
                      <a:pt x="1538137" y="564104"/>
                    </a:cubicBezTo>
                    <a:cubicBezTo>
                      <a:pt x="1541234" y="570307"/>
                      <a:pt x="1545846" y="575623"/>
                      <a:pt x="1551552" y="579576"/>
                    </a:cubicBezTo>
                    <a:cubicBezTo>
                      <a:pt x="1568767" y="604067"/>
                      <a:pt x="1583946" y="629942"/>
                      <a:pt x="1596927" y="656923"/>
                    </a:cubicBezTo>
                    <a:cubicBezTo>
                      <a:pt x="1601702" y="666320"/>
                      <a:pt x="1601702" y="677429"/>
                      <a:pt x="1596927" y="686827"/>
                    </a:cubicBezTo>
                    <a:cubicBezTo>
                      <a:pt x="1596927" y="691980"/>
                      <a:pt x="1596927" y="704355"/>
                      <a:pt x="1590734" y="711577"/>
                    </a:cubicBezTo>
                    <a:cubicBezTo>
                      <a:pt x="1584552" y="718798"/>
                      <a:pt x="1583513" y="726010"/>
                      <a:pt x="1580427" y="728078"/>
                    </a:cubicBezTo>
                    <a:cubicBezTo>
                      <a:pt x="1577504" y="729550"/>
                      <a:pt x="1574061" y="729550"/>
                      <a:pt x="1571138" y="728078"/>
                    </a:cubicBezTo>
                    <a:cubicBezTo>
                      <a:pt x="1571138" y="728078"/>
                      <a:pt x="1561859" y="728078"/>
                      <a:pt x="1558762" y="728078"/>
                    </a:cubicBezTo>
                    <a:lnTo>
                      <a:pt x="1547427" y="728078"/>
                    </a:lnTo>
                    <a:cubicBezTo>
                      <a:pt x="1541623" y="729138"/>
                      <a:pt x="1535690" y="729138"/>
                      <a:pt x="1529887" y="728078"/>
                    </a:cubicBezTo>
                    <a:cubicBezTo>
                      <a:pt x="1524733" y="728078"/>
                      <a:pt x="1520608" y="721885"/>
                      <a:pt x="1514415" y="718798"/>
                    </a:cubicBezTo>
                    <a:cubicBezTo>
                      <a:pt x="1503697" y="715043"/>
                      <a:pt x="1492653" y="712282"/>
                      <a:pt x="1481415" y="710548"/>
                    </a:cubicBezTo>
                    <a:cubicBezTo>
                      <a:pt x="1481425" y="705384"/>
                      <a:pt x="1489676" y="698173"/>
                      <a:pt x="1490704" y="697135"/>
                    </a:cubicBezTo>
                    <a:cubicBezTo>
                      <a:pt x="1495371" y="693551"/>
                      <a:pt x="1500600" y="690769"/>
                      <a:pt x="1506176" y="688884"/>
                    </a:cubicBezTo>
                    <a:cubicBezTo>
                      <a:pt x="1516483" y="682702"/>
                      <a:pt x="1518551" y="676509"/>
                      <a:pt x="1506176" y="661048"/>
                    </a:cubicBezTo>
                    <a:cubicBezTo>
                      <a:pt x="1504151" y="656706"/>
                      <a:pt x="1501737" y="652560"/>
                      <a:pt x="1498954" y="648674"/>
                    </a:cubicBezTo>
                    <a:cubicBezTo>
                      <a:pt x="1498954" y="648662"/>
                      <a:pt x="1491733" y="637327"/>
                      <a:pt x="1488636" y="631133"/>
                    </a:cubicBezTo>
                    <a:cubicBezTo>
                      <a:pt x="1485540" y="624952"/>
                      <a:pt x="1481425" y="616702"/>
                      <a:pt x="1477300" y="606383"/>
                    </a:cubicBezTo>
                    <a:cubicBezTo>
                      <a:pt x="1473175" y="596076"/>
                      <a:pt x="1471107" y="600202"/>
                      <a:pt x="1469050" y="601230"/>
                    </a:cubicBezTo>
                    <a:cubicBezTo>
                      <a:pt x="1466982" y="602258"/>
                      <a:pt x="1458732" y="601230"/>
                      <a:pt x="1454607" y="601230"/>
                    </a:cubicBezTo>
                    <a:cubicBezTo>
                      <a:pt x="1450482" y="601230"/>
                      <a:pt x="1448425" y="607411"/>
                      <a:pt x="1445328" y="608451"/>
                    </a:cubicBezTo>
                    <a:cubicBezTo>
                      <a:pt x="1440283" y="612025"/>
                      <a:pt x="1434718" y="614806"/>
                      <a:pt x="1428828" y="616702"/>
                    </a:cubicBezTo>
                    <a:cubicBezTo>
                      <a:pt x="1426143" y="617568"/>
                      <a:pt x="1423263" y="617568"/>
                      <a:pt x="1420578" y="616702"/>
                    </a:cubicBezTo>
                    <a:cubicBezTo>
                      <a:pt x="1415424" y="616702"/>
                      <a:pt x="1414385" y="616702"/>
                      <a:pt x="1410260" y="607411"/>
                    </a:cubicBezTo>
                    <a:lnTo>
                      <a:pt x="1404078" y="607411"/>
                    </a:lnTo>
                    <a:lnTo>
                      <a:pt x="1394799" y="596076"/>
                    </a:lnTo>
                    <a:lnTo>
                      <a:pt x="1380356" y="580605"/>
                    </a:lnTo>
                    <a:cubicBezTo>
                      <a:pt x="1373968" y="574217"/>
                      <a:pt x="1368100" y="567319"/>
                      <a:pt x="1362827" y="559979"/>
                    </a:cubicBezTo>
                    <a:lnTo>
                      <a:pt x="1347355" y="537296"/>
                    </a:lnTo>
                    <a:cubicBezTo>
                      <a:pt x="1338076" y="520796"/>
                      <a:pt x="1347355" y="511507"/>
                      <a:pt x="1347355" y="502228"/>
                    </a:cubicBezTo>
                    <a:lnTo>
                      <a:pt x="1357673" y="488825"/>
                    </a:lnTo>
                    <a:cubicBezTo>
                      <a:pt x="1357673" y="488825"/>
                      <a:pt x="1365924" y="488825"/>
                      <a:pt x="1373134" y="488825"/>
                    </a:cubicBezTo>
                    <a:cubicBezTo>
                      <a:pt x="1380356" y="488825"/>
                      <a:pt x="1381384" y="488825"/>
                      <a:pt x="1383452" y="488825"/>
                    </a:cubicBezTo>
                    <a:cubicBezTo>
                      <a:pt x="1391573" y="482903"/>
                      <a:pt x="1398556" y="475561"/>
                      <a:pt x="1404078" y="467171"/>
                    </a:cubicBezTo>
                    <a:cubicBezTo>
                      <a:pt x="1404078" y="462007"/>
                      <a:pt x="1414385" y="457881"/>
                      <a:pt x="1418510" y="450670"/>
                    </a:cubicBezTo>
                    <a:cubicBezTo>
                      <a:pt x="1421477" y="446167"/>
                      <a:pt x="1424930" y="442009"/>
                      <a:pt x="1428828" y="438295"/>
                    </a:cubicBezTo>
                    <a:lnTo>
                      <a:pt x="1438107" y="429006"/>
                    </a:lnTo>
                    <a:cubicBezTo>
                      <a:pt x="1442665" y="425098"/>
                      <a:pt x="1446195" y="420149"/>
                      <a:pt x="1448425" y="414573"/>
                    </a:cubicBezTo>
                    <a:lnTo>
                      <a:pt x="1448425" y="404255"/>
                    </a:lnTo>
                    <a:cubicBezTo>
                      <a:pt x="1449908" y="401364"/>
                      <a:pt x="1451630" y="398605"/>
                      <a:pt x="1453579" y="396005"/>
                    </a:cubicBezTo>
                    <a:cubicBezTo>
                      <a:pt x="1453579" y="396005"/>
                      <a:pt x="1453579" y="396005"/>
                      <a:pt x="1459761" y="388795"/>
                    </a:cubicBezTo>
                    <a:lnTo>
                      <a:pt x="1469050" y="391881"/>
                    </a:lnTo>
                    <a:cubicBezTo>
                      <a:pt x="1474171" y="391090"/>
                      <a:pt x="1479390" y="391090"/>
                      <a:pt x="1484511" y="391881"/>
                    </a:cubicBezTo>
                    <a:cubicBezTo>
                      <a:pt x="1484511" y="391881"/>
                      <a:pt x="1494829" y="383631"/>
                      <a:pt x="1498954" y="383631"/>
                    </a:cubicBezTo>
                    <a:close/>
                    <a:moveTo>
                      <a:pt x="4049260" y="354753"/>
                    </a:moveTo>
                    <a:cubicBezTo>
                      <a:pt x="4049260" y="354753"/>
                      <a:pt x="4069885" y="364031"/>
                      <a:pt x="4069885" y="368156"/>
                    </a:cubicBezTo>
                    <a:cubicBezTo>
                      <a:pt x="4070318" y="376558"/>
                      <a:pt x="4073588" y="384548"/>
                      <a:pt x="4079164" y="390849"/>
                    </a:cubicBezTo>
                    <a:cubicBezTo>
                      <a:pt x="4079164" y="398060"/>
                      <a:pt x="4079164" y="399100"/>
                      <a:pt x="4079164" y="405282"/>
                    </a:cubicBezTo>
                    <a:cubicBezTo>
                      <a:pt x="4079164" y="411475"/>
                      <a:pt x="4079164" y="415600"/>
                      <a:pt x="4074010" y="418685"/>
                    </a:cubicBezTo>
                    <a:lnTo>
                      <a:pt x="4053385" y="435196"/>
                    </a:lnTo>
                    <a:cubicBezTo>
                      <a:pt x="4053385" y="435196"/>
                      <a:pt x="4043067" y="445504"/>
                      <a:pt x="4045135" y="447561"/>
                    </a:cubicBezTo>
                    <a:cubicBezTo>
                      <a:pt x="4048545" y="448167"/>
                      <a:pt x="4052031" y="448167"/>
                      <a:pt x="4055442" y="447561"/>
                    </a:cubicBezTo>
                    <a:lnTo>
                      <a:pt x="4068856" y="447561"/>
                    </a:lnTo>
                    <a:lnTo>
                      <a:pt x="4084317" y="447561"/>
                    </a:lnTo>
                    <a:cubicBezTo>
                      <a:pt x="4091539" y="447561"/>
                      <a:pt x="4102885" y="447561"/>
                      <a:pt x="4105971" y="447561"/>
                    </a:cubicBezTo>
                    <a:cubicBezTo>
                      <a:pt x="4109068" y="447561"/>
                      <a:pt x="4128664" y="454782"/>
                      <a:pt x="4128664" y="460975"/>
                    </a:cubicBezTo>
                    <a:cubicBezTo>
                      <a:pt x="4128664" y="467157"/>
                      <a:pt x="4135886" y="471282"/>
                      <a:pt x="4145164" y="478504"/>
                    </a:cubicBezTo>
                    <a:cubicBezTo>
                      <a:pt x="4154443" y="485725"/>
                      <a:pt x="4145164" y="501186"/>
                      <a:pt x="4145164" y="512533"/>
                    </a:cubicBezTo>
                    <a:cubicBezTo>
                      <a:pt x="4145164" y="523879"/>
                      <a:pt x="4145164" y="519754"/>
                      <a:pt x="4135886" y="512533"/>
                    </a:cubicBezTo>
                    <a:cubicBezTo>
                      <a:pt x="4126607" y="505311"/>
                      <a:pt x="4127636" y="512533"/>
                      <a:pt x="4120414" y="512533"/>
                    </a:cubicBezTo>
                    <a:cubicBezTo>
                      <a:pt x="4109804" y="513886"/>
                      <a:pt x="4099063" y="513886"/>
                      <a:pt x="4088442" y="512533"/>
                    </a:cubicBezTo>
                    <a:cubicBezTo>
                      <a:pt x="4082271" y="513042"/>
                      <a:pt x="4076067" y="513042"/>
                      <a:pt x="4069885" y="512533"/>
                    </a:cubicBezTo>
                    <a:lnTo>
                      <a:pt x="4052356" y="504283"/>
                    </a:lnTo>
                    <a:cubicBezTo>
                      <a:pt x="4041887" y="501565"/>
                      <a:pt x="4031179" y="499833"/>
                      <a:pt x="4020384" y="499129"/>
                    </a:cubicBezTo>
                    <a:cubicBezTo>
                      <a:pt x="4014830" y="501056"/>
                      <a:pt x="4009612" y="503839"/>
                      <a:pt x="4004913" y="507379"/>
                    </a:cubicBezTo>
                    <a:cubicBezTo>
                      <a:pt x="3997691" y="507379"/>
                      <a:pt x="3995634" y="524908"/>
                      <a:pt x="3995634" y="529033"/>
                    </a:cubicBezTo>
                    <a:cubicBezTo>
                      <a:pt x="3998341" y="552755"/>
                      <a:pt x="4004242" y="576000"/>
                      <a:pt x="4013163" y="598130"/>
                    </a:cubicBezTo>
                    <a:cubicBezTo>
                      <a:pt x="4013163" y="608437"/>
                      <a:pt x="4013163" y="638352"/>
                      <a:pt x="4024509" y="651756"/>
                    </a:cubicBezTo>
                    <a:cubicBezTo>
                      <a:pt x="4032337" y="664856"/>
                      <a:pt x="4038898" y="678661"/>
                      <a:pt x="4044106" y="693006"/>
                    </a:cubicBezTo>
                    <a:cubicBezTo>
                      <a:pt x="4044095" y="700228"/>
                      <a:pt x="4055442" y="706410"/>
                      <a:pt x="4058538" y="711564"/>
                    </a:cubicBezTo>
                    <a:cubicBezTo>
                      <a:pt x="4061635" y="716728"/>
                      <a:pt x="4064731" y="726007"/>
                      <a:pt x="4067817" y="729103"/>
                    </a:cubicBezTo>
                    <a:cubicBezTo>
                      <a:pt x="4076641" y="738945"/>
                      <a:pt x="4084902" y="749273"/>
                      <a:pt x="4092567" y="760036"/>
                    </a:cubicBezTo>
                    <a:cubicBezTo>
                      <a:pt x="4092567" y="760036"/>
                      <a:pt x="4100817" y="767257"/>
                      <a:pt x="4100817" y="771382"/>
                    </a:cubicBezTo>
                    <a:cubicBezTo>
                      <a:pt x="4100817" y="775507"/>
                      <a:pt x="4094635" y="771382"/>
                      <a:pt x="4092567" y="777564"/>
                    </a:cubicBezTo>
                    <a:cubicBezTo>
                      <a:pt x="4090510" y="783757"/>
                      <a:pt x="4092567" y="786854"/>
                      <a:pt x="4084317" y="788911"/>
                    </a:cubicBezTo>
                    <a:cubicBezTo>
                      <a:pt x="4076359" y="792018"/>
                      <a:pt x="4067525" y="792018"/>
                      <a:pt x="4059567" y="788911"/>
                    </a:cubicBezTo>
                    <a:cubicBezTo>
                      <a:pt x="4059567" y="788911"/>
                      <a:pt x="4052356" y="788911"/>
                      <a:pt x="4049260" y="788911"/>
                    </a:cubicBezTo>
                    <a:cubicBezTo>
                      <a:pt x="4046196" y="789496"/>
                      <a:pt x="4043045" y="789496"/>
                      <a:pt x="4039981" y="788911"/>
                    </a:cubicBezTo>
                    <a:lnTo>
                      <a:pt x="4023481" y="777564"/>
                    </a:lnTo>
                    <a:cubicBezTo>
                      <a:pt x="4017234" y="775280"/>
                      <a:pt x="4011344" y="772162"/>
                      <a:pt x="4005941" y="768286"/>
                    </a:cubicBezTo>
                    <a:cubicBezTo>
                      <a:pt x="4005941" y="768286"/>
                      <a:pt x="3994606" y="761075"/>
                      <a:pt x="3991509" y="755910"/>
                    </a:cubicBezTo>
                    <a:cubicBezTo>
                      <a:pt x="3988413" y="750757"/>
                      <a:pt x="3976037" y="744575"/>
                      <a:pt x="3969855" y="738382"/>
                    </a:cubicBezTo>
                    <a:cubicBezTo>
                      <a:pt x="3964734" y="733975"/>
                      <a:pt x="3961735" y="727598"/>
                      <a:pt x="3961605" y="720853"/>
                    </a:cubicBezTo>
                    <a:cubicBezTo>
                      <a:pt x="3961605" y="705381"/>
                      <a:pt x="3972941" y="705381"/>
                      <a:pt x="3961605" y="671352"/>
                    </a:cubicBezTo>
                    <a:cubicBezTo>
                      <a:pt x="3958595" y="656715"/>
                      <a:pt x="3956527" y="641903"/>
                      <a:pt x="3955412" y="627006"/>
                    </a:cubicBezTo>
                    <a:cubicBezTo>
                      <a:pt x="3954373" y="618192"/>
                      <a:pt x="3952294" y="609542"/>
                      <a:pt x="3949230" y="601227"/>
                    </a:cubicBezTo>
                    <a:cubicBezTo>
                      <a:pt x="3940969" y="582658"/>
                      <a:pt x="3936855" y="558937"/>
                      <a:pt x="3933758" y="553783"/>
                    </a:cubicBezTo>
                    <a:cubicBezTo>
                      <a:pt x="3930662" y="548630"/>
                      <a:pt x="3906940" y="570283"/>
                      <a:pt x="3890440" y="575437"/>
                    </a:cubicBezTo>
                    <a:cubicBezTo>
                      <a:pt x="3873940" y="580602"/>
                      <a:pt x="3860536" y="580602"/>
                      <a:pt x="3837843" y="587812"/>
                    </a:cubicBezTo>
                    <a:cubicBezTo>
                      <a:pt x="3822469" y="590227"/>
                      <a:pt x="3806813" y="590227"/>
                      <a:pt x="3791439" y="587812"/>
                    </a:cubicBezTo>
                    <a:lnTo>
                      <a:pt x="3758439" y="587812"/>
                    </a:lnTo>
                    <a:cubicBezTo>
                      <a:pt x="3749160" y="587812"/>
                      <a:pt x="3738853" y="580602"/>
                      <a:pt x="3731631" y="579562"/>
                    </a:cubicBezTo>
                    <a:lnTo>
                      <a:pt x="3718228" y="579562"/>
                    </a:lnTo>
                    <a:cubicBezTo>
                      <a:pt x="3718228" y="579562"/>
                      <a:pt x="3718228" y="571312"/>
                      <a:pt x="3718228" y="567198"/>
                    </a:cubicBezTo>
                    <a:cubicBezTo>
                      <a:pt x="3718228" y="563062"/>
                      <a:pt x="3718228" y="553783"/>
                      <a:pt x="3718228" y="549658"/>
                    </a:cubicBezTo>
                    <a:cubicBezTo>
                      <a:pt x="3718228" y="545533"/>
                      <a:pt x="3711006" y="542437"/>
                      <a:pt x="3709977" y="539351"/>
                    </a:cubicBezTo>
                    <a:cubicBezTo>
                      <a:pt x="3708938" y="536254"/>
                      <a:pt x="3709977" y="533158"/>
                      <a:pt x="3721313" y="539351"/>
                    </a:cubicBezTo>
                    <a:cubicBezTo>
                      <a:pt x="3728805" y="540899"/>
                      <a:pt x="3736525" y="540899"/>
                      <a:pt x="3744006" y="539351"/>
                    </a:cubicBezTo>
                    <a:cubicBezTo>
                      <a:pt x="3749127" y="540174"/>
                      <a:pt x="3754346" y="540174"/>
                      <a:pt x="3759478" y="539351"/>
                    </a:cubicBezTo>
                    <a:cubicBezTo>
                      <a:pt x="3759478" y="539351"/>
                      <a:pt x="3766689" y="539351"/>
                      <a:pt x="3769785" y="539351"/>
                    </a:cubicBezTo>
                    <a:cubicBezTo>
                      <a:pt x="3797329" y="534544"/>
                      <a:pt x="3824537" y="527994"/>
                      <a:pt x="3851258" y="519754"/>
                    </a:cubicBezTo>
                    <a:cubicBezTo>
                      <a:pt x="3866762" y="514871"/>
                      <a:pt x="3880902" y="506394"/>
                      <a:pt x="3892508" y="495004"/>
                    </a:cubicBezTo>
                    <a:cubicBezTo>
                      <a:pt x="3897911" y="492027"/>
                      <a:pt x="3902512" y="487772"/>
                      <a:pt x="3905912" y="482629"/>
                    </a:cubicBezTo>
                    <a:cubicBezTo>
                      <a:pt x="3905912" y="482629"/>
                      <a:pt x="3897662" y="482629"/>
                      <a:pt x="3894565" y="477476"/>
                    </a:cubicBezTo>
                    <a:lnTo>
                      <a:pt x="3886315" y="477476"/>
                    </a:lnTo>
                    <a:lnTo>
                      <a:pt x="3873940" y="477476"/>
                    </a:lnTo>
                    <a:cubicBezTo>
                      <a:pt x="3869717" y="477151"/>
                      <a:pt x="3865895" y="474866"/>
                      <a:pt x="3863633" y="471282"/>
                    </a:cubicBezTo>
                    <a:cubicBezTo>
                      <a:pt x="3863633" y="466129"/>
                      <a:pt x="3863633" y="459936"/>
                      <a:pt x="3852286" y="454782"/>
                    </a:cubicBezTo>
                    <a:cubicBezTo>
                      <a:pt x="3843830" y="445536"/>
                      <a:pt x="3841795" y="432089"/>
                      <a:pt x="3847132" y="420753"/>
                    </a:cubicBezTo>
                    <a:cubicBezTo>
                      <a:pt x="3849049" y="414712"/>
                      <a:pt x="3854257" y="410305"/>
                      <a:pt x="3860536" y="409418"/>
                    </a:cubicBezTo>
                    <a:cubicBezTo>
                      <a:pt x="3864975" y="410143"/>
                      <a:pt x="3869501" y="410143"/>
                      <a:pt x="3873951" y="409418"/>
                    </a:cubicBezTo>
                    <a:cubicBezTo>
                      <a:pt x="3873940" y="409407"/>
                      <a:pt x="3882190" y="409407"/>
                      <a:pt x="3887354" y="409407"/>
                    </a:cubicBezTo>
                    <a:cubicBezTo>
                      <a:pt x="3891750" y="408357"/>
                      <a:pt x="3896352" y="408357"/>
                      <a:pt x="3900758" y="409407"/>
                    </a:cubicBezTo>
                    <a:cubicBezTo>
                      <a:pt x="3900758" y="409407"/>
                      <a:pt x="3915190" y="418685"/>
                      <a:pt x="3923440" y="422821"/>
                    </a:cubicBezTo>
                    <a:cubicBezTo>
                      <a:pt x="3937829" y="428700"/>
                      <a:pt x="3953290" y="431515"/>
                      <a:pt x="3968816" y="431061"/>
                    </a:cubicBezTo>
                    <a:cubicBezTo>
                      <a:pt x="3974836" y="418826"/>
                      <a:pt x="3984114" y="408476"/>
                      <a:pt x="3995634" y="401157"/>
                    </a:cubicBezTo>
                    <a:cubicBezTo>
                      <a:pt x="4001275" y="394660"/>
                      <a:pt x="4006450" y="387775"/>
                      <a:pt x="4011106" y="380532"/>
                    </a:cubicBezTo>
                    <a:cubicBezTo>
                      <a:pt x="4015664" y="374804"/>
                      <a:pt x="4018847" y="368102"/>
                      <a:pt x="4020384" y="360935"/>
                    </a:cubicBezTo>
                    <a:cubicBezTo>
                      <a:pt x="4020384" y="355781"/>
                      <a:pt x="4026567" y="360946"/>
                      <a:pt x="4030692" y="360946"/>
                    </a:cubicBezTo>
                    <a:cubicBezTo>
                      <a:pt x="4034817" y="360946"/>
                      <a:pt x="4041010" y="369185"/>
                      <a:pt x="4045135" y="371253"/>
                    </a:cubicBezTo>
                    <a:cubicBezTo>
                      <a:pt x="4049260" y="373310"/>
                      <a:pt x="4055442" y="371253"/>
                      <a:pt x="4058538" y="371253"/>
                    </a:cubicBezTo>
                    <a:close/>
                    <a:moveTo>
                      <a:pt x="1383200" y="242484"/>
                    </a:moveTo>
                    <a:cubicBezTo>
                      <a:pt x="1385778" y="241841"/>
                      <a:pt x="1388098" y="241841"/>
                      <a:pt x="1389646" y="244417"/>
                    </a:cubicBezTo>
                    <a:cubicBezTo>
                      <a:pt x="1392742" y="249571"/>
                      <a:pt x="1399953" y="254724"/>
                      <a:pt x="1403049" y="256792"/>
                    </a:cubicBezTo>
                    <a:cubicBezTo>
                      <a:pt x="1406146" y="258850"/>
                      <a:pt x="1416453" y="256792"/>
                      <a:pt x="1425742" y="272253"/>
                    </a:cubicBezTo>
                    <a:cubicBezTo>
                      <a:pt x="1435021" y="287725"/>
                      <a:pt x="1431925" y="288753"/>
                      <a:pt x="1425742" y="302168"/>
                    </a:cubicBezTo>
                    <a:cubicBezTo>
                      <a:pt x="1419549" y="315572"/>
                      <a:pt x="1425742" y="311447"/>
                      <a:pt x="1432953" y="308350"/>
                    </a:cubicBezTo>
                    <a:lnTo>
                      <a:pt x="1470078" y="272253"/>
                    </a:lnTo>
                    <a:cubicBezTo>
                      <a:pt x="1476488" y="264566"/>
                      <a:pt x="1483753" y="257647"/>
                      <a:pt x="1491732" y="251628"/>
                    </a:cubicBezTo>
                    <a:cubicBezTo>
                      <a:pt x="1491732" y="251628"/>
                      <a:pt x="1499993" y="251628"/>
                      <a:pt x="1505146" y="251628"/>
                    </a:cubicBezTo>
                    <a:cubicBezTo>
                      <a:pt x="1510300" y="251628"/>
                      <a:pt x="1514425" y="246474"/>
                      <a:pt x="1517522" y="251628"/>
                    </a:cubicBezTo>
                    <a:cubicBezTo>
                      <a:pt x="1524115" y="254389"/>
                      <a:pt x="1531542" y="254389"/>
                      <a:pt x="1538147" y="251628"/>
                    </a:cubicBezTo>
                    <a:cubicBezTo>
                      <a:pt x="1538147" y="251628"/>
                      <a:pt x="1546397" y="251628"/>
                      <a:pt x="1547425" y="251628"/>
                    </a:cubicBezTo>
                    <a:lnTo>
                      <a:pt x="1555675" y="266071"/>
                    </a:lnTo>
                    <a:cubicBezTo>
                      <a:pt x="1555675" y="275350"/>
                      <a:pt x="1547425" y="291850"/>
                      <a:pt x="1543300" y="300100"/>
                    </a:cubicBezTo>
                    <a:cubicBezTo>
                      <a:pt x="1539175" y="308350"/>
                      <a:pt x="1536079" y="300100"/>
                      <a:pt x="1528868" y="300100"/>
                    </a:cubicBezTo>
                    <a:lnTo>
                      <a:pt x="1507204" y="314543"/>
                    </a:lnTo>
                    <a:lnTo>
                      <a:pt x="1491732" y="326918"/>
                    </a:lnTo>
                    <a:lnTo>
                      <a:pt x="1478328" y="341350"/>
                    </a:lnTo>
                    <a:lnTo>
                      <a:pt x="1465953" y="356822"/>
                    </a:lnTo>
                    <a:cubicBezTo>
                      <a:pt x="1460616" y="359204"/>
                      <a:pt x="1455440" y="361965"/>
                      <a:pt x="1450493" y="365072"/>
                    </a:cubicBezTo>
                    <a:cubicBezTo>
                      <a:pt x="1445577" y="373040"/>
                      <a:pt x="1440056" y="380631"/>
                      <a:pt x="1433982" y="387754"/>
                    </a:cubicBezTo>
                    <a:cubicBezTo>
                      <a:pt x="1418467" y="401061"/>
                      <a:pt x="1403980" y="415547"/>
                      <a:pt x="1390674" y="431072"/>
                    </a:cubicBezTo>
                    <a:cubicBezTo>
                      <a:pt x="1390674" y="437255"/>
                      <a:pt x="1381396" y="438294"/>
                      <a:pt x="1378299" y="443448"/>
                    </a:cubicBezTo>
                    <a:cubicBezTo>
                      <a:pt x="1375203" y="448601"/>
                      <a:pt x="1369021" y="450669"/>
                      <a:pt x="1366953" y="455823"/>
                    </a:cubicBezTo>
                    <a:cubicBezTo>
                      <a:pt x="1364896" y="460977"/>
                      <a:pt x="1358703" y="463044"/>
                      <a:pt x="1355617" y="466130"/>
                    </a:cubicBezTo>
                    <a:cubicBezTo>
                      <a:pt x="1352521" y="469227"/>
                      <a:pt x="1350453" y="471295"/>
                      <a:pt x="1345299" y="474391"/>
                    </a:cubicBezTo>
                    <a:cubicBezTo>
                      <a:pt x="1340145" y="477477"/>
                      <a:pt x="1340145" y="481602"/>
                      <a:pt x="1336020" y="484698"/>
                    </a:cubicBezTo>
                    <a:cubicBezTo>
                      <a:pt x="1332826" y="487438"/>
                      <a:pt x="1329373" y="489863"/>
                      <a:pt x="1325702" y="491920"/>
                    </a:cubicBezTo>
                    <a:cubicBezTo>
                      <a:pt x="1325702" y="491920"/>
                      <a:pt x="1317452" y="497073"/>
                      <a:pt x="1317452" y="497073"/>
                    </a:cubicBezTo>
                    <a:cubicBezTo>
                      <a:pt x="1317452" y="497073"/>
                      <a:pt x="1311270" y="505323"/>
                      <a:pt x="1306117" y="508420"/>
                    </a:cubicBezTo>
                    <a:cubicBezTo>
                      <a:pt x="1302425" y="511668"/>
                      <a:pt x="1299285" y="515501"/>
                      <a:pt x="1296827" y="519756"/>
                    </a:cubicBezTo>
                    <a:cubicBezTo>
                      <a:pt x="1296827" y="519756"/>
                      <a:pt x="1296827" y="526977"/>
                      <a:pt x="1290645" y="531102"/>
                    </a:cubicBezTo>
                    <a:cubicBezTo>
                      <a:pt x="1284452" y="535227"/>
                      <a:pt x="1290645" y="531102"/>
                      <a:pt x="1279299" y="531102"/>
                    </a:cubicBezTo>
                    <a:cubicBezTo>
                      <a:pt x="1267952" y="531102"/>
                      <a:pt x="1268991" y="538324"/>
                      <a:pt x="1263827" y="539352"/>
                    </a:cubicBezTo>
                    <a:cubicBezTo>
                      <a:pt x="1258673" y="540381"/>
                      <a:pt x="1253520" y="532131"/>
                      <a:pt x="1251452" y="525949"/>
                    </a:cubicBezTo>
                    <a:lnTo>
                      <a:pt x="1242173" y="513574"/>
                    </a:lnTo>
                    <a:cubicBezTo>
                      <a:pt x="1240755" y="509568"/>
                      <a:pt x="1240755" y="505204"/>
                      <a:pt x="1242173" y="501198"/>
                    </a:cubicBezTo>
                    <a:cubicBezTo>
                      <a:pt x="1247316" y="489516"/>
                      <a:pt x="1254278" y="478722"/>
                      <a:pt x="1262798" y="469227"/>
                    </a:cubicBezTo>
                    <a:cubicBezTo>
                      <a:pt x="1262798" y="469227"/>
                      <a:pt x="1270020" y="469227"/>
                      <a:pt x="1273106" y="469227"/>
                    </a:cubicBezTo>
                    <a:cubicBezTo>
                      <a:pt x="1276202" y="469227"/>
                      <a:pt x="1282395" y="456852"/>
                      <a:pt x="1286520" y="453755"/>
                    </a:cubicBezTo>
                    <a:lnTo>
                      <a:pt x="1321577" y="421794"/>
                    </a:lnTo>
                    <a:cubicBezTo>
                      <a:pt x="1326742" y="415601"/>
                      <a:pt x="1334992" y="414573"/>
                      <a:pt x="1337049" y="408380"/>
                    </a:cubicBezTo>
                    <a:cubicBezTo>
                      <a:pt x="1345028" y="398560"/>
                      <a:pt x="1353647" y="389259"/>
                      <a:pt x="1362828" y="380543"/>
                    </a:cubicBezTo>
                    <a:cubicBezTo>
                      <a:pt x="1367375" y="376559"/>
                      <a:pt x="1370309" y="371059"/>
                      <a:pt x="1371078" y="365072"/>
                    </a:cubicBezTo>
                    <a:lnTo>
                      <a:pt x="1363867" y="357851"/>
                    </a:lnTo>
                    <a:cubicBezTo>
                      <a:pt x="1363867" y="357851"/>
                      <a:pt x="1357674" y="357851"/>
                      <a:pt x="1353549" y="357851"/>
                    </a:cubicBezTo>
                    <a:cubicBezTo>
                      <a:pt x="1349424" y="357851"/>
                      <a:pt x="1342203" y="357851"/>
                      <a:pt x="1341174" y="357851"/>
                    </a:cubicBezTo>
                    <a:cubicBezTo>
                      <a:pt x="1340145" y="357851"/>
                      <a:pt x="1341174" y="350629"/>
                      <a:pt x="1341174" y="347543"/>
                    </a:cubicBezTo>
                    <a:cubicBezTo>
                      <a:pt x="1341683" y="344122"/>
                      <a:pt x="1341683" y="340646"/>
                      <a:pt x="1341174" y="337225"/>
                    </a:cubicBezTo>
                    <a:lnTo>
                      <a:pt x="1341174" y="323822"/>
                    </a:lnTo>
                    <a:cubicBezTo>
                      <a:pt x="1341174" y="316600"/>
                      <a:pt x="1318492" y="307321"/>
                      <a:pt x="1313327" y="304225"/>
                    </a:cubicBezTo>
                    <a:cubicBezTo>
                      <a:pt x="1311779" y="300598"/>
                      <a:pt x="1311779" y="296506"/>
                      <a:pt x="1313327" y="292878"/>
                    </a:cubicBezTo>
                    <a:cubicBezTo>
                      <a:pt x="1313327" y="284628"/>
                      <a:pt x="1322617" y="283599"/>
                      <a:pt x="1328799" y="280503"/>
                    </a:cubicBezTo>
                    <a:cubicBezTo>
                      <a:pt x="1334992" y="277418"/>
                      <a:pt x="1328799" y="272253"/>
                      <a:pt x="1336020" y="270196"/>
                    </a:cubicBezTo>
                    <a:cubicBezTo>
                      <a:pt x="1343242" y="268128"/>
                      <a:pt x="1342203" y="270196"/>
                      <a:pt x="1344270" y="264003"/>
                    </a:cubicBezTo>
                    <a:cubicBezTo>
                      <a:pt x="1346328" y="257821"/>
                      <a:pt x="1344270" y="257821"/>
                      <a:pt x="1351492" y="254724"/>
                    </a:cubicBezTo>
                    <a:lnTo>
                      <a:pt x="1339117" y="257821"/>
                    </a:lnTo>
                    <a:lnTo>
                      <a:pt x="1350453" y="252667"/>
                    </a:lnTo>
                    <a:cubicBezTo>
                      <a:pt x="1355325" y="250632"/>
                      <a:pt x="1359850" y="247849"/>
                      <a:pt x="1363867" y="244417"/>
                    </a:cubicBezTo>
                    <a:cubicBezTo>
                      <a:pt x="1363867" y="244417"/>
                      <a:pt x="1370049" y="244417"/>
                      <a:pt x="1375203" y="244417"/>
                    </a:cubicBezTo>
                    <a:cubicBezTo>
                      <a:pt x="1377785" y="244417"/>
                      <a:pt x="1380622" y="243129"/>
                      <a:pt x="1383200" y="242484"/>
                    </a:cubicBezTo>
                    <a:close/>
                    <a:moveTo>
                      <a:pt x="2319836" y="154694"/>
                    </a:moveTo>
                    <a:lnTo>
                      <a:pt x="2301267" y="159847"/>
                    </a:lnTo>
                    <a:cubicBezTo>
                      <a:pt x="2299589" y="163441"/>
                      <a:pt x="2299589" y="167599"/>
                      <a:pt x="2301267" y="171193"/>
                    </a:cubicBezTo>
                    <a:cubicBezTo>
                      <a:pt x="2301267" y="175318"/>
                      <a:pt x="2301267" y="180472"/>
                      <a:pt x="2301267" y="180472"/>
                    </a:cubicBezTo>
                    <a:cubicBezTo>
                      <a:pt x="2307006" y="182052"/>
                      <a:pt x="2313069" y="182052"/>
                      <a:pt x="2318808" y="180472"/>
                    </a:cubicBezTo>
                    <a:cubicBezTo>
                      <a:pt x="2324968" y="175069"/>
                      <a:pt x="2328054" y="166960"/>
                      <a:pt x="2327047" y="158819"/>
                    </a:cubicBezTo>
                    <a:lnTo>
                      <a:pt x="2320865" y="158819"/>
                    </a:lnTo>
                    <a:close/>
                    <a:moveTo>
                      <a:pt x="2375531" y="130974"/>
                    </a:moveTo>
                    <a:cubicBezTo>
                      <a:pt x="2370378" y="133031"/>
                      <a:pt x="2361089" y="133031"/>
                      <a:pt x="2361089" y="138195"/>
                    </a:cubicBezTo>
                    <a:cubicBezTo>
                      <a:pt x="2361089" y="143348"/>
                      <a:pt x="2360061" y="146444"/>
                      <a:pt x="2361089" y="153665"/>
                    </a:cubicBezTo>
                    <a:cubicBezTo>
                      <a:pt x="2362118" y="160876"/>
                      <a:pt x="2371407" y="160876"/>
                      <a:pt x="2371407" y="160876"/>
                    </a:cubicBezTo>
                    <a:cubicBezTo>
                      <a:pt x="2378541" y="158754"/>
                      <a:pt x="2384268" y="153416"/>
                      <a:pt x="2386877" y="146444"/>
                    </a:cubicBezTo>
                    <a:cubicBezTo>
                      <a:pt x="2387212" y="141984"/>
                      <a:pt x="2387212" y="137502"/>
                      <a:pt x="2386877" y="133031"/>
                    </a:cubicBezTo>
                    <a:cubicBezTo>
                      <a:pt x="2384809" y="133031"/>
                      <a:pt x="2376560" y="133031"/>
                      <a:pt x="2376560" y="133031"/>
                    </a:cubicBezTo>
                    <a:close/>
                    <a:moveTo>
                      <a:pt x="2306432" y="95915"/>
                    </a:moveTo>
                    <a:lnTo>
                      <a:pt x="2310546" y="100039"/>
                    </a:lnTo>
                    <a:cubicBezTo>
                      <a:pt x="2307460" y="104164"/>
                      <a:pt x="2296113" y="108289"/>
                      <a:pt x="2296113" y="113442"/>
                    </a:cubicBezTo>
                    <a:cubicBezTo>
                      <a:pt x="2296113" y="118607"/>
                      <a:pt x="2296113" y="128913"/>
                      <a:pt x="2296113" y="128913"/>
                    </a:cubicBezTo>
                    <a:cubicBezTo>
                      <a:pt x="2296113" y="128913"/>
                      <a:pt x="2297142" y="136134"/>
                      <a:pt x="2304364" y="128913"/>
                    </a:cubicBezTo>
                    <a:cubicBezTo>
                      <a:pt x="2311586" y="121692"/>
                      <a:pt x="2320865" y="120664"/>
                      <a:pt x="2320865" y="108289"/>
                    </a:cubicBezTo>
                    <a:cubicBezTo>
                      <a:pt x="2320865" y="95915"/>
                      <a:pt x="2316740" y="95915"/>
                      <a:pt x="2306432" y="95915"/>
                    </a:cubicBezTo>
                    <a:close/>
                    <a:moveTo>
                      <a:pt x="3341817" y="93847"/>
                    </a:moveTo>
                    <a:cubicBezTo>
                      <a:pt x="3346224" y="95276"/>
                      <a:pt x="3349678" y="98730"/>
                      <a:pt x="3351096" y="103125"/>
                    </a:cubicBezTo>
                    <a:cubicBezTo>
                      <a:pt x="3355578" y="109069"/>
                      <a:pt x="3359714" y="115273"/>
                      <a:pt x="3363471" y="121693"/>
                    </a:cubicBezTo>
                    <a:cubicBezTo>
                      <a:pt x="3364532" y="127139"/>
                      <a:pt x="3364532" y="132737"/>
                      <a:pt x="3363471" y="138193"/>
                    </a:cubicBezTo>
                    <a:cubicBezTo>
                      <a:pt x="3363482" y="138193"/>
                      <a:pt x="3368636" y="148501"/>
                      <a:pt x="3363482" y="150569"/>
                    </a:cubicBezTo>
                    <a:cubicBezTo>
                      <a:pt x="3358318" y="152626"/>
                      <a:pt x="3348010" y="160876"/>
                      <a:pt x="3332539" y="167069"/>
                    </a:cubicBezTo>
                    <a:cubicBezTo>
                      <a:pt x="3323542" y="169505"/>
                      <a:pt x="3315129" y="173716"/>
                      <a:pt x="3307789" y="179444"/>
                    </a:cubicBezTo>
                    <a:cubicBezTo>
                      <a:pt x="3302581" y="182995"/>
                      <a:pt x="3296540" y="185128"/>
                      <a:pt x="3290260" y="185626"/>
                    </a:cubicBezTo>
                    <a:cubicBezTo>
                      <a:pt x="3272731" y="185626"/>
                      <a:pt x="3258288" y="185626"/>
                      <a:pt x="3254163" y="200069"/>
                    </a:cubicBezTo>
                    <a:cubicBezTo>
                      <a:pt x="3250038" y="214501"/>
                      <a:pt x="3254163" y="210376"/>
                      <a:pt x="3254163" y="226877"/>
                    </a:cubicBezTo>
                    <a:cubicBezTo>
                      <a:pt x="3252290" y="231229"/>
                      <a:pt x="3249464" y="235094"/>
                      <a:pt x="3245913" y="238223"/>
                    </a:cubicBezTo>
                    <a:cubicBezTo>
                      <a:pt x="3240760" y="238223"/>
                      <a:pt x="3240760" y="244405"/>
                      <a:pt x="3238692" y="247502"/>
                    </a:cubicBezTo>
                    <a:cubicBezTo>
                      <a:pt x="3238378" y="251724"/>
                      <a:pt x="3236082" y="255546"/>
                      <a:pt x="3232510" y="257820"/>
                    </a:cubicBezTo>
                    <a:cubicBezTo>
                      <a:pt x="3232510" y="257820"/>
                      <a:pt x="3232510" y="266070"/>
                      <a:pt x="3227356" y="270195"/>
                    </a:cubicBezTo>
                    <a:cubicBezTo>
                      <a:pt x="3222192" y="274320"/>
                      <a:pt x="3218067" y="297002"/>
                      <a:pt x="3221163" y="302156"/>
                    </a:cubicBezTo>
                    <a:cubicBezTo>
                      <a:pt x="3224259" y="307320"/>
                      <a:pt x="3261385" y="310406"/>
                      <a:pt x="3278913" y="314531"/>
                    </a:cubicBezTo>
                    <a:cubicBezTo>
                      <a:pt x="3296442" y="318656"/>
                      <a:pt x="3289231" y="314531"/>
                      <a:pt x="3294385" y="314531"/>
                    </a:cubicBezTo>
                    <a:lnTo>
                      <a:pt x="3309846" y="314531"/>
                    </a:lnTo>
                    <a:lnTo>
                      <a:pt x="3323260" y="322792"/>
                    </a:lnTo>
                    <a:cubicBezTo>
                      <a:pt x="3328219" y="326332"/>
                      <a:pt x="3332723" y="330490"/>
                      <a:pt x="3336664" y="335156"/>
                    </a:cubicBezTo>
                    <a:cubicBezTo>
                      <a:pt x="3344665" y="339346"/>
                      <a:pt x="3350360" y="346925"/>
                      <a:pt x="3352135" y="355792"/>
                    </a:cubicBezTo>
                    <a:cubicBezTo>
                      <a:pt x="3353142" y="360198"/>
                      <a:pt x="3353142" y="364778"/>
                      <a:pt x="3352135" y="369196"/>
                    </a:cubicBezTo>
                    <a:cubicBezTo>
                      <a:pt x="3352135" y="369196"/>
                      <a:pt x="3352135" y="374349"/>
                      <a:pt x="3352135" y="374349"/>
                    </a:cubicBezTo>
                    <a:cubicBezTo>
                      <a:pt x="3352579" y="377078"/>
                      <a:pt x="3352579" y="379871"/>
                      <a:pt x="3352135" y="382599"/>
                    </a:cubicBezTo>
                    <a:cubicBezTo>
                      <a:pt x="3350078" y="386270"/>
                      <a:pt x="3347653" y="389723"/>
                      <a:pt x="3344914" y="392907"/>
                    </a:cubicBezTo>
                    <a:cubicBezTo>
                      <a:pt x="3344914" y="392907"/>
                      <a:pt x="3335635" y="401157"/>
                      <a:pt x="3332539" y="400128"/>
                    </a:cubicBezTo>
                    <a:lnTo>
                      <a:pt x="3312942" y="400128"/>
                    </a:lnTo>
                    <a:lnTo>
                      <a:pt x="3292317" y="390849"/>
                    </a:lnTo>
                    <a:lnTo>
                      <a:pt x="3270663" y="390849"/>
                    </a:lnTo>
                    <a:lnTo>
                      <a:pt x="3236635" y="378474"/>
                    </a:lnTo>
                    <a:lnTo>
                      <a:pt x="3203634" y="371253"/>
                    </a:lnTo>
                    <a:cubicBezTo>
                      <a:pt x="3193002" y="367572"/>
                      <a:pt x="3181872" y="365482"/>
                      <a:pt x="3170634" y="365070"/>
                    </a:cubicBezTo>
                    <a:lnTo>
                      <a:pt x="3138662" y="365070"/>
                    </a:lnTo>
                    <a:cubicBezTo>
                      <a:pt x="3126287" y="365070"/>
                      <a:pt x="3112884" y="356821"/>
                      <a:pt x="3102566" y="355781"/>
                    </a:cubicBezTo>
                    <a:cubicBezTo>
                      <a:pt x="3080630" y="353432"/>
                      <a:pt x="3058511" y="353432"/>
                      <a:pt x="3036565" y="355781"/>
                    </a:cubicBezTo>
                    <a:cubicBezTo>
                      <a:pt x="3007690" y="355781"/>
                      <a:pt x="2955093" y="367128"/>
                      <a:pt x="2952008" y="366099"/>
                    </a:cubicBezTo>
                    <a:cubicBezTo>
                      <a:pt x="2948911" y="365070"/>
                      <a:pt x="2937564" y="344446"/>
                      <a:pt x="2929314" y="331031"/>
                    </a:cubicBezTo>
                    <a:cubicBezTo>
                      <a:pt x="2928145" y="325596"/>
                      <a:pt x="2928145" y="319977"/>
                      <a:pt x="2929314" y="314531"/>
                    </a:cubicBezTo>
                    <a:cubicBezTo>
                      <a:pt x="2931155" y="307786"/>
                      <a:pt x="2931155" y="300662"/>
                      <a:pt x="2929314" y="293906"/>
                    </a:cubicBezTo>
                    <a:cubicBezTo>
                      <a:pt x="2929314" y="286695"/>
                      <a:pt x="2961286" y="283598"/>
                      <a:pt x="2965411" y="283598"/>
                    </a:cubicBezTo>
                    <a:cubicBezTo>
                      <a:pt x="2969536" y="283598"/>
                      <a:pt x="2977786" y="290820"/>
                      <a:pt x="2983968" y="290820"/>
                    </a:cubicBezTo>
                    <a:lnTo>
                      <a:pt x="3027287" y="290820"/>
                    </a:lnTo>
                    <a:cubicBezTo>
                      <a:pt x="3032440" y="290820"/>
                      <a:pt x="3039662" y="290820"/>
                      <a:pt x="3043787" y="290820"/>
                    </a:cubicBezTo>
                    <a:cubicBezTo>
                      <a:pt x="3060070" y="289348"/>
                      <a:pt x="3076256" y="286933"/>
                      <a:pt x="3092259" y="283598"/>
                    </a:cubicBezTo>
                    <a:cubicBezTo>
                      <a:pt x="3122162" y="283598"/>
                      <a:pt x="3132469" y="246473"/>
                      <a:pt x="3139691" y="234098"/>
                    </a:cubicBezTo>
                    <a:cubicBezTo>
                      <a:pt x="3143448" y="228782"/>
                      <a:pt x="3146241" y="222849"/>
                      <a:pt x="3147941" y="216569"/>
                    </a:cubicBezTo>
                    <a:cubicBezTo>
                      <a:pt x="3147941" y="209348"/>
                      <a:pt x="3147941" y="202126"/>
                      <a:pt x="3147941" y="200069"/>
                    </a:cubicBezTo>
                    <a:cubicBezTo>
                      <a:pt x="3142105" y="199733"/>
                      <a:pt x="3136248" y="199733"/>
                      <a:pt x="3130412" y="200069"/>
                    </a:cubicBezTo>
                    <a:cubicBezTo>
                      <a:pt x="3123277" y="201661"/>
                      <a:pt x="3115883" y="201661"/>
                      <a:pt x="3108759" y="200069"/>
                    </a:cubicBezTo>
                    <a:cubicBezTo>
                      <a:pt x="3102566" y="200069"/>
                      <a:pt x="3108759" y="187694"/>
                      <a:pt x="3108759" y="178405"/>
                    </a:cubicBezTo>
                    <a:cubicBezTo>
                      <a:pt x="3109073" y="168953"/>
                      <a:pt x="3106561" y="159609"/>
                      <a:pt x="3101537" y="151597"/>
                    </a:cubicBezTo>
                    <a:cubicBezTo>
                      <a:pt x="3101537" y="151597"/>
                      <a:pt x="3101537" y="135097"/>
                      <a:pt x="3101537" y="132001"/>
                    </a:cubicBezTo>
                    <a:cubicBezTo>
                      <a:pt x="3102046" y="125829"/>
                      <a:pt x="3102046" y="119615"/>
                      <a:pt x="3101537" y="113443"/>
                    </a:cubicBezTo>
                    <a:cubicBezTo>
                      <a:pt x="3101537" y="104154"/>
                      <a:pt x="3112884" y="106222"/>
                      <a:pt x="3121134" y="104154"/>
                    </a:cubicBezTo>
                    <a:cubicBezTo>
                      <a:pt x="3129384" y="102097"/>
                      <a:pt x="3139691" y="114472"/>
                      <a:pt x="3147941" y="117569"/>
                    </a:cubicBezTo>
                    <a:cubicBezTo>
                      <a:pt x="3171858" y="121076"/>
                      <a:pt x="3195969" y="123144"/>
                      <a:pt x="3220134" y="123750"/>
                    </a:cubicBezTo>
                    <a:lnTo>
                      <a:pt x="3259317" y="123750"/>
                    </a:lnTo>
                    <a:cubicBezTo>
                      <a:pt x="3278480" y="122516"/>
                      <a:pt x="3297481" y="119398"/>
                      <a:pt x="3316039" y="114472"/>
                    </a:cubicBezTo>
                    <a:cubicBezTo>
                      <a:pt x="3321095" y="113064"/>
                      <a:pt x="3326443" y="113064"/>
                      <a:pt x="3331510" y="114472"/>
                    </a:cubicBezTo>
                    <a:lnTo>
                      <a:pt x="3343885" y="114472"/>
                    </a:lnTo>
                    <a:close/>
                    <a:moveTo>
                      <a:pt x="2198081" y="79112"/>
                    </a:moveTo>
                    <a:cubicBezTo>
                      <a:pt x="2202917" y="81869"/>
                      <a:pt x="2209495" y="92309"/>
                      <a:pt x="2212588" y="96946"/>
                    </a:cubicBezTo>
                    <a:lnTo>
                      <a:pt x="2218770" y="79417"/>
                    </a:lnTo>
                    <a:cubicBezTo>
                      <a:pt x="2218770" y="79417"/>
                      <a:pt x="2218770" y="94889"/>
                      <a:pt x="2218770" y="100042"/>
                    </a:cubicBezTo>
                    <a:cubicBezTo>
                      <a:pt x="2216995" y="107848"/>
                      <a:pt x="2216995" y="115957"/>
                      <a:pt x="2218770" y="123764"/>
                    </a:cubicBezTo>
                    <a:cubicBezTo>
                      <a:pt x="2218770" y="128917"/>
                      <a:pt x="2218770" y="134071"/>
                      <a:pt x="2208463" y="142321"/>
                    </a:cubicBezTo>
                    <a:cubicBezTo>
                      <a:pt x="2202108" y="150344"/>
                      <a:pt x="2196575" y="158984"/>
                      <a:pt x="2191952" y="168100"/>
                    </a:cubicBezTo>
                    <a:cubicBezTo>
                      <a:pt x="2188509" y="175992"/>
                      <a:pt x="2188509" y="184968"/>
                      <a:pt x="2191952" y="192850"/>
                    </a:cubicBezTo>
                    <a:cubicBezTo>
                      <a:pt x="2191952" y="192850"/>
                      <a:pt x="2191952" y="207293"/>
                      <a:pt x="2191952" y="210379"/>
                    </a:cubicBezTo>
                    <a:cubicBezTo>
                      <a:pt x="2191952" y="213475"/>
                      <a:pt x="2200213" y="210379"/>
                      <a:pt x="2205367" y="210379"/>
                    </a:cubicBezTo>
                    <a:cubicBezTo>
                      <a:pt x="2210520" y="210379"/>
                      <a:pt x="2205367" y="216572"/>
                      <a:pt x="2211549" y="221725"/>
                    </a:cubicBezTo>
                    <a:cubicBezTo>
                      <a:pt x="2217742" y="226879"/>
                      <a:pt x="2221867" y="234100"/>
                      <a:pt x="2221867" y="240293"/>
                    </a:cubicBezTo>
                    <a:cubicBezTo>
                      <a:pt x="2223339" y="242848"/>
                      <a:pt x="2223339" y="245988"/>
                      <a:pt x="2221867" y="248543"/>
                    </a:cubicBezTo>
                    <a:cubicBezTo>
                      <a:pt x="2206872" y="259954"/>
                      <a:pt x="2194854" y="274809"/>
                      <a:pt x="2186798" y="291851"/>
                    </a:cubicBezTo>
                    <a:cubicBezTo>
                      <a:pt x="2186798" y="291851"/>
                      <a:pt x="2186798" y="305265"/>
                      <a:pt x="2186798" y="306293"/>
                    </a:cubicBezTo>
                    <a:lnTo>
                      <a:pt x="2202270" y="306293"/>
                    </a:lnTo>
                    <a:cubicBezTo>
                      <a:pt x="2207694" y="307224"/>
                      <a:pt x="2212718" y="309736"/>
                      <a:pt x="2216713" y="313515"/>
                    </a:cubicBezTo>
                    <a:cubicBezTo>
                      <a:pt x="2219788" y="317434"/>
                      <a:pt x="2221910" y="322025"/>
                      <a:pt x="2222895" y="326919"/>
                    </a:cubicBezTo>
                    <a:cubicBezTo>
                      <a:pt x="2220611" y="347793"/>
                      <a:pt x="2208810" y="366436"/>
                      <a:pt x="2190923" y="377448"/>
                    </a:cubicBezTo>
                    <a:cubicBezTo>
                      <a:pt x="2175452" y="390851"/>
                      <a:pt x="2147615" y="406323"/>
                      <a:pt x="2134201" y="416630"/>
                    </a:cubicBezTo>
                    <a:cubicBezTo>
                      <a:pt x="2120797" y="426948"/>
                      <a:pt x="2114615" y="444476"/>
                      <a:pt x="2107393" y="447573"/>
                    </a:cubicBezTo>
                    <a:cubicBezTo>
                      <a:pt x="2100172" y="450669"/>
                      <a:pt x="2100172" y="447573"/>
                      <a:pt x="2096047" y="447573"/>
                    </a:cubicBezTo>
                    <a:lnTo>
                      <a:pt x="2078518" y="447573"/>
                    </a:lnTo>
                    <a:cubicBezTo>
                      <a:pt x="2072325" y="447573"/>
                      <a:pt x="2073364" y="438294"/>
                      <a:pt x="2069239" y="434169"/>
                    </a:cubicBezTo>
                    <a:cubicBezTo>
                      <a:pt x="2064085" y="430769"/>
                      <a:pt x="2059841" y="426168"/>
                      <a:pt x="2056864" y="420765"/>
                    </a:cubicBezTo>
                    <a:cubicBezTo>
                      <a:pt x="2052100" y="412494"/>
                      <a:pt x="2048949" y="403388"/>
                      <a:pt x="2047585" y="393948"/>
                    </a:cubicBezTo>
                    <a:cubicBezTo>
                      <a:pt x="2051504" y="381648"/>
                      <a:pt x="2059993" y="371308"/>
                      <a:pt x="2071296" y="365072"/>
                    </a:cubicBezTo>
                    <a:cubicBezTo>
                      <a:pt x="2071296" y="365072"/>
                      <a:pt x="2081614" y="353726"/>
                      <a:pt x="2084700" y="351669"/>
                    </a:cubicBezTo>
                    <a:cubicBezTo>
                      <a:pt x="2088836" y="348020"/>
                      <a:pt x="2092030" y="343419"/>
                      <a:pt x="2093989" y="338265"/>
                    </a:cubicBezTo>
                    <a:cubicBezTo>
                      <a:pt x="2094552" y="334497"/>
                      <a:pt x="2094552" y="330676"/>
                      <a:pt x="2093989" y="326919"/>
                    </a:cubicBezTo>
                    <a:cubicBezTo>
                      <a:pt x="2094455" y="322122"/>
                      <a:pt x="2094455" y="317283"/>
                      <a:pt x="2093989" y="312475"/>
                    </a:cubicBezTo>
                    <a:cubicBezTo>
                      <a:pt x="2092885" y="308546"/>
                      <a:pt x="2090752" y="304983"/>
                      <a:pt x="2087796" y="302169"/>
                    </a:cubicBezTo>
                    <a:cubicBezTo>
                      <a:pt x="2084624" y="299765"/>
                      <a:pt x="2082123" y="296560"/>
                      <a:pt x="2080575" y="292890"/>
                    </a:cubicBezTo>
                    <a:cubicBezTo>
                      <a:pt x="2080586" y="292890"/>
                      <a:pt x="2066142" y="280515"/>
                      <a:pt x="2065114" y="274322"/>
                    </a:cubicBezTo>
                    <a:cubicBezTo>
                      <a:pt x="2064313" y="263744"/>
                      <a:pt x="2071296" y="254130"/>
                      <a:pt x="2081614" y="251639"/>
                    </a:cubicBezTo>
                    <a:lnTo>
                      <a:pt x="2095018" y="251639"/>
                    </a:lnTo>
                    <a:cubicBezTo>
                      <a:pt x="2103268" y="251639"/>
                      <a:pt x="2107393" y="241322"/>
                      <a:pt x="2110490" y="234100"/>
                    </a:cubicBezTo>
                    <a:cubicBezTo>
                      <a:pt x="2113586" y="226879"/>
                      <a:pt x="2110490" y="213475"/>
                      <a:pt x="2110490" y="206264"/>
                    </a:cubicBezTo>
                    <a:cubicBezTo>
                      <a:pt x="2110490" y="199043"/>
                      <a:pt x="2100172" y="195946"/>
                      <a:pt x="2093989" y="194918"/>
                    </a:cubicBezTo>
                    <a:cubicBezTo>
                      <a:pt x="2088154" y="194420"/>
                      <a:pt x="2082285" y="194420"/>
                      <a:pt x="2076461" y="194918"/>
                    </a:cubicBezTo>
                    <a:cubicBezTo>
                      <a:pt x="2076461" y="194918"/>
                      <a:pt x="2066142" y="189764"/>
                      <a:pt x="2065114" y="184599"/>
                    </a:cubicBezTo>
                    <a:cubicBezTo>
                      <a:pt x="2064085" y="179446"/>
                      <a:pt x="2059949" y="184599"/>
                      <a:pt x="2054796" y="184599"/>
                    </a:cubicBezTo>
                    <a:cubicBezTo>
                      <a:pt x="2049642" y="184599"/>
                      <a:pt x="2048614" y="169139"/>
                      <a:pt x="2047585" y="166043"/>
                    </a:cubicBezTo>
                    <a:cubicBezTo>
                      <a:pt x="2046546" y="162946"/>
                      <a:pt x="2047585" y="166043"/>
                      <a:pt x="2055824" y="158821"/>
                    </a:cubicBezTo>
                    <a:cubicBezTo>
                      <a:pt x="2064085" y="151600"/>
                      <a:pt x="2055824" y="151600"/>
                      <a:pt x="2060989" y="147475"/>
                    </a:cubicBezTo>
                    <a:cubicBezTo>
                      <a:pt x="2066142" y="143350"/>
                      <a:pt x="2069239" y="139225"/>
                      <a:pt x="2074393" y="136139"/>
                    </a:cubicBezTo>
                    <a:lnTo>
                      <a:pt x="2093989" y="136139"/>
                    </a:lnTo>
                    <a:cubicBezTo>
                      <a:pt x="2118740" y="121696"/>
                      <a:pt x="2144519" y="86639"/>
                      <a:pt x="2171337" y="84571"/>
                    </a:cubicBezTo>
                    <a:cubicBezTo>
                      <a:pt x="2198145" y="82514"/>
                      <a:pt x="2189895" y="84571"/>
                      <a:pt x="2194020" y="79417"/>
                    </a:cubicBezTo>
                    <a:cubicBezTo>
                      <a:pt x="2195051" y="78129"/>
                      <a:pt x="2196469" y="78194"/>
                      <a:pt x="2198081" y="79112"/>
                    </a:cubicBezTo>
                    <a:close/>
                    <a:moveTo>
                      <a:pt x="2394088" y="55695"/>
                    </a:moveTo>
                    <a:cubicBezTo>
                      <a:pt x="2379656" y="62916"/>
                      <a:pt x="2355934" y="70138"/>
                      <a:pt x="2356963" y="76320"/>
                    </a:cubicBezTo>
                    <a:cubicBezTo>
                      <a:pt x="2357991" y="82513"/>
                      <a:pt x="2359020" y="93860"/>
                      <a:pt x="2365213" y="93860"/>
                    </a:cubicBezTo>
                    <a:cubicBezTo>
                      <a:pt x="2372001" y="95408"/>
                      <a:pt x="2379050" y="95408"/>
                      <a:pt x="2385838" y="93860"/>
                    </a:cubicBezTo>
                    <a:cubicBezTo>
                      <a:pt x="2390992" y="88695"/>
                      <a:pt x="2397185" y="73224"/>
                      <a:pt x="2397185" y="73224"/>
                    </a:cubicBezTo>
                    <a:cubicBezTo>
                      <a:pt x="2397867" y="68092"/>
                      <a:pt x="2397867" y="62895"/>
                      <a:pt x="2397185" y="57763"/>
                    </a:cubicBezTo>
                    <a:close/>
                    <a:moveTo>
                      <a:pt x="2409561" y="1039"/>
                    </a:moveTo>
                    <a:cubicBezTo>
                      <a:pt x="2416782" y="10"/>
                      <a:pt x="2421936" y="6193"/>
                      <a:pt x="2427090" y="1039"/>
                    </a:cubicBezTo>
                    <a:cubicBezTo>
                      <a:pt x="2438393" y="-347"/>
                      <a:pt x="2449815" y="-347"/>
                      <a:pt x="2461119" y="1039"/>
                    </a:cubicBezTo>
                    <a:cubicBezTo>
                      <a:pt x="2461130" y="1039"/>
                      <a:pt x="2461130" y="12386"/>
                      <a:pt x="2469369" y="14443"/>
                    </a:cubicBezTo>
                    <a:cubicBezTo>
                      <a:pt x="2476872" y="19466"/>
                      <a:pt x="2482058" y="27251"/>
                      <a:pt x="2483812" y="36096"/>
                    </a:cubicBezTo>
                    <a:cubicBezTo>
                      <a:pt x="2483812" y="43318"/>
                      <a:pt x="2477630" y="54664"/>
                      <a:pt x="2477630" y="57761"/>
                    </a:cubicBezTo>
                    <a:cubicBezTo>
                      <a:pt x="2479600" y="63791"/>
                      <a:pt x="2479600" y="70288"/>
                      <a:pt x="2477630" y="76318"/>
                    </a:cubicBezTo>
                    <a:cubicBezTo>
                      <a:pt x="2472747" y="86549"/>
                      <a:pt x="2468936" y="97268"/>
                      <a:pt x="2466283" y="108290"/>
                    </a:cubicBezTo>
                    <a:cubicBezTo>
                      <a:pt x="2462169" y="115057"/>
                      <a:pt x="2457697" y="121596"/>
                      <a:pt x="2452879" y="127886"/>
                    </a:cubicBezTo>
                    <a:cubicBezTo>
                      <a:pt x="2445658" y="155722"/>
                      <a:pt x="2435340" y="175319"/>
                      <a:pt x="2429158" y="203165"/>
                    </a:cubicBezTo>
                    <a:cubicBezTo>
                      <a:pt x="2429158" y="203165"/>
                      <a:pt x="2422965" y="216569"/>
                      <a:pt x="2419868" y="215541"/>
                    </a:cubicBezTo>
                    <a:cubicBezTo>
                      <a:pt x="2416782" y="214512"/>
                      <a:pt x="2408532" y="215541"/>
                      <a:pt x="2406464" y="215541"/>
                    </a:cubicBezTo>
                    <a:cubicBezTo>
                      <a:pt x="2404407" y="215541"/>
                      <a:pt x="2396157" y="215541"/>
                      <a:pt x="2392032" y="222762"/>
                    </a:cubicBezTo>
                    <a:cubicBezTo>
                      <a:pt x="2387907" y="229973"/>
                      <a:pt x="2374503" y="222762"/>
                      <a:pt x="2372435" y="232041"/>
                    </a:cubicBezTo>
                    <a:cubicBezTo>
                      <a:pt x="2369859" y="237238"/>
                      <a:pt x="2369859" y="243344"/>
                      <a:pt x="2372435" y="248541"/>
                    </a:cubicBezTo>
                    <a:cubicBezTo>
                      <a:pt x="2377589" y="253694"/>
                      <a:pt x="2386879" y="248541"/>
                      <a:pt x="2387907" y="243387"/>
                    </a:cubicBezTo>
                    <a:cubicBezTo>
                      <a:pt x="2390603" y="238937"/>
                      <a:pt x="2395129" y="235906"/>
                      <a:pt x="2400282" y="235137"/>
                    </a:cubicBezTo>
                    <a:cubicBezTo>
                      <a:pt x="2406432" y="236079"/>
                      <a:pt x="2412690" y="236079"/>
                      <a:pt x="2418840" y="235137"/>
                    </a:cubicBezTo>
                    <a:cubicBezTo>
                      <a:pt x="2422867" y="235484"/>
                      <a:pt x="2426213" y="238407"/>
                      <a:pt x="2427090" y="242348"/>
                    </a:cubicBezTo>
                    <a:cubicBezTo>
                      <a:pt x="2428486" y="250338"/>
                      <a:pt x="2431280" y="258014"/>
                      <a:pt x="2435340" y="265041"/>
                    </a:cubicBezTo>
                    <a:cubicBezTo>
                      <a:pt x="2436444" y="268040"/>
                      <a:pt x="2436444" y="271320"/>
                      <a:pt x="2435340" y="274319"/>
                    </a:cubicBezTo>
                    <a:cubicBezTo>
                      <a:pt x="2430663" y="279625"/>
                      <a:pt x="2425477" y="284453"/>
                      <a:pt x="2419868" y="288763"/>
                    </a:cubicBezTo>
                    <a:cubicBezTo>
                      <a:pt x="2419868" y="288763"/>
                      <a:pt x="2407493" y="288763"/>
                      <a:pt x="2402339" y="298041"/>
                    </a:cubicBezTo>
                    <a:cubicBezTo>
                      <a:pt x="2400791" y="301657"/>
                      <a:pt x="2400791" y="305761"/>
                      <a:pt x="2402339" y="309377"/>
                    </a:cubicBezTo>
                    <a:cubicBezTo>
                      <a:pt x="2402339" y="316609"/>
                      <a:pt x="2408532" y="316609"/>
                      <a:pt x="2412657" y="315570"/>
                    </a:cubicBezTo>
                    <a:cubicBezTo>
                      <a:pt x="2416782" y="314541"/>
                      <a:pt x="2430186" y="308348"/>
                      <a:pt x="2436368" y="307320"/>
                    </a:cubicBezTo>
                    <a:cubicBezTo>
                      <a:pt x="2442886" y="307883"/>
                      <a:pt x="2449447" y="307883"/>
                      <a:pt x="2455965" y="307320"/>
                    </a:cubicBezTo>
                    <a:cubicBezTo>
                      <a:pt x="2455965" y="307320"/>
                      <a:pt x="2471437" y="299070"/>
                      <a:pt x="2477630" y="300098"/>
                    </a:cubicBezTo>
                    <a:cubicBezTo>
                      <a:pt x="2483812" y="301138"/>
                      <a:pt x="2493091" y="291848"/>
                      <a:pt x="2498244" y="300098"/>
                    </a:cubicBezTo>
                    <a:cubicBezTo>
                      <a:pt x="2503409" y="308348"/>
                      <a:pt x="2516812" y="310416"/>
                      <a:pt x="2517841" y="323820"/>
                    </a:cubicBezTo>
                    <a:cubicBezTo>
                      <a:pt x="2518880" y="337223"/>
                      <a:pt x="2511659" y="367138"/>
                      <a:pt x="2494119" y="370224"/>
                    </a:cubicBezTo>
                    <a:cubicBezTo>
                      <a:pt x="2476590" y="373320"/>
                      <a:pt x="2494119" y="370224"/>
                      <a:pt x="2467312" y="370224"/>
                    </a:cubicBezTo>
                    <a:lnTo>
                      <a:pt x="2422965" y="377445"/>
                    </a:lnTo>
                    <a:cubicBezTo>
                      <a:pt x="2414725" y="377997"/>
                      <a:pt x="2406454" y="377997"/>
                      <a:pt x="2398214" y="377445"/>
                    </a:cubicBezTo>
                    <a:cubicBezTo>
                      <a:pt x="2391177" y="378398"/>
                      <a:pt x="2384258" y="380130"/>
                      <a:pt x="2377589" y="382599"/>
                    </a:cubicBezTo>
                    <a:cubicBezTo>
                      <a:pt x="2369934" y="385760"/>
                      <a:pt x="2361987" y="388185"/>
                      <a:pt x="2353878" y="389820"/>
                    </a:cubicBezTo>
                    <a:cubicBezTo>
                      <a:pt x="2343971" y="391260"/>
                      <a:pt x="2334487" y="394779"/>
                      <a:pt x="2326031" y="400138"/>
                    </a:cubicBezTo>
                    <a:cubicBezTo>
                      <a:pt x="2316244" y="403256"/>
                      <a:pt x="2306250" y="405671"/>
                      <a:pt x="2296127" y="407360"/>
                    </a:cubicBezTo>
                    <a:cubicBezTo>
                      <a:pt x="2286578" y="412708"/>
                      <a:pt x="2276563" y="417191"/>
                      <a:pt x="2266212" y="420763"/>
                    </a:cubicBezTo>
                    <a:cubicBezTo>
                      <a:pt x="2261059" y="420763"/>
                      <a:pt x="2246616" y="420763"/>
                      <a:pt x="2245587" y="413542"/>
                    </a:cubicBezTo>
                    <a:cubicBezTo>
                      <a:pt x="2241776" y="405324"/>
                      <a:pt x="2239004" y="396663"/>
                      <a:pt x="2237348" y="387752"/>
                    </a:cubicBezTo>
                    <a:lnTo>
                      <a:pt x="2237337" y="379513"/>
                    </a:lnTo>
                    <a:cubicBezTo>
                      <a:pt x="2237337" y="379513"/>
                      <a:pt x="2237337" y="368167"/>
                      <a:pt x="2237337" y="364042"/>
                    </a:cubicBezTo>
                    <a:cubicBezTo>
                      <a:pt x="2237337" y="359917"/>
                      <a:pt x="2237337" y="357849"/>
                      <a:pt x="2243530" y="357849"/>
                    </a:cubicBezTo>
                    <a:cubicBezTo>
                      <a:pt x="2249712" y="357849"/>
                      <a:pt x="2248684" y="357849"/>
                      <a:pt x="2253837" y="357849"/>
                    </a:cubicBezTo>
                    <a:cubicBezTo>
                      <a:pt x="2262585" y="354362"/>
                      <a:pt x="2270890" y="349869"/>
                      <a:pt x="2278588" y="344445"/>
                    </a:cubicBezTo>
                    <a:lnTo>
                      <a:pt x="2310560" y="324848"/>
                    </a:lnTo>
                    <a:cubicBezTo>
                      <a:pt x="2310560" y="318666"/>
                      <a:pt x="2310560" y="315570"/>
                      <a:pt x="2303338" y="316609"/>
                    </a:cubicBezTo>
                    <a:cubicBezTo>
                      <a:pt x="2296127" y="317638"/>
                      <a:pt x="2293031" y="316609"/>
                      <a:pt x="2289934" y="316609"/>
                    </a:cubicBezTo>
                    <a:cubicBezTo>
                      <a:pt x="2286838" y="316609"/>
                      <a:pt x="2278588" y="316609"/>
                      <a:pt x="2277559" y="316609"/>
                    </a:cubicBezTo>
                    <a:cubicBezTo>
                      <a:pt x="2276531" y="316609"/>
                      <a:pt x="2277559" y="308348"/>
                      <a:pt x="2277559" y="305263"/>
                    </a:cubicBezTo>
                    <a:lnTo>
                      <a:pt x="2277559" y="291848"/>
                    </a:lnTo>
                    <a:cubicBezTo>
                      <a:pt x="2277559" y="291848"/>
                      <a:pt x="2277559" y="281541"/>
                      <a:pt x="2283752" y="280512"/>
                    </a:cubicBezTo>
                    <a:cubicBezTo>
                      <a:pt x="2289934" y="279473"/>
                      <a:pt x="2283752" y="280512"/>
                      <a:pt x="2291991" y="280512"/>
                    </a:cubicBezTo>
                    <a:lnTo>
                      <a:pt x="2300252" y="280512"/>
                    </a:lnTo>
                    <a:lnTo>
                      <a:pt x="2307463" y="280512"/>
                    </a:lnTo>
                    <a:cubicBezTo>
                      <a:pt x="2310289" y="278867"/>
                      <a:pt x="2312465" y="276322"/>
                      <a:pt x="2313656" y="273291"/>
                    </a:cubicBezTo>
                    <a:cubicBezTo>
                      <a:pt x="2314706" y="267845"/>
                      <a:pt x="2314706" y="262237"/>
                      <a:pt x="2313656" y="256791"/>
                    </a:cubicBezTo>
                    <a:cubicBezTo>
                      <a:pt x="2313656" y="256791"/>
                      <a:pt x="2308492" y="256791"/>
                      <a:pt x="2303338" y="256791"/>
                    </a:cubicBezTo>
                    <a:lnTo>
                      <a:pt x="2290963" y="261944"/>
                    </a:lnTo>
                    <a:cubicBezTo>
                      <a:pt x="2287552" y="262518"/>
                      <a:pt x="2284066" y="262518"/>
                      <a:pt x="2280656" y="261944"/>
                    </a:cubicBezTo>
                    <a:cubicBezTo>
                      <a:pt x="2277288" y="262984"/>
                      <a:pt x="2273694" y="262984"/>
                      <a:pt x="2270338" y="261944"/>
                    </a:cubicBezTo>
                    <a:cubicBezTo>
                      <a:pt x="2270338" y="261944"/>
                      <a:pt x="2270338" y="261944"/>
                      <a:pt x="2265184" y="255751"/>
                    </a:cubicBezTo>
                    <a:cubicBezTo>
                      <a:pt x="2262672" y="252774"/>
                      <a:pt x="2260907" y="249245"/>
                      <a:pt x="2260030" y="245444"/>
                    </a:cubicBezTo>
                    <a:cubicBezTo>
                      <a:pt x="2260030" y="235137"/>
                      <a:pt x="2250752" y="233069"/>
                      <a:pt x="2248684" y="231012"/>
                    </a:cubicBezTo>
                    <a:cubicBezTo>
                      <a:pt x="2245576" y="225588"/>
                      <a:pt x="2243476" y="219644"/>
                      <a:pt x="2242502" y="213473"/>
                    </a:cubicBezTo>
                    <a:cubicBezTo>
                      <a:pt x="2242502" y="203165"/>
                      <a:pt x="2249712" y="192847"/>
                      <a:pt x="2247655" y="186665"/>
                    </a:cubicBezTo>
                    <a:cubicBezTo>
                      <a:pt x="2242631" y="173002"/>
                      <a:pt x="2239167" y="158819"/>
                      <a:pt x="2237337" y="144386"/>
                    </a:cubicBezTo>
                    <a:cubicBezTo>
                      <a:pt x="2237337" y="144386"/>
                      <a:pt x="2231154" y="135097"/>
                      <a:pt x="2229086" y="126847"/>
                    </a:cubicBezTo>
                    <a:cubicBezTo>
                      <a:pt x="2227029" y="118597"/>
                      <a:pt x="2229086" y="117568"/>
                      <a:pt x="2229086" y="113443"/>
                    </a:cubicBezTo>
                    <a:cubicBezTo>
                      <a:pt x="2230191" y="105237"/>
                      <a:pt x="2230191" y="96911"/>
                      <a:pt x="2229086" y="88693"/>
                    </a:cubicBezTo>
                    <a:lnTo>
                      <a:pt x="2228058" y="86636"/>
                    </a:lnTo>
                    <a:cubicBezTo>
                      <a:pt x="2228058" y="76318"/>
                      <a:pt x="2228058" y="61886"/>
                      <a:pt x="2236309" y="61886"/>
                    </a:cubicBezTo>
                    <a:cubicBezTo>
                      <a:pt x="2244559" y="61886"/>
                      <a:pt x="2244559" y="69097"/>
                      <a:pt x="2251780" y="68068"/>
                    </a:cubicBezTo>
                    <a:cubicBezTo>
                      <a:pt x="2256533" y="69140"/>
                      <a:pt x="2261459" y="69140"/>
                      <a:pt x="2266223" y="68068"/>
                    </a:cubicBezTo>
                    <a:lnTo>
                      <a:pt x="2283752" y="59818"/>
                    </a:lnTo>
                    <a:cubicBezTo>
                      <a:pt x="2293204" y="53149"/>
                      <a:pt x="2303208" y="47280"/>
                      <a:pt x="2313656" y="42289"/>
                    </a:cubicBezTo>
                    <a:cubicBezTo>
                      <a:pt x="2320867" y="42289"/>
                      <a:pt x="2331185" y="42289"/>
                      <a:pt x="2337367" y="36096"/>
                    </a:cubicBezTo>
                    <a:cubicBezTo>
                      <a:pt x="2343560" y="29914"/>
                      <a:pt x="2402339" y="2068"/>
                      <a:pt x="2409561" y="10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60FC0EC4-4B91-4F23-93A7-ACA3FB5BED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33" y="304843"/>
            <a:ext cx="1046703" cy="523220"/>
          </a:xfr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序号</a:t>
            </a:r>
          </a:p>
        </p:txBody>
      </p:sp>
    </p:spTree>
    <p:extLst>
      <p:ext uri="{BB962C8B-B14F-4D97-AF65-F5344CB8AC3E}">
        <p14:creationId xmlns:p14="http://schemas.microsoft.com/office/powerpoint/2010/main" val="3059891702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861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8" r:id="rId1"/>
    <p:sldLayoutId id="2147484298" r:id="rId2"/>
    <p:sldLayoutId id="2147484239" r:id="rId3"/>
    <p:sldLayoutId id="2147484240" r:id="rId4"/>
    <p:sldLayoutId id="2147484295" r:id="rId5"/>
  </p:sldLayoutIdLst>
  <p:transition spd="med">
    <p:fade/>
  </p:transition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个人信息">
            <a:extLst>
              <a:ext uri="{FF2B5EF4-FFF2-40B4-BE49-F238E27FC236}">
                <a16:creationId xmlns:a16="http://schemas.microsoft.com/office/drawing/2014/main" id="{ADC8450B-B7A8-4345-A581-E9097A655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9208" y="4270263"/>
            <a:ext cx="7287114" cy="157852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答辩人：北小理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导　师：京小工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时　间：</a:t>
            </a:r>
            <a:fld id="{557380AF-A950-485A-9126-2F7168CD3CCC}" type="datetime1">
              <a:rPr lang="zh-CN" altLang="en-US" smtClean="0"/>
              <a:pPr>
                <a:lnSpc>
                  <a:spcPct val="150000"/>
                </a:lnSpc>
              </a:pPr>
              <a:t>2026/9/19</a:t>
            </a:fld>
            <a:endParaRPr lang="zh-CN" altLang="en-US" dirty="0"/>
          </a:p>
        </p:txBody>
      </p:sp>
      <p:sp>
        <p:nvSpPr>
          <p:cNvPr id="20" name="页面标题">
            <a:extLst>
              <a:ext uri="{FF2B5EF4-FFF2-40B4-BE49-F238E27FC236}">
                <a16:creationId xmlns:a16="http://schemas.microsoft.com/office/drawing/2014/main" id="{CCDACD4C-1CA6-4E65-8D95-3D708C7F59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9208" y="1484311"/>
            <a:ext cx="7287114" cy="2386807"/>
          </a:xfrm>
        </p:spPr>
        <p:txBody>
          <a:bodyPr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+mn-ea"/>
                <a:ea typeface="+mn-ea"/>
              </a:rPr>
              <a:t>北京理工大学模板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02FAD8C-9DE1-4C82-A97E-3FC46FEADB6D}"/>
              </a:ext>
            </a:extLst>
          </p:cNvPr>
          <p:cNvCxnSpPr/>
          <p:nvPr/>
        </p:nvCxnSpPr>
        <p:spPr>
          <a:xfrm>
            <a:off x="3549208" y="4010868"/>
            <a:ext cx="7287114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32723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面标题">
            <a:extLst>
              <a:ext uri="{FF2B5EF4-FFF2-40B4-BE49-F238E27FC236}">
                <a16:creationId xmlns:a16="http://schemas.microsoft.com/office/drawing/2014/main" id="{DE2DA11E-BF99-4E54-8A5C-0AFF1AB8A1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2990" y="1484311"/>
            <a:ext cx="7287114" cy="2267551"/>
          </a:xfrm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b="1" dirty="0">
                <a:latin typeface="+mn-ea"/>
                <a:ea typeface="+mn-ea"/>
              </a:rPr>
              <a:t>感谢各位专家老师</a:t>
            </a:r>
          </a:p>
        </p:txBody>
      </p:sp>
      <p:sp>
        <p:nvSpPr>
          <p:cNvPr id="15" name="个人信息">
            <a:extLst>
              <a:ext uri="{FF2B5EF4-FFF2-40B4-BE49-F238E27FC236}">
                <a16:creationId xmlns:a16="http://schemas.microsoft.com/office/drawing/2014/main" id="{ADC8450B-B7A8-4345-A581-E9097A655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01662" y="4270263"/>
            <a:ext cx="7287114" cy="157852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答辩人：北小理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导　师：京小工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时　间：</a:t>
            </a:r>
            <a:fld id="{557380AF-A950-485A-9126-2F7168CD3CCC}" type="datetime1">
              <a:rPr lang="zh-CN" altLang="en-US" smtClean="0"/>
              <a:pPr>
                <a:lnSpc>
                  <a:spcPct val="150000"/>
                </a:lnSpc>
              </a:pPr>
              <a:t>2026/9/19</a:t>
            </a:fld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02FAD8C-9DE1-4C82-A97E-3FC46FEADB6D}"/>
              </a:ext>
            </a:extLst>
          </p:cNvPr>
          <p:cNvCxnSpPr/>
          <p:nvPr/>
        </p:nvCxnSpPr>
        <p:spPr>
          <a:xfrm>
            <a:off x="1295400" y="3925027"/>
            <a:ext cx="7343775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00606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页面标题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一段文字</a:t>
            </a:r>
          </a:p>
        </p:txBody>
      </p:sp>
      <p:sp>
        <p:nvSpPr>
          <p:cNvPr id="2" name="章节号">
            <a:extLst>
              <a:ext uri="{FF2B5EF4-FFF2-40B4-BE49-F238E27FC236}">
                <a16:creationId xmlns:a16="http://schemas.microsoft.com/office/drawing/2014/main" id="{F1FA246C-7644-4165-878E-2EE963922C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071237-C3EE-4688-8160-8EF44A8B0EF4}"/>
              </a:ext>
            </a:extLst>
          </p:cNvPr>
          <p:cNvSpPr/>
          <p:nvPr/>
        </p:nvSpPr>
        <p:spPr>
          <a:xfrm>
            <a:off x="1041400" y="1293252"/>
            <a:ext cx="10109200" cy="4356100"/>
          </a:xfrm>
          <a:prstGeom prst="rect">
            <a:avLst/>
          </a:prstGeom>
          <a:noFill/>
          <a:ln w="31750">
            <a:gradFill>
              <a:gsLst>
                <a:gs pos="1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正文1">
            <a:extLst>
              <a:ext uri="{FF2B5EF4-FFF2-40B4-BE49-F238E27FC236}">
                <a16:creationId xmlns:a16="http://schemas.microsoft.com/office/drawing/2014/main" id="{9FD59AEA-A8DA-4FD6-95B0-1014104036C0}"/>
              </a:ext>
            </a:extLst>
          </p:cNvPr>
          <p:cNvSpPr txBox="1"/>
          <p:nvPr/>
        </p:nvSpPr>
        <p:spPr>
          <a:xfrm>
            <a:off x="1562100" y="3083952"/>
            <a:ext cx="9067800" cy="1961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just"/>
            <a:r>
              <a:rPr lang="zh-CN" altLang="en-US" sz="2000" dirty="0"/>
              <a:t>在此输入一段文字，阐述你的概念界定。例如建构主义是一种关于知识和学习的理论，强调学习者的主动性，认为学习是学习者基于原有的知识经验生成意义、建构理解的过程，而这一过程常常是在社会文化互动中完成的。建构主义的提出有着深刻的思想渊源，它具有迥异于传统的学习理论和教学思想，对教学设计具有重要指导价值。</a:t>
            </a:r>
          </a:p>
        </p:txBody>
      </p:sp>
      <p:sp>
        <p:nvSpPr>
          <p:cNvPr id="17" name="正文标题1">
            <a:extLst>
              <a:ext uri="{FF2B5EF4-FFF2-40B4-BE49-F238E27FC236}">
                <a16:creationId xmlns:a16="http://schemas.microsoft.com/office/drawing/2014/main" id="{A5296328-ABAD-4B6D-8595-28952E950CFA}"/>
              </a:ext>
            </a:extLst>
          </p:cNvPr>
          <p:cNvSpPr txBox="1"/>
          <p:nvPr/>
        </p:nvSpPr>
        <p:spPr>
          <a:xfrm>
            <a:off x="4413250" y="2083248"/>
            <a:ext cx="3365500" cy="743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400" b="1" spc="300" dirty="0">
                <a:solidFill>
                  <a:schemeClr val="accent5"/>
                </a:solidFill>
                <a:latin typeface="+mn-ea"/>
              </a:rPr>
              <a:t>概念名称</a:t>
            </a: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3E23575-F425-4E68-9D4B-10B54AB8FEBC}"/>
              </a:ext>
            </a:extLst>
          </p:cNvPr>
          <p:cNvSpPr/>
          <p:nvPr/>
        </p:nvSpPr>
        <p:spPr>
          <a:xfrm>
            <a:off x="1178008" y="1427273"/>
            <a:ext cx="768183" cy="655975"/>
          </a:xfrm>
          <a:custGeom>
            <a:avLst/>
            <a:gdLst/>
            <a:ahLst/>
            <a:cxnLst/>
            <a:rect l="l" t="t" r="r" b="b"/>
            <a:pathLst>
              <a:path w="506649" h="432643">
                <a:moveTo>
                  <a:pt x="483878" y="0"/>
                </a:moveTo>
                <a:lnTo>
                  <a:pt x="483878" y="79697"/>
                </a:lnTo>
                <a:cubicBezTo>
                  <a:pt x="426951" y="98673"/>
                  <a:pt x="402283" y="153702"/>
                  <a:pt x="409873" y="244785"/>
                </a:cubicBezTo>
                <a:lnTo>
                  <a:pt x="506649" y="244785"/>
                </a:lnTo>
                <a:lnTo>
                  <a:pt x="506649" y="432643"/>
                </a:lnTo>
                <a:lnTo>
                  <a:pt x="318790" y="432643"/>
                </a:lnTo>
                <a:lnTo>
                  <a:pt x="318790" y="193551"/>
                </a:lnTo>
                <a:cubicBezTo>
                  <a:pt x="341561" y="83492"/>
                  <a:pt x="394693" y="20873"/>
                  <a:pt x="478185" y="5692"/>
                </a:cubicBezTo>
                <a:close/>
                <a:moveTo>
                  <a:pt x="165088" y="0"/>
                </a:moveTo>
                <a:lnTo>
                  <a:pt x="165088" y="79697"/>
                </a:lnTo>
                <a:cubicBezTo>
                  <a:pt x="108161" y="98673"/>
                  <a:pt x="83493" y="153702"/>
                  <a:pt x="91083" y="244785"/>
                </a:cubicBezTo>
                <a:lnTo>
                  <a:pt x="182166" y="244785"/>
                </a:lnTo>
                <a:lnTo>
                  <a:pt x="182166" y="432643"/>
                </a:lnTo>
                <a:lnTo>
                  <a:pt x="0" y="432643"/>
                </a:lnTo>
                <a:lnTo>
                  <a:pt x="0" y="193551"/>
                </a:lnTo>
                <a:cubicBezTo>
                  <a:pt x="18976" y="83492"/>
                  <a:pt x="72108" y="20873"/>
                  <a:pt x="159395" y="569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844052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页面标题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两段文字</a:t>
            </a:r>
          </a:p>
        </p:txBody>
      </p:sp>
      <p:sp>
        <p:nvSpPr>
          <p:cNvPr id="2" name="章节号">
            <a:extLst>
              <a:ext uri="{FF2B5EF4-FFF2-40B4-BE49-F238E27FC236}">
                <a16:creationId xmlns:a16="http://schemas.microsoft.com/office/drawing/2014/main" id="{0BAF07F8-DC61-4932-B249-A9F665F29B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5" name="正文1">
            <a:extLst>
              <a:ext uri="{FF2B5EF4-FFF2-40B4-BE49-F238E27FC236}">
                <a16:creationId xmlns:a16="http://schemas.microsoft.com/office/drawing/2014/main" id="{08E23802-C0C4-4BBC-8B49-14F89E47D61D}"/>
              </a:ext>
            </a:extLst>
          </p:cNvPr>
          <p:cNvSpPr txBox="1"/>
          <p:nvPr/>
        </p:nvSpPr>
        <p:spPr>
          <a:xfrm>
            <a:off x="1949938" y="2768223"/>
            <a:ext cx="3559908" cy="2761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在此输入一段文字，阐述你的概念界定。例如建构主义是一种关于知识和学习的理论，强调学习者的主动性，认为学习是学习者基于原有的知识经验生成意义、建构理解的过程。</a:t>
            </a:r>
          </a:p>
        </p:txBody>
      </p:sp>
      <p:sp>
        <p:nvSpPr>
          <p:cNvPr id="16" name="正文2">
            <a:extLst>
              <a:ext uri="{FF2B5EF4-FFF2-40B4-BE49-F238E27FC236}">
                <a16:creationId xmlns:a16="http://schemas.microsoft.com/office/drawing/2014/main" id="{BB2E5BDC-FBD7-4DAA-A362-18FE332B89DB}"/>
              </a:ext>
            </a:extLst>
          </p:cNvPr>
          <p:cNvSpPr txBox="1"/>
          <p:nvPr/>
        </p:nvSpPr>
        <p:spPr>
          <a:xfrm>
            <a:off x="6682156" y="2768223"/>
            <a:ext cx="3559909" cy="2761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在此输入一段文字，阐述你的概念界定。例如建构主义是一种关于知识和学习的理论，强调学习者的主动性，认为学习是学习者基于原有的知识经验生成意义、建构理解的过程。</a:t>
            </a:r>
          </a:p>
        </p:txBody>
      </p:sp>
      <p:sp>
        <p:nvSpPr>
          <p:cNvPr id="17" name="正文标题1">
            <a:extLst>
              <a:ext uri="{FF2B5EF4-FFF2-40B4-BE49-F238E27FC236}">
                <a16:creationId xmlns:a16="http://schemas.microsoft.com/office/drawing/2014/main" id="{D78364A1-0DD5-4557-ACB1-F13F6D44EA0D}"/>
              </a:ext>
            </a:extLst>
          </p:cNvPr>
          <p:cNvSpPr txBox="1"/>
          <p:nvPr/>
        </p:nvSpPr>
        <p:spPr>
          <a:xfrm>
            <a:off x="2303138" y="1615888"/>
            <a:ext cx="2853509" cy="619744"/>
          </a:xfrm>
          <a:prstGeom prst="roundRect">
            <a:avLst/>
          </a:prstGeom>
          <a:solidFill>
            <a:schemeClr val="accent1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一个标题</a:t>
            </a:r>
          </a:p>
        </p:txBody>
      </p:sp>
      <p:sp>
        <p:nvSpPr>
          <p:cNvPr id="18" name="正文标题2">
            <a:extLst>
              <a:ext uri="{FF2B5EF4-FFF2-40B4-BE49-F238E27FC236}">
                <a16:creationId xmlns:a16="http://schemas.microsoft.com/office/drawing/2014/main" id="{0E6D24B9-D51A-4A97-963A-5F65DA720C62}"/>
              </a:ext>
            </a:extLst>
          </p:cNvPr>
          <p:cNvSpPr txBox="1"/>
          <p:nvPr/>
        </p:nvSpPr>
        <p:spPr>
          <a:xfrm>
            <a:off x="7035356" y="1615888"/>
            <a:ext cx="2853509" cy="619744"/>
          </a:xfrm>
          <a:prstGeom prst="roundRect">
            <a:avLst/>
          </a:prstGeom>
          <a:solidFill>
            <a:schemeClr val="accent5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一个标题</a:t>
            </a:r>
          </a:p>
        </p:txBody>
      </p:sp>
    </p:spTree>
    <p:extLst>
      <p:ext uri="{BB962C8B-B14F-4D97-AF65-F5344CB8AC3E}">
        <p14:creationId xmlns:p14="http://schemas.microsoft.com/office/powerpoint/2010/main" val="222552473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页面标题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三段文字</a:t>
            </a:r>
          </a:p>
        </p:txBody>
      </p:sp>
      <p:sp>
        <p:nvSpPr>
          <p:cNvPr id="2" name="章节号">
            <a:extLst>
              <a:ext uri="{FF2B5EF4-FFF2-40B4-BE49-F238E27FC236}">
                <a16:creationId xmlns:a16="http://schemas.microsoft.com/office/drawing/2014/main" id="{DACB1D1E-1B53-4A65-A4B2-00997FB57E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6FDF4B-DF2A-42A0-AC9A-44EB3A58DC57}"/>
              </a:ext>
            </a:extLst>
          </p:cNvPr>
          <p:cNvSpPr/>
          <p:nvPr/>
        </p:nvSpPr>
        <p:spPr>
          <a:xfrm>
            <a:off x="640757" y="2238777"/>
            <a:ext cx="720000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3" name="正文标题1">
            <a:extLst>
              <a:ext uri="{FF2B5EF4-FFF2-40B4-BE49-F238E27FC236}">
                <a16:creationId xmlns:a16="http://schemas.microsoft.com/office/drawing/2014/main" id="{BD6F4000-594E-40D3-940D-643B631BB399}"/>
              </a:ext>
            </a:extLst>
          </p:cNvPr>
          <p:cNvSpPr txBox="1"/>
          <p:nvPr/>
        </p:nvSpPr>
        <p:spPr>
          <a:xfrm>
            <a:off x="640757" y="1607291"/>
            <a:ext cx="2015936" cy="46166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zh-CN" altLang="en-US" sz="2400" b="1" spc="100" dirty="0">
                <a:solidFill>
                  <a:schemeClr val="accent1"/>
                </a:solidFill>
              </a:rPr>
              <a:t>这里是小标题</a:t>
            </a:r>
          </a:p>
        </p:txBody>
      </p:sp>
      <p:sp>
        <p:nvSpPr>
          <p:cNvPr id="14" name="正文1">
            <a:extLst>
              <a:ext uri="{FF2B5EF4-FFF2-40B4-BE49-F238E27FC236}">
                <a16:creationId xmlns:a16="http://schemas.microsoft.com/office/drawing/2014/main" id="{D3C07288-9E2C-41A0-9BD8-FC6941580CF1}"/>
              </a:ext>
            </a:extLst>
          </p:cNvPr>
          <p:cNvSpPr txBox="1"/>
          <p:nvPr/>
        </p:nvSpPr>
        <p:spPr>
          <a:xfrm>
            <a:off x="640758" y="2542152"/>
            <a:ext cx="2160000" cy="2982347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just" eaLnBrk="1">
              <a:lnSpc>
                <a:spcPct val="150000"/>
              </a:lnSpc>
            </a:pPr>
            <a:r>
              <a:rPr lang="zh-CN" altLang="en-US" spc="100" dirty="0">
                <a:latin typeface="+mn-ea"/>
              </a:rPr>
              <a:t>在此输入一段文字，阐述你的概念界定。例如建构主义是一种关于知识和学习的理论。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8EE4BB-86C1-4632-85D4-AFD8DA732254}"/>
              </a:ext>
            </a:extLst>
          </p:cNvPr>
          <p:cNvSpPr/>
          <p:nvPr/>
        </p:nvSpPr>
        <p:spPr>
          <a:xfrm>
            <a:off x="5025519" y="2238777"/>
            <a:ext cx="720000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7" name="正文标题2">
            <a:extLst>
              <a:ext uri="{FF2B5EF4-FFF2-40B4-BE49-F238E27FC236}">
                <a16:creationId xmlns:a16="http://schemas.microsoft.com/office/drawing/2014/main" id="{7E57FC14-8070-4F3F-87EA-DA88182E25E6}"/>
              </a:ext>
            </a:extLst>
          </p:cNvPr>
          <p:cNvSpPr txBox="1"/>
          <p:nvPr/>
        </p:nvSpPr>
        <p:spPr>
          <a:xfrm>
            <a:off x="5025519" y="1607291"/>
            <a:ext cx="2015936" cy="46166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zh-CN" altLang="en-US" sz="2400" b="1" spc="100" dirty="0">
                <a:solidFill>
                  <a:schemeClr val="accent1"/>
                </a:solidFill>
              </a:rPr>
              <a:t>这里是小标题</a:t>
            </a:r>
          </a:p>
        </p:txBody>
      </p:sp>
      <p:sp>
        <p:nvSpPr>
          <p:cNvPr id="18" name="正文2">
            <a:extLst>
              <a:ext uri="{FF2B5EF4-FFF2-40B4-BE49-F238E27FC236}">
                <a16:creationId xmlns:a16="http://schemas.microsoft.com/office/drawing/2014/main" id="{9813BEEA-754F-47C9-8A5D-B53A56379029}"/>
              </a:ext>
            </a:extLst>
          </p:cNvPr>
          <p:cNvSpPr txBox="1"/>
          <p:nvPr/>
        </p:nvSpPr>
        <p:spPr>
          <a:xfrm>
            <a:off x="5025520" y="2542153"/>
            <a:ext cx="2160000" cy="298234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just" eaLnBrk="1">
              <a:lnSpc>
                <a:spcPct val="150000"/>
              </a:lnSpc>
            </a:pPr>
            <a:r>
              <a:rPr lang="zh-CN" altLang="en-US" spc="100" dirty="0">
                <a:latin typeface="+mn-ea"/>
              </a:rPr>
              <a:t>在此输入一段文字，阐述你的概念界定。例如建构主义是一种关于知识和学习的理论。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1C959A8-76C0-4A27-9E4F-5CFAEA1EFF4D}"/>
              </a:ext>
            </a:extLst>
          </p:cNvPr>
          <p:cNvSpPr>
            <a:spLocks/>
          </p:cNvSpPr>
          <p:nvPr/>
        </p:nvSpPr>
        <p:spPr>
          <a:xfrm>
            <a:off x="9410280" y="2238777"/>
            <a:ext cx="720000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1" name="正文标题3">
            <a:extLst>
              <a:ext uri="{FF2B5EF4-FFF2-40B4-BE49-F238E27FC236}">
                <a16:creationId xmlns:a16="http://schemas.microsoft.com/office/drawing/2014/main" id="{B9932CB4-01A3-450C-AFF8-986CBEAA454C}"/>
              </a:ext>
            </a:extLst>
          </p:cNvPr>
          <p:cNvSpPr txBox="1">
            <a:spLocks/>
          </p:cNvSpPr>
          <p:nvPr/>
        </p:nvSpPr>
        <p:spPr>
          <a:xfrm>
            <a:off x="9410280" y="1607291"/>
            <a:ext cx="2015936" cy="46166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zh-CN" altLang="en-US" sz="2400" b="1" spc="100" dirty="0">
                <a:solidFill>
                  <a:schemeClr val="accent1"/>
                </a:solidFill>
              </a:rPr>
              <a:t>这里是小标题</a:t>
            </a:r>
          </a:p>
        </p:txBody>
      </p:sp>
      <p:sp>
        <p:nvSpPr>
          <p:cNvPr id="22" name="正文3">
            <a:extLst>
              <a:ext uri="{FF2B5EF4-FFF2-40B4-BE49-F238E27FC236}">
                <a16:creationId xmlns:a16="http://schemas.microsoft.com/office/drawing/2014/main" id="{49CC292C-EC56-4CA9-B3DF-337A59B88AC3}"/>
              </a:ext>
            </a:extLst>
          </p:cNvPr>
          <p:cNvSpPr txBox="1">
            <a:spLocks/>
          </p:cNvSpPr>
          <p:nvPr/>
        </p:nvSpPr>
        <p:spPr>
          <a:xfrm>
            <a:off x="9410281" y="2542153"/>
            <a:ext cx="2160000" cy="298234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just" eaLnBrk="1">
              <a:lnSpc>
                <a:spcPct val="150000"/>
              </a:lnSpc>
            </a:pPr>
            <a:r>
              <a:rPr lang="zh-CN" altLang="en-US" spc="100" dirty="0">
                <a:latin typeface="+mn-ea"/>
              </a:rPr>
              <a:t>在此输入一段文字，阐述你的概念界定。例如建构主义是一种关于知识和学习的理论。</a:t>
            </a:r>
          </a:p>
        </p:txBody>
      </p:sp>
      <p:sp>
        <p:nvSpPr>
          <p:cNvPr id="23" name="right-arrow_339913">
            <a:extLst>
              <a:ext uri="{FF2B5EF4-FFF2-40B4-BE49-F238E27FC236}">
                <a16:creationId xmlns:a16="http://schemas.microsoft.com/office/drawing/2014/main" id="{358D34DA-96BD-462C-A5D9-F385FCFCCD26}"/>
              </a:ext>
            </a:extLst>
          </p:cNvPr>
          <p:cNvSpPr>
            <a:spLocks noChangeAspect="1"/>
          </p:cNvSpPr>
          <p:nvPr/>
        </p:nvSpPr>
        <p:spPr bwMode="auto">
          <a:xfrm>
            <a:off x="3520065" y="2950119"/>
            <a:ext cx="609685" cy="608513"/>
          </a:xfrm>
          <a:custGeom>
            <a:avLst/>
            <a:gdLst>
              <a:gd name="connsiteX0" fmla="*/ 312860 w 607729"/>
              <a:gd name="connsiteY0" fmla="*/ 3534 h 606561"/>
              <a:gd name="connsiteX1" fmla="*/ 603991 w 607729"/>
              <a:gd name="connsiteY1" fmla="*/ 294222 h 606561"/>
              <a:gd name="connsiteX2" fmla="*/ 603991 w 607729"/>
              <a:gd name="connsiteY2" fmla="*/ 312084 h 606561"/>
              <a:gd name="connsiteX3" fmla="*/ 312860 w 607729"/>
              <a:gd name="connsiteY3" fmla="*/ 602772 h 606561"/>
              <a:gd name="connsiteX4" fmla="*/ 312593 w 607729"/>
              <a:gd name="connsiteY4" fmla="*/ 602949 h 606561"/>
              <a:gd name="connsiteX5" fmla="*/ 294792 w 607729"/>
              <a:gd name="connsiteY5" fmla="*/ 602772 h 606561"/>
              <a:gd name="connsiteX6" fmla="*/ 295059 w 607729"/>
              <a:gd name="connsiteY6" fmla="*/ 584909 h 606561"/>
              <a:gd name="connsiteX7" fmla="*/ 577201 w 607729"/>
              <a:gd name="connsiteY7" fmla="*/ 303108 h 606561"/>
              <a:gd name="connsiteX8" fmla="*/ 295059 w 607729"/>
              <a:gd name="connsiteY8" fmla="*/ 21308 h 606561"/>
              <a:gd name="connsiteX9" fmla="*/ 295059 w 607729"/>
              <a:gd name="connsiteY9" fmla="*/ 3800 h 606561"/>
              <a:gd name="connsiteX10" fmla="*/ 312860 w 607729"/>
              <a:gd name="connsiteY10" fmla="*/ 3534 h 606561"/>
              <a:gd name="connsiteX11" fmla="*/ 21707 w 607729"/>
              <a:gd name="connsiteY11" fmla="*/ 3534 h 606561"/>
              <a:gd name="connsiteX12" fmla="*/ 312838 w 607729"/>
              <a:gd name="connsiteY12" fmla="*/ 294222 h 606561"/>
              <a:gd name="connsiteX13" fmla="*/ 312838 w 607729"/>
              <a:gd name="connsiteY13" fmla="*/ 312084 h 606561"/>
              <a:gd name="connsiteX14" fmla="*/ 21707 w 607729"/>
              <a:gd name="connsiteY14" fmla="*/ 602772 h 606561"/>
              <a:gd name="connsiteX15" fmla="*/ 21440 w 607729"/>
              <a:gd name="connsiteY15" fmla="*/ 602949 h 606561"/>
              <a:gd name="connsiteX16" fmla="*/ 3639 w 607729"/>
              <a:gd name="connsiteY16" fmla="*/ 602772 h 606561"/>
              <a:gd name="connsiteX17" fmla="*/ 3906 w 607729"/>
              <a:gd name="connsiteY17" fmla="*/ 584909 h 606561"/>
              <a:gd name="connsiteX18" fmla="*/ 286047 w 607729"/>
              <a:gd name="connsiteY18" fmla="*/ 303197 h 606561"/>
              <a:gd name="connsiteX19" fmla="*/ 3906 w 607729"/>
              <a:gd name="connsiteY19" fmla="*/ 21485 h 606561"/>
              <a:gd name="connsiteX20" fmla="*/ 3906 w 607729"/>
              <a:gd name="connsiteY20" fmla="*/ 3889 h 606561"/>
              <a:gd name="connsiteX21" fmla="*/ 21707 w 607729"/>
              <a:gd name="connsiteY21" fmla="*/ 3534 h 606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7729" h="606561">
                <a:moveTo>
                  <a:pt x="312860" y="3534"/>
                </a:moveTo>
                <a:lnTo>
                  <a:pt x="603991" y="294222"/>
                </a:lnTo>
                <a:cubicBezTo>
                  <a:pt x="608975" y="299109"/>
                  <a:pt x="608975" y="307107"/>
                  <a:pt x="603991" y="312084"/>
                </a:cubicBezTo>
                <a:lnTo>
                  <a:pt x="312860" y="602772"/>
                </a:lnTo>
                <a:lnTo>
                  <a:pt x="312593" y="602949"/>
                </a:lnTo>
                <a:cubicBezTo>
                  <a:pt x="307698" y="607926"/>
                  <a:pt x="299688" y="607659"/>
                  <a:pt x="294792" y="602772"/>
                </a:cubicBezTo>
                <a:cubicBezTo>
                  <a:pt x="289808" y="597795"/>
                  <a:pt x="289986" y="589708"/>
                  <a:pt x="295059" y="584909"/>
                </a:cubicBezTo>
                <a:lnTo>
                  <a:pt x="577201" y="303108"/>
                </a:lnTo>
                <a:lnTo>
                  <a:pt x="295059" y="21308"/>
                </a:lnTo>
                <a:cubicBezTo>
                  <a:pt x="290342" y="16420"/>
                  <a:pt x="290342" y="8688"/>
                  <a:pt x="295059" y="3800"/>
                </a:cubicBezTo>
                <a:cubicBezTo>
                  <a:pt x="299866" y="-1176"/>
                  <a:pt x="307787" y="-1265"/>
                  <a:pt x="312860" y="3534"/>
                </a:cubicBezTo>
                <a:close/>
                <a:moveTo>
                  <a:pt x="21707" y="3534"/>
                </a:moveTo>
                <a:lnTo>
                  <a:pt x="312838" y="294222"/>
                </a:lnTo>
                <a:cubicBezTo>
                  <a:pt x="317822" y="299109"/>
                  <a:pt x="317822" y="307107"/>
                  <a:pt x="312838" y="312084"/>
                </a:cubicBezTo>
                <a:lnTo>
                  <a:pt x="21707" y="602772"/>
                </a:lnTo>
                <a:lnTo>
                  <a:pt x="21440" y="602949"/>
                </a:lnTo>
                <a:cubicBezTo>
                  <a:pt x="16544" y="607926"/>
                  <a:pt x="8534" y="607659"/>
                  <a:pt x="3639" y="602772"/>
                </a:cubicBezTo>
                <a:cubicBezTo>
                  <a:pt x="-1345" y="597795"/>
                  <a:pt x="-1167" y="589708"/>
                  <a:pt x="3906" y="584909"/>
                </a:cubicBezTo>
                <a:lnTo>
                  <a:pt x="286047" y="303197"/>
                </a:lnTo>
                <a:lnTo>
                  <a:pt x="3906" y="21485"/>
                </a:lnTo>
                <a:cubicBezTo>
                  <a:pt x="-811" y="16509"/>
                  <a:pt x="-811" y="8866"/>
                  <a:pt x="3906" y="3889"/>
                </a:cubicBezTo>
                <a:cubicBezTo>
                  <a:pt x="8712" y="-1176"/>
                  <a:pt x="16811" y="-1265"/>
                  <a:pt x="21707" y="353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right-arrow_339913">
            <a:extLst>
              <a:ext uri="{FF2B5EF4-FFF2-40B4-BE49-F238E27FC236}">
                <a16:creationId xmlns:a16="http://schemas.microsoft.com/office/drawing/2014/main" id="{8E16FC23-C0A0-4D47-B980-B3CBABCC9486}"/>
              </a:ext>
            </a:extLst>
          </p:cNvPr>
          <p:cNvSpPr>
            <a:spLocks noChangeAspect="1"/>
          </p:cNvSpPr>
          <p:nvPr/>
        </p:nvSpPr>
        <p:spPr bwMode="auto">
          <a:xfrm>
            <a:off x="7993058" y="2950119"/>
            <a:ext cx="609685" cy="608513"/>
          </a:xfrm>
          <a:custGeom>
            <a:avLst/>
            <a:gdLst>
              <a:gd name="connsiteX0" fmla="*/ 312860 w 607729"/>
              <a:gd name="connsiteY0" fmla="*/ 3534 h 606561"/>
              <a:gd name="connsiteX1" fmla="*/ 603991 w 607729"/>
              <a:gd name="connsiteY1" fmla="*/ 294222 h 606561"/>
              <a:gd name="connsiteX2" fmla="*/ 603991 w 607729"/>
              <a:gd name="connsiteY2" fmla="*/ 312084 h 606561"/>
              <a:gd name="connsiteX3" fmla="*/ 312860 w 607729"/>
              <a:gd name="connsiteY3" fmla="*/ 602772 h 606561"/>
              <a:gd name="connsiteX4" fmla="*/ 312593 w 607729"/>
              <a:gd name="connsiteY4" fmla="*/ 602949 h 606561"/>
              <a:gd name="connsiteX5" fmla="*/ 294792 w 607729"/>
              <a:gd name="connsiteY5" fmla="*/ 602772 h 606561"/>
              <a:gd name="connsiteX6" fmla="*/ 295059 w 607729"/>
              <a:gd name="connsiteY6" fmla="*/ 584909 h 606561"/>
              <a:gd name="connsiteX7" fmla="*/ 577201 w 607729"/>
              <a:gd name="connsiteY7" fmla="*/ 303108 h 606561"/>
              <a:gd name="connsiteX8" fmla="*/ 295059 w 607729"/>
              <a:gd name="connsiteY8" fmla="*/ 21308 h 606561"/>
              <a:gd name="connsiteX9" fmla="*/ 295059 w 607729"/>
              <a:gd name="connsiteY9" fmla="*/ 3800 h 606561"/>
              <a:gd name="connsiteX10" fmla="*/ 312860 w 607729"/>
              <a:gd name="connsiteY10" fmla="*/ 3534 h 606561"/>
              <a:gd name="connsiteX11" fmla="*/ 21707 w 607729"/>
              <a:gd name="connsiteY11" fmla="*/ 3534 h 606561"/>
              <a:gd name="connsiteX12" fmla="*/ 312838 w 607729"/>
              <a:gd name="connsiteY12" fmla="*/ 294222 h 606561"/>
              <a:gd name="connsiteX13" fmla="*/ 312838 w 607729"/>
              <a:gd name="connsiteY13" fmla="*/ 312084 h 606561"/>
              <a:gd name="connsiteX14" fmla="*/ 21707 w 607729"/>
              <a:gd name="connsiteY14" fmla="*/ 602772 h 606561"/>
              <a:gd name="connsiteX15" fmla="*/ 21440 w 607729"/>
              <a:gd name="connsiteY15" fmla="*/ 602949 h 606561"/>
              <a:gd name="connsiteX16" fmla="*/ 3639 w 607729"/>
              <a:gd name="connsiteY16" fmla="*/ 602772 h 606561"/>
              <a:gd name="connsiteX17" fmla="*/ 3906 w 607729"/>
              <a:gd name="connsiteY17" fmla="*/ 584909 h 606561"/>
              <a:gd name="connsiteX18" fmla="*/ 286047 w 607729"/>
              <a:gd name="connsiteY18" fmla="*/ 303197 h 606561"/>
              <a:gd name="connsiteX19" fmla="*/ 3906 w 607729"/>
              <a:gd name="connsiteY19" fmla="*/ 21485 h 606561"/>
              <a:gd name="connsiteX20" fmla="*/ 3906 w 607729"/>
              <a:gd name="connsiteY20" fmla="*/ 3889 h 606561"/>
              <a:gd name="connsiteX21" fmla="*/ 21707 w 607729"/>
              <a:gd name="connsiteY21" fmla="*/ 3534 h 606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7729" h="606561">
                <a:moveTo>
                  <a:pt x="312860" y="3534"/>
                </a:moveTo>
                <a:lnTo>
                  <a:pt x="603991" y="294222"/>
                </a:lnTo>
                <a:cubicBezTo>
                  <a:pt x="608975" y="299109"/>
                  <a:pt x="608975" y="307107"/>
                  <a:pt x="603991" y="312084"/>
                </a:cubicBezTo>
                <a:lnTo>
                  <a:pt x="312860" y="602772"/>
                </a:lnTo>
                <a:lnTo>
                  <a:pt x="312593" y="602949"/>
                </a:lnTo>
                <a:cubicBezTo>
                  <a:pt x="307698" y="607926"/>
                  <a:pt x="299688" y="607659"/>
                  <a:pt x="294792" y="602772"/>
                </a:cubicBezTo>
                <a:cubicBezTo>
                  <a:pt x="289808" y="597795"/>
                  <a:pt x="289986" y="589708"/>
                  <a:pt x="295059" y="584909"/>
                </a:cubicBezTo>
                <a:lnTo>
                  <a:pt x="577201" y="303108"/>
                </a:lnTo>
                <a:lnTo>
                  <a:pt x="295059" y="21308"/>
                </a:lnTo>
                <a:cubicBezTo>
                  <a:pt x="290342" y="16420"/>
                  <a:pt x="290342" y="8688"/>
                  <a:pt x="295059" y="3800"/>
                </a:cubicBezTo>
                <a:cubicBezTo>
                  <a:pt x="299866" y="-1176"/>
                  <a:pt x="307787" y="-1265"/>
                  <a:pt x="312860" y="3534"/>
                </a:cubicBezTo>
                <a:close/>
                <a:moveTo>
                  <a:pt x="21707" y="3534"/>
                </a:moveTo>
                <a:lnTo>
                  <a:pt x="312838" y="294222"/>
                </a:lnTo>
                <a:cubicBezTo>
                  <a:pt x="317822" y="299109"/>
                  <a:pt x="317822" y="307107"/>
                  <a:pt x="312838" y="312084"/>
                </a:cubicBezTo>
                <a:lnTo>
                  <a:pt x="21707" y="602772"/>
                </a:lnTo>
                <a:lnTo>
                  <a:pt x="21440" y="602949"/>
                </a:lnTo>
                <a:cubicBezTo>
                  <a:pt x="16544" y="607926"/>
                  <a:pt x="8534" y="607659"/>
                  <a:pt x="3639" y="602772"/>
                </a:cubicBezTo>
                <a:cubicBezTo>
                  <a:pt x="-1345" y="597795"/>
                  <a:pt x="-1167" y="589708"/>
                  <a:pt x="3906" y="584909"/>
                </a:cubicBezTo>
                <a:lnTo>
                  <a:pt x="286047" y="303197"/>
                </a:lnTo>
                <a:lnTo>
                  <a:pt x="3906" y="21485"/>
                </a:lnTo>
                <a:cubicBezTo>
                  <a:pt x="-811" y="16509"/>
                  <a:pt x="-811" y="8866"/>
                  <a:pt x="3906" y="3889"/>
                </a:cubicBezTo>
                <a:cubicBezTo>
                  <a:pt x="8712" y="-1176"/>
                  <a:pt x="16811" y="-1265"/>
                  <a:pt x="21707" y="353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73130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页面标题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四段文字</a:t>
            </a:r>
          </a:p>
        </p:txBody>
      </p:sp>
      <p:sp>
        <p:nvSpPr>
          <p:cNvPr id="2" name="章节号">
            <a:extLst>
              <a:ext uri="{FF2B5EF4-FFF2-40B4-BE49-F238E27FC236}">
                <a16:creationId xmlns:a16="http://schemas.microsoft.com/office/drawing/2014/main" id="{B2B40EE2-B312-4516-A7BE-6D882B5DC6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203396D-4DCB-41B5-AF04-2867F7A9A271}"/>
              </a:ext>
            </a:extLst>
          </p:cNvPr>
          <p:cNvSpPr/>
          <p:nvPr/>
        </p:nvSpPr>
        <p:spPr>
          <a:xfrm>
            <a:off x="678857" y="2149705"/>
            <a:ext cx="720000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zh-CN" altLang="en-US"/>
          </a:p>
        </p:txBody>
      </p:sp>
      <p:sp>
        <p:nvSpPr>
          <p:cNvPr id="32" name="正文标题1">
            <a:extLst>
              <a:ext uri="{FF2B5EF4-FFF2-40B4-BE49-F238E27FC236}">
                <a16:creationId xmlns:a16="http://schemas.microsoft.com/office/drawing/2014/main" id="{58670C33-36D4-4971-8EE4-3647D84638AC}"/>
              </a:ext>
            </a:extLst>
          </p:cNvPr>
          <p:cNvSpPr txBox="1"/>
          <p:nvPr/>
        </p:nvSpPr>
        <p:spPr>
          <a:xfrm>
            <a:off x="678857" y="1518219"/>
            <a:ext cx="1708160" cy="4001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eaLnBrk="1"/>
            <a:r>
              <a:rPr lang="zh-CN" altLang="en-US" sz="2000" b="1" spc="100" dirty="0">
                <a:solidFill>
                  <a:schemeClr val="accent1"/>
                </a:solidFill>
              </a:rPr>
              <a:t>这里是小标题</a:t>
            </a:r>
          </a:p>
        </p:txBody>
      </p:sp>
      <p:sp>
        <p:nvSpPr>
          <p:cNvPr id="33" name="正文1">
            <a:extLst>
              <a:ext uri="{FF2B5EF4-FFF2-40B4-BE49-F238E27FC236}">
                <a16:creationId xmlns:a16="http://schemas.microsoft.com/office/drawing/2014/main" id="{8A1BF197-4A0B-4910-943A-0EE202B5F583}"/>
              </a:ext>
            </a:extLst>
          </p:cNvPr>
          <p:cNvSpPr txBox="1"/>
          <p:nvPr/>
        </p:nvSpPr>
        <p:spPr>
          <a:xfrm>
            <a:off x="678858" y="2453081"/>
            <a:ext cx="2160000" cy="3383811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pPr algn="just" eaLnBrk="1">
              <a:lnSpc>
                <a:spcPct val="150000"/>
              </a:lnSpc>
            </a:pPr>
            <a:r>
              <a:rPr lang="zh-CN" altLang="en-US" sz="1600" spc="100" dirty="0">
                <a:latin typeface="+mn-ea"/>
                <a:ea typeface="+mn-ea"/>
              </a:rPr>
              <a:t>在此输入一段文字，阐述你的概念界定。例如建构主义是一种关于知识和学习的理论，强调学习者的主动性，认为学习是学习者基于原有的知识经验生成意义、建构理解的过程。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A2FB662-0C0F-49BB-9CBF-0D03681114F1}"/>
              </a:ext>
            </a:extLst>
          </p:cNvPr>
          <p:cNvSpPr/>
          <p:nvPr/>
        </p:nvSpPr>
        <p:spPr>
          <a:xfrm>
            <a:off x="3570285" y="2149705"/>
            <a:ext cx="720000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zh-CN" altLang="en-US"/>
          </a:p>
        </p:txBody>
      </p:sp>
      <p:sp>
        <p:nvSpPr>
          <p:cNvPr id="36" name="正文标题2">
            <a:extLst>
              <a:ext uri="{FF2B5EF4-FFF2-40B4-BE49-F238E27FC236}">
                <a16:creationId xmlns:a16="http://schemas.microsoft.com/office/drawing/2014/main" id="{5C482913-F9C8-437D-A6FA-A6BF23FA9F1E}"/>
              </a:ext>
            </a:extLst>
          </p:cNvPr>
          <p:cNvSpPr txBox="1"/>
          <p:nvPr/>
        </p:nvSpPr>
        <p:spPr>
          <a:xfrm>
            <a:off x="3570285" y="1518219"/>
            <a:ext cx="1708160" cy="4001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eaLnBrk="1"/>
            <a:r>
              <a:rPr lang="zh-CN" altLang="en-US" sz="2000" b="1" spc="100" dirty="0">
                <a:solidFill>
                  <a:schemeClr val="accent1"/>
                </a:solidFill>
              </a:rPr>
              <a:t>这里是小标题</a:t>
            </a:r>
          </a:p>
        </p:txBody>
      </p:sp>
      <p:sp>
        <p:nvSpPr>
          <p:cNvPr id="37" name="正文2">
            <a:extLst>
              <a:ext uri="{FF2B5EF4-FFF2-40B4-BE49-F238E27FC236}">
                <a16:creationId xmlns:a16="http://schemas.microsoft.com/office/drawing/2014/main" id="{7C1A201D-B558-4397-83C4-9CCCD60A7F6D}"/>
              </a:ext>
            </a:extLst>
          </p:cNvPr>
          <p:cNvSpPr txBox="1"/>
          <p:nvPr/>
        </p:nvSpPr>
        <p:spPr>
          <a:xfrm>
            <a:off x="3570286" y="2453081"/>
            <a:ext cx="2160000" cy="3383811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pPr algn="just" eaLnBrk="1">
              <a:lnSpc>
                <a:spcPct val="150000"/>
              </a:lnSpc>
            </a:pPr>
            <a:r>
              <a:rPr lang="zh-CN" altLang="en-US" sz="1600" spc="100" dirty="0">
                <a:latin typeface="+mn-ea"/>
              </a:rPr>
              <a:t>在此输入一段文字，阐述你的概念界定。例如建构主义是一种关于知识和学习的理论，强调学习者的主动性，认为学习是学习者基于原有的知识经验生成意义、建构理解的过程。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7245695-AE57-4991-AC99-5C33C7F0B011}"/>
              </a:ext>
            </a:extLst>
          </p:cNvPr>
          <p:cNvSpPr/>
          <p:nvPr/>
        </p:nvSpPr>
        <p:spPr>
          <a:xfrm>
            <a:off x="6461713" y="2149705"/>
            <a:ext cx="720000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zh-CN" altLang="en-US"/>
          </a:p>
        </p:txBody>
      </p:sp>
      <p:sp>
        <p:nvSpPr>
          <p:cNvPr id="40" name="正文标题3">
            <a:extLst>
              <a:ext uri="{FF2B5EF4-FFF2-40B4-BE49-F238E27FC236}">
                <a16:creationId xmlns:a16="http://schemas.microsoft.com/office/drawing/2014/main" id="{7F9F0DA0-1BFE-4361-AD6B-595BEA1AB324}"/>
              </a:ext>
            </a:extLst>
          </p:cNvPr>
          <p:cNvSpPr txBox="1"/>
          <p:nvPr/>
        </p:nvSpPr>
        <p:spPr>
          <a:xfrm>
            <a:off x="6461713" y="1518219"/>
            <a:ext cx="1708160" cy="4001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eaLnBrk="1"/>
            <a:r>
              <a:rPr lang="zh-CN" altLang="en-US" sz="2000" b="1" spc="100" dirty="0">
                <a:solidFill>
                  <a:schemeClr val="accent1"/>
                </a:solidFill>
              </a:rPr>
              <a:t>这里是小标题</a:t>
            </a:r>
          </a:p>
        </p:txBody>
      </p:sp>
      <p:sp>
        <p:nvSpPr>
          <p:cNvPr id="41" name="正文3">
            <a:extLst>
              <a:ext uri="{FF2B5EF4-FFF2-40B4-BE49-F238E27FC236}">
                <a16:creationId xmlns:a16="http://schemas.microsoft.com/office/drawing/2014/main" id="{4120430B-242D-44A1-8BA5-67FF66F1675B}"/>
              </a:ext>
            </a:extLst>
          </p:cNvPr>
          <p:cNvSpPr txBox="1"/>
          <p:nvPr/>
        </p:nvSpPr>
        <p:spPr>
          <a:xfrm>
            <a:off x="6461714" y="2453081"/>
            <a:ext cx="2160000" cy="3383811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pPr algn="just" eaLnBrk="1">
              <a:lnSpc>
                <a:spcPct val="150000"/>
              </a:lnSpc>
            </a:pPr>
            <a:r>
              <a:rPr lang="zh-CN" altLang="en-US" sz="1600" spc="100" dirty="0">
                <a:latin typeface="+mn-ea"/>
              </a:rPr>
              <a:t>在此输入一段文字，阐述你的概念界定。例如建构主义是一种关于知识和学习的理论，强调学习者的主动性，认为学习是学习者基于原有的知识经验生成意义、建构理解的过程。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9BC644-1DA4-4EFF-8D04-D62156F7F16A}"/>
              </a:ext>
            </a:extLst>
          </p:cNvPr>
          <p:cNvSpPr/>
          <p:nvPr/>
        </p:nvSpPr>
        <p:spPr>
          <a:xfrm>
            <a:off x="9353141" y="2149705"/>
            <a:ext cx="720000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zh-CN" altLang="en-US"/>
          </a:p>
        </p:txBody>
      </p:sp>
      <p:sp>
        <p:nvSpPr>
          <p:cNvPr id="44" name="正文标题4">
            <a:extLst>
              <a:ext uri="{FF2B5EF4-FFF2-40B4-BE49-F238E27FC236}">
                <a16:creationId xmlns:a16="http://schemas.microsoft.com/office/drawing/2014/main" id="{786785D3-3722-4B7F-92D0-13760E3F6EE9}"/>
              </a:ext>
            </a:extLst>
          </p:cNvPr>
          <p:cNvSpPr txBox="1"/>
          <p:nvPr/>
        </p:nvSpPr>
        <p:spPr>
          <a:xfrm>
            <a:off x="9353141" y="1518219"/>
            <a:ext cx="1708160" cy="4001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eaLnBrk="1"/>
            <a:r>
              <a:rPr lang="zh-CN" altLang="en-US" sz="2000" b="1" spc="100" dirty="0">
                <a:solidFill>
                  <a:schemeClr val="accent1"/>
                </a:solidFill>
              </a:rPr>
              <a:t>这里是小标题</a:t>
            </a:r>
          </a:p>
        </p:txBody>
      </p:sp>
      <p:sp>
        <p:nvSpPr>
          <p:cNvPr id="45" name="正文4">
            <a:extLst>
              <a:ext uri="{FF2B5EF4-FFF2-40B4-BE49-F238E27FC236}">
                <a16:creationId xmlns:a16="http://schemas.microsoft.com/office/drawing/2014/main" id="{EF4C2F98-846F-4644-AF4B-B3BA8F7DD5EA}"/>
              </a:ext>
            </a:extLst>
          </p:cNvPr>
          <p:cNvSpPr txBox="1"/>
          <p:nvPr/>
        </p:nvSpPr>
        <p:spPr>
          <a:xfrm>
            <a:off x="9353142" y="2453081"/>
            <a:ext cx="2160000" cy="3383811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pPr algn="just" eaLnBrk="1">
              <a:lnSpc>
                <a:spcPct val="150000"/>
              </a:lnSpc>
            </a:pPr>
            <a:r>
              <a:rPr lang="zh-CN" altLang="en-US" sz="1600" spc="100" dirty="0">
                <a:latin typeface="+mn-ea"/>
              </a:rPr>
              <a:t>在此输入一段文字，阐述你的概念界定。例如建构主义是一种关于知识和学习的理论，强调学习者的主动性，认为学习是学习者基于原有的知识经验生成意义、建构理解的过程。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FBAF0CCC-F545-4C58-B314-03E8E8EBF8E7}"/>
              </a:ext>
            </a:extLst>
          </p:cNvPr>
          <p:cNvCxnSpPr/>
          <p:nvPr/>
        </p:nvCxnSpPr>
        <p:spPr>
          <a:xfrm>
            <a:off x="3227985" y="1359278"/>
            <a:ext cx="0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D285153C-CA81-4747-AAFF-6408B189053A}"/>
              </a:ext>
            </a:extLst>
          </p:cNvPr>
          <p:cNvCxnSpPr/>
          <p:nvPr/>
        </p:nvCxnSpPr>
        <p:spPr>
          <a:xfrm>
            <a:off x="6091989" y="1359278"/>
            <a:ext cx="0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10030D5-0BBA-4707-82EA-317E714EF78B}"/>
              </a:ext>
            </a:extLst>
          </p:cNvPr>
          <p:cNvCxnSpPr/>
          <p:nvPr/>
        </p:nvCxnSpPr>
        <p:spPr>
          <a:xfrm>
            <a:off x="8955992" y="1359278"/>
            <a:ext cx="0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29022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ITPPT经典">
  <a:themeElements>
    <a:clrScheme name="BITPPT经典">
      <a:dk1>
        <a:sysClr val="windowText" lastClr="000000"/>
      </a:dk1>
      <a:lt1>
        <a:sysClr val="window" lastClr="FFFFFF"/>
      </a:lt1>
      <a:dk2>
        <a:srgbClr val="3F3F3F"/>
      </a:dk2>
      <a:lt2>
        <a:srgbClr val="FFFFFF"/>
      </a:lt2>
      <a:accent1>
        <a:srgbClr val="057748"/>
      </a:accent1>
      <a:accent2>
        <a:srgbClr val="057748"/>
      </a:accent2>
      <a:accent3>
        <a:srgbClr val="A2A2A2"/>
      </a:accent3>
      <a:accent4>
        <a:srgbClr val="C46226"/>
      </a:accent4>
      <a:accent5>
        <a:srgbClr val="A13F0B"/>
      </a:accent5>
      <a:accent6>
        <a:srgbClr val="823C1C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T-template.potx" id="{6E44A8F8-B5CE-4D66-9120-9A4CABA9D70E}" vid="{E2D45305-B3FE-4464-A79C-C059E5AA776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BIT-template</Template>
  <TotalTime>149</TotalTime>
  <Words>535</Words>
  <Application>Microsoft Office PowerPoint</Application>
  <PresentationFormat>宽屏</PresentationFormat>
  <Paragraphs>42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Arial Black</vt:lpstr>
      <vt:lpstr>微软雅黑</vt:lpstr>
      <vt:lpstr>Century Gothic</vt:lpstr>
      <vt:lpstr>Arial</vt:lpstr>
      <vt:lpstr>BITPPT经典</vt:lpstr>
      <vt:lpstr>PowerPoint 演示文稿</vt:lpstr>
      <vt:lpstr>PowerPoint 演示文稿</vt:lpstr>
      <vt:lpstr>一段文字</vt:lpstr>
      <vt:lpstr>两段文字</vt:lpstr>
      <vt:lpstr>三段文字</vt:lpstr>
      <vt:lpstr>四段文字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郝梓杰</dc:creator>
  <cp:lastModifiedBy>郝梓杰</cp:lastModifiedBy>
  <cp:revision>14</cp:revision>
  <dcterms:created xsi:type="dcterms:W3CDTF">2026-09-02T07:45:24Z</dcterms:created>
  <dcterms:modified xsi:type="dcterms:W3CDTF">2026-09-18T16:24:12Z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2019-04-12T06:42:33.4777185Z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f2877715-b2cf-4189-b763-9fb10023ee09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